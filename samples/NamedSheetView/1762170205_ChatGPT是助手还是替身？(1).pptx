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tags/tag15722.xml" ContentType="application/vnd.openxmlformats-officedocument.presentationml.tags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1823.xml" ContentType="application/vnd.openxmlformats-officedocument.presentationml.tags+xml"/>
  <Override PartName="/ppt/slides/slide10.xml" ContentType="application/vnd.openxmlformats-officedocument.presentationml.slide+xml"/>
  <Override PartName="/ppt/tags/tag24724.xml" ContentType="application/vnd.openxmlformats-officedocument.presentationml.tags+xml"/>
  <Override PartName="/ppt/slides/slide11.xml" ContentType="application/vnd.openxmlformats-officedocument.presentationml.slide+xml"/>
  <Override PartName="/ppt/tags/tag2025.xml" ContentType="application/vnd.openxmlformats-officedocument.presentationml.tags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tags/tag25826.xml" ContentType="application/vnd.openxmlformats-officedocument.presentationml.tags+xml"/>
  <Override PartName="/ppt/slides/slide14.xml" ContentType="application/vnd.openxmlformats-officedocument.presentationml.slide+xml"/>
  <Override PartName="/ppt/tags/tag1627.xml" ContentType="application/vnd.openxmlformats-officedocument.presentationml.tags+xml"/>
  <Override PartName="/ppt/slides/slide15.xml" ContentType="application/vnd.openxmlformats-officedocument.presentationml.slide+xml"/>
  <Override PartName="/ppt/tags/tag1828.xml" ContentType="application/vnd.openxmlformats-officedocument.presentationml.tag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tags/tag17429.xml" ContentType="application/vnd.openxmlformats-officedocument.presentationml.tags+xml"/>
  <Override PartName="/ppt/slides/slide18.xml" ContentType="application/vnd.openxmlformats-officedocument.presentationml.slide+xml"/>
  <Override PartName="/ppt/tags/tag76210.xml" ContentType="application/vnd.openxmlformats-officedocument.presentationml.tags+xml"/>
  <Override PartName="/ppt/slides/slide19.xml" ContentType="application/vnd.openxmlformats-officedocument.presentationml.slide+xml"/>
  <Override PartName="/ppt/tags/tag46211.xml" ContentType="application/vnd.openxmlformats-officedocument.presentationml.tags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3212.xml" ContentType="application/vnd.openxmlformats-officedocument.presentationml.tags+xml"/>
  <Override PartName="/ppt/slides/slide22.xml" ContentType="application/vnd.openxmlformats-officedocument.presentationml.slide+xml"/>
  <Override PartName="/ppt/tags/tag127213.xml" ContentType="application/vnd.openxmlformats-officedocument.presentationml.tags+xml"/>
  <Override PartName="/ppt/slides/slide23.xml" ContentType="application/vnd.openxmlformats-officedocument.presentationml.slide+xml"/>
  <Override PartName="/ppt/tags/tag82214.xml" ContentType="application/vnd.openxmlformats-officedocument.presentationml.tag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0960b4be6d63487e"/>
    <p:sldId id="257" r:id="Rb84762c81d694446"/>
    <p:sldId id="258" r:id="R8fab68e5da47444f"/>
    <p:sldId id="259" r:id="R331924fec67843aa"/>
    <p:sldId id="260" r:id="Rf682397e72334902"/>
    <p:sldId id="261" r:id="R8757174cf4b14462"/>
    <p:sldId id="262" r:id="Raeb5d8048be6421a"/>
    <p:sldId id="263" r:id="R60aaa01192724275"/>
    <p:sldId id="264" r:id="R790b5784a0e64178"/>
    <p:sldId id="265" r:id="Rf12c49258fa24d91"/>
    <p:sldId id="266" r:id="R08ae49b5aca84360"/>
    <p:sldId id="267" r:id="R905405ece20740db"/>
    <p:sldId id="268" r:id="Rf00a6e0098e34b6d"/>
    <p:sldId id="269" r:id="R13c5e71ffcf9479e"/>
    <p:sldId id="270" r:id="R262e65f2f6384c1b"/>
    <p:sldId id="271" r:id="R9421f158b08e4572"/>
    <p:sldId id="272" r:id="R22cb511950ee4fcd"/>
    <p:sldId id="273" r:id="R91c0d9e15f50465f"/>
    <p:sldId id="274" r:id="Re42ec025664a45ad"/>
    <p:sldId id="275" r:id="Rb2c18dedf23745bc"/>
    <p:sldId id="276" r:id="R16a580172ec5490d"/>
    <p:sldId id="277" r:id="Rea3b3fc0e3994dd7"/>
    <p:sldId id="278" r:id="R63fc3ec185054cfe"/>
    <p:sldId id="279" r:id="R354402c888b64ccf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86483" autoAdjust="0"/>
  </p:normalViewPr>
  <p:slideViewPr>
    <p:cSldViewPr snapToGrid="0" showGuides="1">
      <p:cViewPr>
        <p:scale>
          <a:sx n="75" d="100"/>
          <a:sy n="75" d="100"/>
        </p:scale>
        <p:origin x="672" y="666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presProps.xml" Id="rId8" /><Relationship Type="http://schemas.openxmlformats.org/officeDocument/2006/relationships/tags" Target="tags/tag1.xml" Id="rId7" /><Relationship Type="http://schemas.openxmlformats.org/officeDocument/2006/relationships/slideMaster" Target="slideMasters/slideMaster1.xml" Id="rId1" /><Relationship Type="http://schemas.openxmlformats.org/officeDocument/2006/relationships/tableStyles" Target="tableStyles.xml" Id="rId11" /><Relationship Type="http://schemas.openxmlformats.org/officeDocument/2006/relationships/theme" Target="theme/theme1.xml" Id="rId10" /><Relationship Type="http://schemas.openxmlformats.org/officeDocument/2006/relationships/viewProps" Target="viewProps.xml" Id="rId9" /><Relationship Type="http://schemas.openxmlformats.org/officeDocument/2006/relationships/slide" Target="/ppt/slides/slide6.xml" Id="R0960b4be6d63487e" /><Relationship Type="http://schemas.openxmlformats.org/officeDocument/2006/relationships/slide" Target="/ppt/slides/slide7.xml" Id="Rb84762c81d694446" /><Relationship Type="http://schemas.openxmlformats.org/officeDocument/2006/relationships/slide" Target="/ppt/slides/slide8.xml" Id="R8fab68e5da47444f" /><Relationship Type="http://schemas.openxmlformats.org/officeDocument/2006/relationships/slide" Target="/ppt/slides/slide9.xml" Id="R331924fec67843aa" /><Relationship Type="http://schemas.openxmlformats.org/officeDocument/2006/relationships/slide" Target="/ppt/slides/slide10.xml" Id="Rf682397e72334902" /><Relationship Type="http://schemas.openxmlformats.org/officeDocument/2006/relationships/slide" Target="/ppt/slides/slide11.xml" Id="R8757174cf4b14462" /><Relationship Type="http://schemas.openxmlformats.org/officeDocument/2006/relationships/slide" Target="/ppt/slides/slide12.xml" Id="Raeb5d8048be6421a" /><Relationship Type="http://schemas.openxmlformats.org/officeDocument/2006/relationships/slide" Target="/ppt/slides/slide13.xml" Id="R60aaa01192724275" /><Relationship Type="http://schemas.openxmlformats.org/officeDocument/2006/relationships/slide" Target="/ppt/slides/slide14.xml" Id="R790b5784a0e64178" /><Relationship Type="http://schemas.openxmlformats.org/officeDocument/2006/relationships/slide" Target="/ppt/slides/slide15.xml" Id="Rf12c49258fa24d91" /><Relationship Type="http://schemas.openxmlformats.org/officeDocument/2006/relationships/slide" Target="/ppt/slides/slide16.xml" Id="R08ae49b5aca84360" /><Relationship Type="http://schemas.openxmlformats.org/officeDocument/2006/relationships/slide" Target="/ppt/slides/slide17.xml" Id="R905405ece20740db" /><Relationship Type="http://schemas.openxmlformats.org/officeDocument/2006/relationships/slide" Target="/ppt/slides/slide18.xml" Id="Rf00a6e0098e34b6d" /><Relationship Type="http://schemas.openxmlformats.org/officeDocument/2006/relationships/slide" Target="/ppt/slides/slide19.xml" Id="R13c5e71ffcf9479e" /><Relationship Type="http://schemas.openxmlformats.org/officeDocument/2006/relationships/slide" Target="/ppt/slides/slide20.xml" Id="R262e65f2f6384c1b" /><Relationship Type="http://schemas.openxmlformats.org/officeDocument/2006/relationships/slide" Target="/ppt/slides/slide21.xml" Id="R9421f158b08e4572" /><Relationship Type="http://schemas.openxmlformats.org/officeDocument/2006/relationships/slide" Target="/ppt/slides/slide22.xml" Id="R22cb511950ee4fcd" /><Relationship Type="http://schemas.openxmlformats.org/officeDocument/2006/relationships/slide" Target="/ppt/slides/slide23.xml" Id="R91c0d9e15f50465f" /><Relationship Type="http://schemas.openxmlformats.org/officeDocument/2006/relationships/slide" Target="/ppt/slides/slide24.xml" Id="Re42ec025664a45ad" /><Relationship Type="http://schemas.openxmlformats.org/officeDocument/2006/relationships/slide" Target="/ppt/slides/slide25.xml" Id="Rb2c18dedf23745bc" /><Relationship Type="http://schemas.openxmlformats.org/officeDocument/2006/relationships/slide" Target="/ppt/slides/slide26.xml" Id="R16a580172ec5490d" /><Relationship Type="http://schemas.openxmlformats.org/officeDocument/2006/relationships/slide" Target="/ppt/slides/slide27.xml" Id="Rea3b3fc0e3994dd7" /><Relationship Type="http://schemas.openxmlformats.org/officeDocument/2006/relationships/slide" Target="/ppt/slides/slide28.xml" Id="R63fc3ec185054cfe" /><Relationship Type="http://schemas.openxmlformats.org/officeDocument/2006/relationships/slide" Target="/ppt/slides/slide29.xml" Id="R354402c888b64ccf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grpSp>
          <p:nvGrpSpPr>
            <p:cNvPr id="7" name=""/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sp>
            <p:nvSpPr>
              <p:cNvPr id="1753" name="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gradFill>
                <a:gsLst>
                  <a:gs pos="0">
                    <a:srgbClr val="FFEFDB"/>
                  </a:gs>
                  <a:gs pos="100000">
                    <a:srgbClr val="FFFAF5"/>
                  </a:gs>
                </a:gsLst>
                <a:lin ang="5400000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5" name=""/>
              <p:cNvSpPr/>
              <p:nvPr/>
            </p:nvSpPr>
            <p:spPr>
              <a:xfrm>
                <a:off x="9576769" y="1392675"/>
                <a:ext cx="2614978" cy="5465008"/>
              </a:xfrm>
              <a:custGeom>
                <a:avLst/>
                <a:gdLst>
                  <a:gd name="connsiteX0" fmla="*/ 2614776 w 2614774"/>
                  <a:gd name="connsiteY0" fmla="*/ 0 h 5454222"/>
                  <a:gd name="connsiteX1" fmla="*/ 1953831 w 2614774"/>
                  <a:gd name="connsiteY1" fmla="*/ 109544 h 5454222"/>
                  <a:gd name="connsiteX2" fmla="*/ 1947484 w 2614774"/>
                  <a:gd name="connsiteY2" fmla="*/ 400921 h 5454222"/>
                  <a:gd name="connsiteX3" fmla="*/ 1916576 w 2614774"/>
                  <a:gd name="connsiteY3" fmla="*/ 1072020 h 5454222"/>
                  <a:gd name="connsiteX4" fmla="*/ 1902931 w 2614774"/>
                  <a:gd name="connsiteY4" fmla="*/ 1003349 h 5454222"/>
                  <a:gd name="connsiteX5" fmla="*/ 1886683 w 2614774"/>
                  <a:gd name="connsiteY5" fmla="*/ 1018581 h 5454222"/>
                  <a:gd name="connsiteX6" fmla="*/ 1881606 w 2614774"/>
                  <a:gd name="connsiteY6" fmla="*/ 1013186 h 5454222"/>
                  <a:gd name="connsiteX7" fmla="*/ 1546628 w 2614774"/>
                  <a:gd name="connsiteY7" fmla="*/ 635495 h 5454222"/>
                  <a:gd name="connsiteX8" fmla="*/ 829832 w 2614774"/>
                  <a:gd name="connsiteY8" fmla="*/ 897169 h 5454222"/>
                  <a:gd name="connsiteX9" fmla="*/ 840621 w 2614774"/>
                  <a:gd name="connsiteY9" fmla="*/ 1406808 h 5454222"/>
                  <a:gd name="connsiteX10" fmla="*/ 736154 w 2614774"/>
                  <a:gd name="connsiteY10" fmla="*/ 1387768 h 5454222"/>
                  <a:gd name="connsiteX11" fmla="*/ 726190 w 2614774"/>
                  <a:gd name="connsiteY11" fmla="*/ 1371711 h 5454222"/>
                  <a:gd name="connsiteX12" fmla="*/ 726190 w 2614774"/>
                  <a:gd name="connsiteY12" fmla="*/ 1369553 h 5454222"/>
                  <a:gd name="connsiteX13" fmla="*/ 726190 w 2614774"/>
                  <a:gd name="connsiteY13" fmla="*/ 1366507 h 5454222"/>
                  <a:gd name="connsiteX14" fmla="*/ 442747 w 2614774"/>
                  <a:gd name="connsiteY14" fmla="*/ 1536408 h 5454222"/>
                  <a:gd name="connsiteX15" fmla="*/ 426563 w 2614774"/>
                  <a:gd name="connsiteY15" fmla="*/ 2585961 h 5454222"/>
                  <a:gd name="connsiteX16" fmla="*/ 58455 w 2614774"/>
                  <a:gd name="connsiteY16" fmla="*/ 2784739 h 5454222"/>
                  <a:gd name="connsiteX17" fmla="*/ 1 w 2614774"/>
                  <a:gd name="connsiteY17" fmla="*/ 5224282 h 5454222"/>
                  <a:gd name="connsiteX18" fmla="*/ 1239066 w 2614774"/>
                  <a:gd name="connsiteY18" fmla="*/ 5454222 h 5454222"/>
                  <a:gd name="connsiteX19" fmla="*/ 2614649 w 2614774"/>
                  <a:gd name="connsiteY19" fmla="*/ 5454222 h 545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14774" h="5454222">
                    <a:moveTo>
                      <a:pt x="2614776" y="0"/>
                    </a:moveTo>
                    <a:cubicBezTo>
                      <a:pt x="2395371" y="42904"/>
                      <a:pt x="2175458" y="81872"/>
                      <a:pt x="1953831" y="109544"/>
                    </a:cubicBezTo>
                    <a:cubicBezTo>
                      <a:pt x="1952244" y="193892"/>
                      <a:pt x="1950214" y="292011"/>
                      <a:pt x="1947484" y="400921"/>
                    </a:cubicBezTo>
                    <a:cubicBezTo>
                      <a:pt x="1947484" y="400921"/>
                      <a:pt x="1931808" y="1072465"/>
                      <a:pt x="1916576" y="1072020"/>
                    </a:cubicBezTo>
                    <a:cubicBezTo>
                      <a:pt x="1914418" y="1072020"/>
                      <a:pt x="1912577" y="1003857"/>
                      <a:pt x="1902931" y="1003349"/>
                    </a:cubicBezTo>
                    <a:cubicBezTo>
                      <a:pt x="1898108" y="1003349"/>
                      <a:pt x="1893221" y="1019660"/>
                      <a:pt x="1886683" y="1018581"/>
                    </a:cubicBezTo>
                    <a:cubicBezTo>
                      <a:pt x="1883573" y="1018073"/>
                      <a:pt x="1881923" y="1013821"/>
                      <a:pt x="1881606" y="1013186"/>
                    </a:cubicBezTo>
                    <a:cubicBezTo>
                      <a:pt x="1877481" y="1003857"/>
                      <a:pt x="1775616" y="888537"/>
                      <a:pt x="1546628" y="635495"/>
                    </a:cubicBezTo>
                    <a:lnTo>
                      <a:pt x="829832" y="897169"/>
                    </a:lnTo>
                    <a:cubicBezTo>
                      <a:pt x="833450" y="1067051"/>
                      <a:pt x="837067" y="1236926"/>
                      <a:pt x="840621" y="1406808"/>
                    </a:cubicBezTo>
                    <a:cubicBezTo>
                      <a:pt x="784834" y="1403445"/>
                      <a:pt x="744722" y="1395194"/>
                      <a:pt x="736154" y="1387768"/>
                    </a:cubicBezTo>
                    <a:cubicBezTo>
                      <a:pt x="731014" y="1383802"/>
                      <a:pt x="727459" y="1378096"/>
                      <a:pt x="726190" y="1371711"/>
                    </a:cubicBezTo>
                    <a:cubicBezTo>
                      <a:pt x="726127" y="1370994"/>
                      <a:pt x="726127" y="1370270"/>
                      <a:pt x="726190" y="1369553"/>
                    </a:cubicBezTo>
                    <a:cubicBezTo>
                      <a:pt x="726190" y="1367522"/>
                      <a:pt x="726190" y="1366570"/>
                      <a:pt x="726190" y="1366507"/>
                    </a:cubicBezTo>
                    <a:cubicBezTo>
                      <a:pt x="725365" y="1365110"/>
                      <a:pt x="596147" y="1443111"/>
                      <a:pt x="442747" y="1536408"/>
                    </a:cubicBezTo>
                    <a:lnTo>
                      <a:pt x="426563" y="2585961"/>
                    </a:lnTo>
                    <a:lnTo>
                      <a:pt x="58455" y="2784739"/>
                    </a:lnTo>
                    <a:lnTo>
                      <a:pt x="1" y="5224282"/>
                    </a:lnTo>
                    <a:lnTo>
                      <a:pt x="1239066" y="5454222"/>
                    </a:lnTo>
                    <a:lnTo>
                      <a:pt x="2614649" y="545422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6" name=""/>
              <p:cNvSpPr/>
              <p:nvPr/>
            </p:nvSpPr>
            <p:spPr>
              <a:xfrm>
                <a:off x="10289113" y="2759808"/>
                <a:ext cx="154871" cy="1107247"/>
              </a:xfrm>
              <a:custGeom>
                <a:avLst/>
                <a:gdLst>
                  <a:gd name="connsiteX0" fmla="*/ 48046 w 154859"/>
                  <a:gd name="connsiteY0" fmla="*/ 611 h 1105062"/>
                  <a:gd name="connsiteX1" fmla="*/ 19993 w 154859"/>
                  <a:gd name="connsiteY1" fmla="*/ 2007 h 1105062"/>
                  <a:gd name="connsiteX2" fmla="*/ 12695 w 154859"/>
                  <a:gd name="connsiteY2" fmla="*/ 2515 h 1105062"/>
                  <a:gd name="connsiteX3" fmla="*/ 1 w 154859"/>
                  <a:gd name="connsiteY3" fmla="*/ 5879 h 1105062"/>
                  <a:gd name="connsiteX4" fmla="*/ 27927 w 154859"/>
                  <a:gd name="connsiteY4" fmla="*/ 1105063 h 1105062"/>
                  <a:gd name="connsiteX5" fmla="*/ 154861 w 154859"/>
                  <a:gd name="connsiteY5" fmla="*/ 1084436 h 1105062"/>
                  <a:gd name="connsiteX6" fmla="*/ 129537 w 154859"/>
                  <a:gd name="connsiteY6" fmla="*/ 104 h 1105062"/>
                  <a:gd name="connsiteX7" fmla="*/ 48046 w 154859"/>
                  <a:gd name="connsiteY7" fmla="*/ 611 h 1105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859" h="1105062">
                    <a:moveTo>
                      <a:pt x="48046" y="611"/>
                    </a:moveTo>
                    <a:cubicBezTo>
                      <a:pt x="38717" y="611"/>
                      <a:pt x="29006" y="1309"/>
                      <a:pt x="19993" y="2007"/>
                    </a:cubicBezTo>
                    <a:lnTo>
                      <a:pt x="12695" y="2515"/>
                    </a:lnTo>
                    <a:cubicBezTo>
                      <a:pt x="8443" y="3531"/>
                      <a:pt x="4127" y="4673"/>
                      <a:pt x="1" y="5879"/>
                    </a:cubicBezTo>
                    <a:lnTo>
                      <a:pt x="27927" y="1105063"/>
                    </a:lnTo>
                    <a:lnTo>
                      <a:pt x="154861" y="1084436"/>
                    </a:lnTo>
                    <a:lnTo>
                      <a:pt x="129537" y="104"/>
                    </a:lnTo>
                    <a:cubicBezTo>
                      <a:pt x="102628" y="104"/>
                      <a:pt x="75210" y="-341"/>
                      <a:pt x="48046" y="611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7" name=""/>
              <p:cNvSpPr/>
              <p:nvPr/>
            </p:nvSpPr>
            <p:spPr>
              <a:xfrm>
                <a:off x="11096286" y="2027581"/>
                <a:ext cx="424627" cy="1426633"/>
              </a:xfrm>
              <a:custGeom>
                <a:avLst/>
                <a:gdLst>
                  <a:gd name="connsiteX0" fmla="*/ 424595 w 424594"/>
                  <a:gd name="connsiteY0" fmla="*/ 61182 h 1423817"/>
                  <a:gd name="connsiteX1" fmla="*/ 395274 w 424594"/>
                  <a:gd name="connsiteY1" fmla="*/ 1198637 h 1423817"/>
                  <a:gd name="connsiteX2" fmla="*/ 1 w 424594"/>
                  <a:gd name="connsiteY2" fmla="*/ 1423817 h 1423817"/>
                  <a:gd name="connsiteX3" fmla="*/ 11806 w 424594"/>
                  <a:gd name="connsiteY3" fmla="*/ 0 h 142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594" h="1423817">
                    <a:moveTo>
                      <a:pt x="424595" y="61182"/>
                    </a:moveTo>
                    <a:lnTo>
                      <a:pt x="395274" y="1198637"/>
                    </a:lnTo>
                    <a:lnTo>
                      <a:pt x="1" y="1423817"/>
                    </a:lnTo>
                    <a:lnTo>
                      <a:pt x="11806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8" name=""/>
              <p:cNvSpPr/>
              <p:nvPr/>
            </p:nvSpPr>
            <p:spPr>
              <a:xfrm>
                <a:off x="9196826" y="4530262"/>
                <a:ext cx="2184829" cy="1979696"/>
              </a:xfrm>
              <a:custGeom>
                <a:avLst/>
                <a:gdLst>
                  <a:gd name="connsiteX0" fmla="*/ 2106469 w 2184658"/>
                  <a:gd name="connsiteY0" fmla="*/ 752781 h 1975789"/>
                  <a:gd name="connsiteX1" fmla="*/ 2104502 w 2184658"/>
                  <a:gd name="connsiteY1" fmla="*/ 734630 h 1975789"/>
                  <a:gd name="connsiteX2" fmla="*/ 2099869 w 2184658"/>
                  <a:gd name="connsiteY2" fmla="*/ 694201 h 1975789"/>
                  <a:gd name="connsiteX3" fmla="*/ 2096315 w 2184658"/>
                  <a:gd name="connsiteY3" fmla="*/ 666149 h 1975789"/>
                  <a:gd name="connsiteX4" fmla="*/ 2001114 w 2184658"/>
                  <a:gd name="connsiteY4" fmla="*/ 361000 h 1975789"/>
                  <a:gd name="connsiteX5" fmla="*/ 1988865 w 2184658"/>
                  <a:gd name="connsiteY5" fmla="*/ 440587 h 1975789"/>
                  <a:gd name="connsiteX6" fmla="*/ 1969825 w 2184658"/>
                  <a:gd name="connsiteY6" fmla="*/ 371726 h 1975789"/>
                  <a:gd name="connsiteX7" fmla="*/ 1948182 w 2184658"/>
                  <a:gd name="connsiteY7" fmla="*/ 386831 h 1975789"/>
                  <a:gd name="connsiteX8" fmla="*/ 1941265 w 2184658"/>
                  <a:gd name="connsiteY8" fmla="*/ 381373 h 1975789"/>
                  <a:gd name="connsiteX9" fmla="*/ 1486334 w 2184658"/>
                  <a:gd name="connsiteY9" fmla="*/ 0 h 1975789"/>
                  <a:gd name="connsiteX10" fmla="*/ 524302 w 2184658"/>
                  <a:gd name="connsiteY10" fmla="*/ 254249 h 1975789"/>
                  <a:gd name="connsiteX11" fmla="*/ 544103 w 2184658"/>
                  <a:gd name="connsiteY11" fmla="*/ 764142 h 1975789"/>
                  <a:gd name="connsiteX12" fmla="*/ 403334 w 2184658"/>
                  <a:gd name="connsiteY12" fmla="*/ 744086 h 1975789"/>
                  <a:gd name="connsiteX13" fmla="*/ 389688 w 2184658"/>
                  <a:gd name="connsiteY13" fmla="*/ 727966 h 1975789"/>
                  <a:gd name="connsiteX14" fmla="*/ 389688 w 2184658"/>
                  <a:gd name="connsiteY14" fmla="*/ 725744 h 1975789"/>
                  <a:gd name="connsiteX15" fmla="*/ 389688 w 2184658"/>
                  <a:gd name="connsiteY15" fmla="*/ 722698 h 1975789"/>
                  <a:gd name="connsiteX16" fmla="*/ 9902 w 2184658"/>
                  <a:gd name="connsiteY16" fmla="*/ 889680 h 1975789"/>
                  <a:gd name="connsiteX17" fmla="*/ 1 w 2184658"/>
                  <a:gd name="connsiteY17" fmla="*/ 1858820 h 1975789"/>
                  <a:gd name="connsiteX18" fmla="*/ 153909 w 2184658"/>
                  <a:gd name="connsiteY18" fmla="*/ 1863580 h 1975789"/>
                  <a:gd name="connsiteX19" fmla="*/ 1026706 w 2184658"/>
                  <a:gd name="connsiteY19" fmla="*/ 1939169 h 1975789"/>
                  <a:gd name="connsiteX20" fmla="*/ 1905914 w 2184658"/>
                  <a:gd name="connsiteY20" fmla="*/ 1973695 h 1975789"/>
                  <a:gd name="connsiteX21" fmla="*/ 2184660 w 2184658"/>
                  <a:gd name="connsiteY21" fmla="*/ 1975789 h 1975789"/>
                  <a:gd name="connsiteX22" fmla="*/ 2119734 w 2184658"/>
                  <a:gd name="connsiteY22" fmla="*/ 949465 h 1975789"/>
                  <a:gd name="connsiteX23" fmla="*/ 2106469 w 2184658"/>
                  <a:gd name="connsiteY23" fmla="*/ 752781 h 1975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4658" h="1975789">
                    <a:moveTo>
                      <a:pt x="2106469" y="752781"/>
                    </a:moveTo>
                    <a:cubicBezTo>
                      <a:pt x="2105581" y="744404"/>
                      <a:pt x="2104756" y="736470"/>
                      <a:pt x="2104502" y="734630"/>
                    </a:cubicBezTo>
                    <a:cubicBezTo>
                      <a:pt x="2102978" y="721092"/>
                      <a:pt x="2101455" y="707612"/>
                      <a:pt x="2099869" y="694201"/>
                    </a:cubicBezTo>
                    <a:cubicBezTo>
                      <a:pt x="2098727" y="684872"/>
                      <a:pt x="2097520" y="675542"/>
                      <a:pt x="2096315" y="666149"/>
                    </a:cubicBezTo>
                    <a:cubicBezTo>
                      <a:pt x="2061217" y="565490"/>
                      <a:pt x="2029484" y="463772"/>
                      <a:pt x="2001114" y="361000"/>
                    </a:cubicBezTo>
                    <a:cubicBezTo>
                      <a:pt x="1997369" y="409679"/>
                      <a:pt x="1993245" y="440714"/>
                      <a:pt x="1988865" y="440587"/>
                    </a:cubicBezTo>
                    <a:cubicBezTo>
                      <a:pt x="1985946" y="440587"/>
                      <a:pt x="1982518" y="372360"/>
                      <a:pt x="1969825" y="371726"/>
                    </a:cubicBezTo>
                    <a:cubicBezTo>
                      <a:pt x="1963478" y="371726"/>
                      <a:pt x="1957131" y="387973"/>
                      <a:pt x="1948182" y="386831"/>
                    </a:cubicBezTo>
                    <a:cubicBezTo>
                      <a:pt x="1945200" y="386152"/>
                      <a:pt x="1942597" y="384146"/>
                      <a:pt x="1941265" y="381373"/>
                    </a:cubicBezTo>
                    <a:cubicBezTo>
                      <a:pt x="1935616" y="371980"/>
                      <a:pt x="1797259" y="255581"/>
                      <a:pt x="1486334" y="0"/>
                    </a:cubicBezTo>
                    <a:lnTo>
                      <a:pt x="524302" y="254249"/>
                    </a:lnTo>
                    <a:lnTo>
                      <a:pt x="544103" y="764142"/>
                    </a:lnTo>
                    <a:cubicBezTo>
                      <a:pt x="469022" y="760207"/>
                      <a:pt x="414885" y="751448"/>
                      <a:pt x="403334" y="744086"/>
                    </a:cubicBezTo>
                    <a:cubicBezTo>
                      <a:pt x="390641" y="736026"/>
                      <a:pt x="389688" y="727966"/>
                      <a:pt x="389688" y="727966"/>
                    </a:cubicBezTo>
                    <a:cubicBezTo>
                      <a:pt x="389625" y="727230"/>
                      <a:pt x="389625" y="726481"/>
                      <a:pt x="389688" y="725744"/>
                    </a:cubicBezTo>
                    <a:cubicBezTo>
                      <a:pt x="389688" y="723713"/>
                      <a:pt x="389688" y="722762"/>
                      <a:pt x="389688" y="722698"/>
                    </a:cubicBezTo>
                    <a:cubicBezTo>
                      <a:pt x="388546" y="721302"/>
                      <a:pt x="215471" y="797970"/>
                      <a:pt x="9902" y="889680"/>
                    </a:cubicBezTo>
                    <a:lnTo>
                      <a:pt x="1" y="1858820"/>
                    </a:lnTo>
                    <a:cubicBezTo>
                      <a:pt x="51346" y="1859708"/>
                      <a:pt x="102628" y="1861295"/>
                      <a:pt x="153909" y="1863580"/>
                    </a:cubicBezTo>
                    <a:cubicBezTo>
                      <a:pt x="445857" y="1876908"/>
                      <a:pt x="735266" y="1918161"/>
                      <a:pt x="1026706" y="1939169"/>
                    </a:cubicBezTo>
                    <a:cubicBezTo>
                      <a:pt x="1319225" y="1960303"/>
                      <a:pt x="1612569" y="1969823"/>
                      <a:pt x="1905914" y="1973695"/>
                    </a:cubicBezTo>
                    <a:cubicBezTo>
                      <a:pt x="1999019" y="1974901"/>
                      <a:pt x="2091935" y="1975599"/>
                      <a:pt x="2184660" y="1975789"/>
                    </a:cubicBezTo>
                    <a:cubicBezTo>
                      <a:pt x="2163019" y="1633702"/>
                      <a:pt x="2141376" y="1291596"/>
                      <a:pt x="2119734" y="949465"/>
                    </a:cubicBezTo>
                    <a:cubicBezTo>
                      <a:pt x="2115482" y="884094"/>
                      <a:pt x="2111039" y="818533"/>
                      <a:pt x="2106469" y="752781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9" name=""/>
              <p:cNvSpPr/>
              <p:nvPr/>
            </p:nvSpPr>
            <p:spPr>
              <a:xfrm>
                <a:off x="9566804" y="5253363"/>
                <a:ext cx="213709" cy="943403"/>
              </a:xfrm>
              <a:custGeom>
                <a:avLst/>
                <a:gdLst>
                  <a:gd name="connsiteX0" fmla="*/ 201699 w 213692"/>
                  <a:gd name="connsiteY0" fmla="*/ 939447 h 941541"/>
                  <a:gd name="connsiteX1" fmla="*/ 213694 w 213692"/>
                  <a:gd name="connsiteY1" fmla="*/ 940208 h 941541"/>
                  <a:gd name="connsiteX2" fmla="*/ 174662 w 213692"/>
                  <a:gd name="connsiteY2" fmla="*/ 898 h 941541"/>
                  <a:gd name="connsiteX3" fmla="*/ 64991 w 213692"/>
                  <a:gd name="connsiteY3" fmla="*/ 263 h 941541"/>
                  <a:gd name="connsiteX4" fmla="*/ 26911 w 213692"/>
                  <a:gd name="connsiteY4" fmla="*/ 1342 h 941541"/>
                  <a:gd name="connsiteX5" fmla="*/ 17073 w 213692"/>
                  <a:gd name="connsiteY5" fmla="*/ 1786 h 941541"/>
                  <a:gd name="connsiteX6" fmla="*/ 1 w 213692"/>
                  <a:gd name="connsiteY6" fmla="*/ 5023 h 941541"/>
                  <a:gd name="connsiteX7" fmla="*/ 41889 w 213692"/>
                  <a:gd name="connsiteY7" fmla="*/ 941541 h 941541"/>
                  <a:gd name="connsiteX8" fmla="*/ 201699 w 213692"/>
                  <a:gd name="connsiteY8" fmla="*/ 939447 h 94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692" h="941541">
                    <a:moveTo>
                      <a:pt x="201699" y="939447"/>
                    </a:moveTo>
                    <a:cubicBezTo>
                      <a:pt x="205761" y="939447"/>
                      <a:pt x="209759" y="939891"/>
                      <a:pt x="213694" y="940208"/>
                    </a:cubicBezTo>
                    <a:lnTo>
                      <a:pt x="174662" y="898"/>
                    </a:lnTo>
                    <a:cubicBezTo>
                      <a:pt x="138105" y="263"/>
                      <a:pt x="101485" y="-372"/>
                      <a:pt x="64991" y="263"/>
                    </a:cubicBezTo>
                    <a:cubicBezTo>
                      <a:pt x="52298" y="263"/>
                      <a:pt x="39605" y="625"/>
                      <a:pt x="26911" y="1342"/>
                    </a:cubicBezTo>
                    <a:lnTo>
                      <a:pt x="17073" y="1786"/>
                    </a:lnTo>
                    <a:cubicBezTo>
                      <a:pt x="11361" y="2738"/>
                      <a:pt x="5586" y="3881"/>
                      <a:pt x="1" y="5023"/>
                    </a:cubicBezTo>
                    <a:lnTo>
                      <a:pt x="41889" y="941541"/>
                    </a:lnTo>
                    <a:cubicBezTo>
                      <a:pt x="94630" y="931799"/>
                      <a:pt x="148704" y="931095"/>
                      <a:pt x="201699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0" name=""/>
              <p:cNvSpPr/>
              <p:nvPr/>
            </p:nvSpPr>
            <p:spPr>
              <a:xfrm>
                <a:off x="10611296" y="4528545"/>
                <a:ext cx="606854" cy="2248311"/>
              </a:xfrm>
              <a:custGeom>
                <a:avLst/>
                <a:gdLst>
                  <a:gd name="connsiteX0" fmla="*/ 606809 w 606807"/>
                  <a:gd name="connsiteY0" fmla="*/ 65561 h 2243874"/>
                  <a:gd name="connsiteX1" fmla="*/ 591132 w 606807"/>
                  <a:gd name="connsiteY1" fmla="*/ 2243874 h 2243874"/>
                  <a:gd name="connsiteX2" fmla="*/ 1 w 606807"/>
                  <a:gd name="connsiteY2" fmla="*/ 2204905 h 2243874"/>
                  <a:gd name="connsiteX3" fmla="*/ 50394 w 606807"/>
                  <a:gd name="connsiteY3" fmla="*/ 0 h 224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6807" h="2243874">
                    <a:moveTo>
                      <a:pt x="606809" y="65561"/>
                    </a:moveTo>
                    <a:cubicBezTo>
                      <a:pt x="601605" y="791623"/>
                      <a:pt x="596401" y="1517730"/>
                      <a:pt x="591132" y="2243874"/>
                    </a:cubicBezTo>
                    <a:lnTo>
                      <a:pt x="1" y="2204905"/>
                    </a:lnTo>
                    <a:cubicBezTo>
                      <a:pt x="16947" y="1469958"/>
                      <a:pt x="33703" y="734992"/>
                      <a:pt x="50394" y="0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2" name=""/>
              <p:cNvSpPr/>
              <p:nvPr/>
            </p:nvSpPr>
            <p:spPr>
              <a:xfrm>
                <a:off x="9739764" y="4755062"/>
                <a:ext cx="47094" cy="1526218"/>
              </a:xfrm>
              <a:custGeom>
                <a:avLst/>
                <a:gdLst>
                  <a:gd name="connsiteX0" fmla="*/ 1 w 47090"/>
                  <a:gd name="connsiteY0" fmla="*/ 23737 h 1523206"/>
                  <a:gd name="connsiteX1" fmla="*/ 45380 w 47090"/>
                  <a:gd name="connsiteY1" fmla="*/ 1523207 h 1523206"/>
                  <a:gd name="connsiteX2" fmla="*/ 28752 w 47090"/>
                  <a:gd name="connsiteY2" fmla="*/ 0 h 152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090" h="1523206">
                    <a:moveTo>
                      <a:pt x="1" y="23737"/>
                    </a:moveTo>
                    <a:cubicBezTo>
                      <a:pt x="25388" y="1023423"/>
                      <a:pt x="40493" y="1523251"/>
                      <a:pt x="45380" y="1523207"/>
                    </a:cubicBezTo>
                    <a:cubicBezTo>
                      <a:pt x="50267" y="1523162"/>
                      <a:pt x="44681" y="1015427"/>
                      <a:pt x="28752" y="0"/>
                    </a:cubicBezTo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4" name=""/>
              <p:cNvSpPr/>
              <p:nvPr/>
            </p:nvSpPr>
            <p:spPr>
              <a:xfrm>
                <a:off x="9866644" y="5894193"/>
                <a:ext cx="354744" cy="442412"/>
              </a:xfrm>
              <a:custGeom>
                <a:avLst/>
                <a:gdLst>
                  <a:gd name="connsiteX0" fmla="*/ 0 w 354716"/>
                  <a:gd name="connsiteY0" fmla="*/ 10789 h 441539"/>
                  <a:gd name="connsiteX1" fmla="*/ 7870 w 354716"/>
                  <a:gd name="connsiteY1" fmla="*/ 441540 h 441539"/>
                  <a:gd name="connsiteX2" fmla="*/ 354717 w 354716"/>
                  <a:gd name="connsiteY2" fmla="*/ 431067 h 441539"/>
                  <a:gd name="connsiteX3" fmla="*/ 336311 w 354716"/>
                  <a:gd name="connsiteY3" fmla="*/ 0 h 441539"/>
                  <a:gd name="connsiteX4" fmla="*/ 0 w 354716"/>
                  <a:gd name="connsiteY4" fmla="*/ 10789 h 44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539">
                    <a:moveTo>
                      <a:pt x="0" y="10789"/>
                    </a:moveTo>
                    <a:lnTo>
                      <a:pt x="7870" y="441540"/>
                    </a:lnTo>
                    <a:lnTo>
                      <a:pt x="354717" y="431067"/>
                    </a:lnTo>
                    <a:lnTo>
                      <a:pt x="336311" y="0"/>
                    </a:lnTo>
                    <a:lnTo>
                      <a:pt x="0" y="10789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6" name=""/>
              <p:cNvSpPr/>
              <p:nvPr/>
            </p:nvSpPr>
            <p:spPr>
              <a:xfrm>
                <a:off x="9133100" y="6168785"/>
                <a:ext cx="739892" cy="31987"/>
              </a:xfrm>
              <a:custGeom>
                <a:avLst/>
                <a:gdLst>
                  <a:gd name="connsiteX0" fmla="*/ 736663 w 739834"/>
                  <a:gd name="connsiteY0" fmla="*/ 0 h 31924"/>
                  <a:gd name="connsiteX1" fmla="*/ 1 w 739834"/>
                  <a:gd name="connsiteY1" fmla="*/ 29385 h 31924"/>
                  <a:gd name="connsiteX2" fmla="*/ 739836 w 739834"/>
                  <a:gd name="connsiteY2" fmla="*/ 31924 h 31924"/>
                  <a:gd name="connsiteX3" fmla="*/ 736663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736663" y="0"/>
                    </a:moveTo>
                    <a:lnTo>
                      <a:pt x="1" y="29385"/>
                    </a:lnTo>
                    <a:lnTo>
                      <a:pt x="739836" y="31924"/>
                    </a:lnTo>
                    <a:cubicBezTo>
                      <a:pt x="738693" y="21325"/>
                      <a:pt x="737678" y="10662"/>
                      <a:pt x="7366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7" name=""/>
              <p:cNvSpPr/>
              <p:nvPr/>
            </p:nvSpPr>
            <p:spPr>
              <a:xfrm>
                <a:off x="7744" y="0"/>
                <a:ext cx="1603236" cy="4688480"/>
              </a:xfrm>
              <a:custGeom>
                <a:avLst/>
                <a:gdLst>
                  <a:gd name="connsiteX0" fmla="*/ 1 w 1603111"/>
                  <a:gd name="connsiteY0" fmla="*/ 4679228 h 4679227"/>
                  <a:gd name="connsiteX1" fmla="*/ 1603113 w 1603111"/>
                  <a:gd name="connsiteY1" fmla="*/ 4381758 h 4679227"/>
                  <a:gd name="connsiteX2" fmla="*/ 1544660 w 1603111"/>
                  <a:gd name="connsiteY2" fmla="*/ 1942088 h 4679227"/>
                  <a:gd name="connsiteX3" fmla="*/ 1176552 w 1603111"/>
                  <a:gd name="connsiteY3" fmla="*/ 1743310 h 4679227"/>
                  <a:gd name="connsiteX4" fmla="*/ 1160177 w 1603111"/>
                  <a:gd name="connsiteY4" fmla="*/ 693821 h 4679227"/>
                  <a:gd name="connsiteX5" fmla="*/ 876734 w 1603111"/>
                  <a:gd name="connsiteY5" fmla="*/ 523920 h 4679227"/>
                  <a:gd name="connsiteX6" fmla="*/ 876734 w 1603111"/>
                  <a:gd name="connsiteY6" fmla="*/ 526966 h 4679227"/>
                  <a:gd name="connsiteX7" fmla="*/ 876734 w 1603111"/>
                  <a:gd name="connsiteY7" fmla="*/ 529187 h 4679227"/>
                  <a:gd name="connsiteX8" fmla="*/ 866769 w 1603111"/>
                  <a:gd name="connsiteY8" fmla="*/ 545245 h 4679227"/>
                  <a:gd name="connsiteX9" fmla="*/ 762303 w 1603111"/>
                  <a:gd name="connsiteY9" fmla="*/ 564285 h 4679227"/>
                  <a:gd name="connsiteX10" fmla="*/ 773092 w 1603111"/>
                  <a:gd name="connsiteY10" fmla="*/ 54709 h 4679227"/>
                  <a:gd name="connsiteX11" fmla="*/ 623754 w 1603111"/>
                  <a:gd name="connsiteY11" fmla="*/ 0 h 4679227"/>
                  <a:gd name="connsiteX12" fmla="*/ 1 w 1603111"/>
                  <a:gd name="connsiteY12" fmla="*/ 0 h 4679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3111" h="4679227">
                    <a:moveTo>
                      <a:pt x="1" y="4679228"/>
                    </a:moveTo>
                    <a:lnTo>
                      <a:pt x="1603113" y="4381758"/>
                    </a:lnTo>
                    <a:lnTo>
                      <a:pt x="1544660" y="1942088"/>
                    </a:lnTo>
                    <a:lnTo>
                      <a:pt x="1176552" y="1743310"/>
                    </a:lnTo>
                    <a:lnTo>
                      <a:pt x="1160177" y="693821"/>
                    </a:lnTo>
                    <a:cubicBezTo>
                      <a:pt x="1006777" y="600588"/>
                      <a:pt x="877559" y="522460"/>
                      <a:pt x="876734" y="523920"/>
                    </a:cubicBezTo>
                    <a:cubicBezTo>
                      <a:pt x="876734" y="523920"/>
                      <a:pt x="876734" y="524999"/>
                      <a:pt x="876734" y="526966"/>
                    </a:cubicBezTo>
                    <a:cubicBezTo>
                      <a:pt x="876829" y="527704"/>
                      <a:pt x="876829" y="528450"/>
                      <a:pt x="876734" y="529187"/>
                    </a:cubicBezTo>
                    <a:cubicBezTo>
                      <a:pt x="875502" y="535584"/>
                      <a:pt x="871955" y="541301"/>
                      <a:pt x="866769" y="545245"/>
                    </a:cubicBezTo>
                    <a:cubicBezTo>
                      <a:pt x="858201" y="552607"/>
                      <a:pt x="818090" y="560794"/>
                      <a:pt x="762303" y="564285"/>
                    </a:cubicBezTo>
                    <a:cubicBezTo>
                      <a:pt x="765939" y="394447"/>
                      <a:pt x="769538" y="224589"/>
                      <a:pt x="773092" y="54709"/>
                    </a:cubicBezTo>
                    <a:lnTo>
                      <a:pt x="62375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8" name=""/>
              <p:cNvSpPr/>
              <p:nvPr/>
            </p:nvSpPr>
            <p:spPr>
              <a:xfrm>
                <a:off x="744018" y="522887"/>
                <a:ext cx="154807" cy="1107240"/>
              </a:xfrm>
              <a:custGeom>
                <a:avLst/>
                <a:gdLst>
                  <a:gd name="connsiteX0" fmla="*/ 106689 w 154795"/>
                  <a:gd name="connsiteY0" fmla="*/ 604 h 1105055"/>
                  <a:gd name="connsiteX1" fmla="*/ 134742 w 154795"/>
                  <a:gd name="connsiteY1" fmla="*/ 1937 h 1105055"/>
                  <a:gd name="connsiteX2" fmla="*/ 142104 w 154795"/>
                  <a:gd name="connsiteY2" fmla="*/ 2445 h 1105055"/>
                  <a:gd name="connsiteX3" fmla="*/ 154797 w 154795"/>
                  <a:gd name="connsiteY3" fmla="*/ 5808 h 1105055"/>
                  <a:gd name="connsiteX4" fmla="*/ 126935 w 154795"/>
                  <a:gd name="connsiteY4" fmla="*/ 1105056 h 1105055"/>
                  <a:gd name="connsiteX5" fmla="*/ 1 w 154795"/>
                  <a:gd name="connsiteY5" fmla="*/ 1084366 h 1105055"/>
                  <a:gd name="connsiteX6" fmla="*/ 25388 w 154795"/>
                  <a:gd name="connsiteY6" fmla="*/ 350 h 1105055"/>
                  <a:gd name="connsiteX7" fmla="*/ 106689 w 154795"/>
                  <a:gd name="connsiteY7" fmla="*/ 604 h 110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95" h="1105055">
                    <a:moveTo>
                      <a:pt x="106689" y="604"/>
                    </a:moveTo>
                    <a:cubicBezTo>
                      <a:pt x="116082" y="604"/>
                      <a:pt x="125412" y="1302"/>
                      <a:pt x="134742" y="1937"/>
                    </a:cubicBezTo>
                    <a:lnTo>
                      <a:pt x="142104" y="2445"/>
                    </a:lnTo>
                    <a:cubicBezTo>
                      <a:pt x="146293" y="3460"/>
                      <a:pt x="150608" y="4666"/>
                      <a:pt x="154797" y="5808"/>
                    </a:cubicBezTo>
                    <a:lnTo>
                      <a:pt x="126935" y="1105056"/>
                    </a:lnTo>
                    <a:lnTo>
                      <a:pt x="1" y="1084366"/>
                    </a:lnTo>
                    <a:lnTo>
                      <a:pt x="25388" y="350"/>
                    </a:lnTo>
                    <a:cubicBezTo>
                      <a:pt x="52361" y="33"/>
                      <a:pt x="79525" y="-348"/>
                      <a:pt x="106689" y="604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9" name=""/>
              <p:cNvSpPr/>
              <p:nvPr/>
            </p:nvSpPr>
            <p:spPr>
              <a:xfrm>
                <a:off x="7744" y="0"/>
                <a:ext cx="83973" cy="1217222"/>
              </a:xfrm>
              <a:custGeom>
                <a:avLst/>
                <a:gdLst>
                  <a:gd name="connsiteX0" fmla="*/ 1 w 83966"/>
                  <a:gd name="connsiteY0" fmla="*/ 1167030 h 1214820"/>
                  <a:gd name="connsiteX1" fmla="*/ 83968 w 83966"/>
                  <a:gd name="connsiteY1" fmla="*/ 1214821 h 1214820"/>
                  <a:gd name="connsiteX2" fmla="*/ 73877 w 83966"/>
                  <a:gd name="connsiteY2" fmla="*/ 0 h 1214820"/>
                  <a:gd name="connsiteX3" fmla="*/ 1 w 83966"/>
                  <a:gd name="connsiteY3" fmla="*/ 0 h 121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966" h="1214820">
                    <a:moveTo>
                      <a:pt x="1" y="1167030"/>
                    </a:moveTo>
                    <a:lnTo>
                      <a:pt x="83968" y="1214821"/>
                    </a:lnTo>
                    <a:lnTo>
                      <a:pt x="7387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1" name=""/>
              <p:cNvSpPr/>
              <p:nvPr/>
            </p:nvSpPr>
            <p:spPr>
              <a:xfrm>
                <a:off x="1407363" y="3016371"/>
                <a:ext cx="213392" cy="943466"/>
              </a:xfrm>
              <a:custGeom>
                <a:avLst/>
                <a:gdLst>
                  <a:gd name="connsiteX0" fmla="*/ 11996 w 213375"/>
                  <a:gd name="connsiteY0" fmla="*/ 939447 h 941604"/>
                  <a:gd name="connsiteX1" fmla="*/ 1 w 213375"/>
                  <a:gd name="connsiteY1" fmla="*/ 940208 h 941604"/>
                  <a:gd name="connsiteX2" fmla="*/ 39033 w 213375"/>
                  <a:gd name="connsiteY2" fmla="*/ 898 h 941604"/>
                  <a:gd name="connsiteX3" fmla="*/ 148704 w 213375"/>
                  <a:gd name="connsiteY3" fmla="*/ 263 h 941604"/>
                  <a:gd name="connsiteX4" fmla="*/ 186467 w 213375"/>
                  <a:gd name="connsiteY4" fmla="*/ 1405 h 941604"/>
                  <a:gd name="connsiteX5" fmla="*/ 196305 w 213375"/>
                  <a:gd name="connsiteY5" fmla="*/ 1786 h 941604"/>
                  <a:gd name="connsiteX6" fmla="*/ 213377 w 213375"/>
                  <a:gd name="connsiteY6" fmla="*/ 5023 h 941604"/>
                  <a:gd name="connsiteX7" fmla="*/ 171489 w 213375"/>
                  <a:gd name="connsiteY7" fmla="*/ 941605 h 941604"/>
                  <a:gd name="connsiteX8" fmla="*/ 11996 w 213375"/>
                  <a:gd name="connsiteY8" fmla="*/ 939447 h 94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375" h="941604">
                    <a:moveTo>
                      <a:pt x="11996" y="939447"/>
                    </a:moveTo>
                    <a:cubicBezTo>
                      <a:pt x="7935" y="939447"/>
                      <a:pt x="3936" y="939891"/>
                      <a:pt x="1" y="940208"/>
                    </a:cubicBezTo>
                    <a:lnTo>
                      <a:pt x="39033" y="898"/>
                    </a:lnTo>
                    <a:cubicBezTo>
                      <a:pt x="75590" y="263"/>
                      <a:pt x="112211" y="-372"/>
                      <a:pt x="148704" y="263"/>
                    </a:cubicBezTo>
                    <a:cubicBezTo>
                      <a:pt x="161398" y="263"/>
                      <a:pt x="174091" y="771"/>
                      <a:pt x="186467" y="1405"/>
                    </a:cubicBezTo>
                    <a:lnTo>
                      <a:pt x="196305" y="1786"/>
                    </a:lnTo>
                    <a:cubicBezTo>
                      <a:pt x="202017" y="2802"/>
                      <a:pt x="207855" y="3881"/>
                      <a:pt x="213377" y="5023"/>
                    </a:cubicBezTo>
                    <a:lnTo>
                      <a:pt x="171489" y="941605"/>
                    </a:lnTo>
                    <a:cubicBezTo>
                      <a:pt x="118824" y="931913"/>
                      <a:pt x="64903" y="931183"/>
                      <a:pt x="11996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2" name=""/>
              <p:cNvSpPr/>
              <p:nvPr/>
            </p:nvSpPr>
            <p:spPr>
              <a:xfrm>
                <a:off x="7744" y="2291554"/>
                <a:ext cx="568834" cy="2246912"/>
              </a:xfrm>
              <a:custGeom>
                <a:avLst/>
                <a:gdLst>
                  <a:gd name="connsiteX0" fmla="*/ 1 w 568790"/>
                  <a:gd name="connsiteY0" fmla="*/ 2242477 h 2242477"/>
                  <a:gd name="connsiteX1" fmla="*/ 568792 w 568790"/>
                  <a:gd name="connsiteY1" fmla="*/ 2204969 h 2242477"/>
                  <a:gd name="connsiteX2" fmla="*/ 518399 w 568790"/>
                  <a:gd name="connsiteY2" fmla="*/ 0 h 2242477"/>
                  <a:gd name="connsiteX3" fmla="*/ 1 w 568790"/>
                  <a:gd name="connsiteY3" fmla="*/ 61246 h 224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790" h="2242477">
                    <a:moveTo>
                      <a:pt x="1" y="2242477"/>
                    </a:moveTo>
                    <a:lnTo>
                      <a:pt x="568792" y="2204969"/>
                    </a:lnTo>
                    <a:cubicBezTo>
                      <a:pt x="551867" y="1469977"/>
                      <a:pt x="535070" y="734992"/>
                      <a:pt x="518399" y="0"/>
                    </a:cubicBezTo>
                    <a:lnTo>
                      <a:pt x="1" y="6124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5" name=""/>
              <p:cNvSpPr/>
              <p:nvPr/>
            </p:nvSpPr>
            <p:spPr>
              <a:xfrm>
                <a:off x="966538" y="3666422"/>
                <a:ext cx="1087858" cy="434143"/>
              </a:xfrm>
              <a:custGeom>
                <a:avLst/>
                <a:gdLst>
                  <a:gd name="connsiteX0" fmla="*/ 407155 w 1087773"/>
                  <a:gd name="connsiteY0" fmla="*/ 0 h 433286"/>
                  <a:gd name="connsiteX1" fmla="*/ 743530 w 1087773"/>
                  <a:gd name="connsiteY1" fmla="*/ 21262 h 433286"/>
                  <a:gd name="connsiteX2" fmla="*/ 768916 w 1087773"/>
                  <a:gd name="connsiteY2" fmla="*/ 167236 h 433286"/>
                  <a:gd name="connsiteX3" fmla="*/ 926568 w 1087773"/>
                  <a:gd name="connsiteY3" fmla="*/ 172947 h 433286"/>
                  <a:gd name="connsiteX4" fmla="*/ 930122 w 1087773"/>
                  <a:gd name="connsiteY4" fmla="*/ 288330 h 433286"/>
                  <a:gd name="connsiteX5" fmla="*/ 1087774 w 1087773"/>
                  <a:gd name="connsiteY5" fmla="*/ 294042 h 433286"/>
                  <a:gd name="connsiteX6" fmla="*/ 1080793 w 1087773"/>
                  <a:gd name="connsiteY6" fmla="*/ 409743 h 433286"/>
                  <a:gd name="connsiteX7" fmla="*/ 14 w 1087773"/>
                  <a:gd name="connsiteY7" fmla="*/ 421738 h 433286"/>
                  <a:gd name="connsiteX8" fmla="*/ 50407 w 1087773"/>
                  <a:gd name="connsiteY8" fmla="*/ 10853 h 43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7773" h="433286">
                    <a:moveTo>
                      <a:pt x="407155" y="0"/>
                    </a:moveTo>
                    <a:lnTo>
                      <a:pt x="743530" y="21262"/>
                    </a:lnTo>
                    <a:lnTo>
                      <a:pt x="768916" y="167236"/>
                    </a:lnTo>
                    <a:lnTo>
                      <a:pt x="926568" y="172947"/>
                    </a:lnTo>
                    <a:lnTo>
                      <a:pt x="930122" y="288330"/>
                    </a:lnTo>
                    <a:lnTo>
                      <a:pt x="1087774" y="294042"/>
                    </a:lnTo>
                    <a:lnTo>
                      <a:pt x="1080793" y="409743"/>
                    </a:lnTo>
                    <a:cubicBezTo>
                      <a:pt x="1080793" y="409743"/>
                      <a:pt x="966" y="453471"/>
                      <a:pt x="14" y="421738"/>
                    </a:cubicBezTo>
                    <a:cubicBezTo>
                      <a:pt x="-938" y="390004"/>
                      <a:pt x="50407" y="10853"/>
                      <a:pt x="50407" y="10853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6" name=""/>
              <p:cNvSpPr/>
              <p:nvPr/>
            </p:nvSpPr>
            <p:spPr>
              <a:xfrm>
                <a:off x="966551" y="3657265"/>
                <a:ext cx="354744" cy="442349"/>
              </a:xfrm>
              <a:custGeom>
                <a:avLst/>
                <a:gdLst>
                  <a:gd name="connsiteX0" fmla="*/ 354717 w 354716"/>
                  <a:gd name="connsiteY0" fmla="*/ 10726 h 441476"/>
                  <a:gd name="connsiteX1" fmla="*/ 346847 w 354716"/>
                  <a:gd name="connsiteY1" fmla="*/ 441476 h 441476"/>
                  <a:gd name="connsiteX2" fmla="*/ 0 w 354716"/>
                  <a:gd name="connsiteY2" fmla="*/ 431068 h 441476"/>
                  <a:gd name="connsiteX3" fmla="*/ 18405 w 354716"/>
                  <a:gd name="connsiteY3" fmla="*/ 0 h 441476"/>
                  <a:gd name="connsiteX4" fmla="*/ 354717 w 354716"/>
                  <a:gd name="connsiteY4" fmla="*/ 10726 h 44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476">
                    <a:moveTo>
                      <a:pt x="354717" y="10726"/>
                    </a:moveTo>
                    <a:lnTo>
                      <a:pt x="346847" y="441476"/>
                    </a:lnTo>
                    <a:lnTo>
                      <a:pt x="0" y="431068"/>
                    </a:lnTo>
                    <a:lnTo>
                      <a:pt x="18405" y="0"/>
                    </a:lnTo>
                    <a:lnTo>
                      <a:pt x="354717" y="1072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7" name=""/>
              <p:cNvSpPr/>
              <p:nvPr/>
            </p:nvSpPr>
            <p:spPr>
              <a:xfrm>
                <a:off x="1315583" y="3814766"/>
                <a:ext cx="577974" cy="25200"/>
              </a:xfrm>
              <a:custGeom>
                <a:avLst/>
                <a:gdLst>
                  <a:gd name="connsiteX0" fmla="*/ 577931 w 577929"/>
                  <a:gd name="connsiteY0" fmla="*/ 25151 h 25150"/>
                  <a:gd name="connsiteX1" fmla="*/ 1 w 577929"/>
                  <a:gd name="connsiteY1" fmla="*/ 11252 h 25150"/>
                  <a:gd name="connsiteX2" fmla="*/ 577931 w 577929"/>
                  <a:gd name="connsiteY2" fmla="*/ 25151 h 2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929" h="25150">
                    <a:moveTo>
                      <a:pt x="577931" y="25151"/>
                    </a:moveTo>
                    <a:lnTo>
                      <a:pt x="1" y="11252"/>
                    </a:lnTo>
                    <a:cubicBezTo>
                      <a:pt x="9521" y="-20545"/>
                      <a:pt x="577931" y="25151"/>
                      <a:pt x="577931" y="25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8" name=""/>
              <p:cNvSpPr/>
              <p:nvPr/>
            </p:nvSpPr>
            <p:spPr>
              <a:xfrm>
                <a:off x="1314885" y="3931857"/>
                <a:ext cx="739892" cy="31987"/>
              </a:xfrm>
              <a:custGeom>
                <a:avLst/>
                <a:gdLst>
                  <a:gd name="connsiteX0" fmla="*/ 3175 w 739834"/>
                  <a:gd name="connsiteY0" fmla="*/ 0 h 31924"/>
                  <a:gd name="connsiteX1" fmla="*/ 739835 w 739834"/>
                  <a:gd name="connsiteY1" fmla="*/ 29385 h 31924"/>
                  <a:gd name="connsiteX2" fmla="*/ 1 w 739834"/>
                  <a:gd name="connsiteY2" fmla="*/ 31924 h 31924"/>
                  <a:gd name="connsiteX3" fmla="*/ 3175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3175" y="0"/>
                    </a:moveTo>
                    <a:lnTo>
                      <a:pt x="739835" y="29385"/>
                    </a:lnTo>
                    <a:lnTo>
                      <a:pt x="1" y="31924"/>
                    </a:lnTo>
                    <a:cubicBezTo>
                      <a:pt x="1144" y="21262"/>
                      <a:pt x="2159" y="10853"/>
                      <a:pt x="317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9" name=""/>
              <p:cNvSpPr/>
              <p:nvPr/>
            </p:nvSpPr>
            <p:spPr>
              <a:xfrm>
                <a:off x="7744" y="1591944"/>
                <a:ext cx="3732809" cy="4101818"/>
              </a:xfrm>
              <a:custGeom>
                <a:avLst/>
                <a:gdLst>
                  <a:gd name="connsiteX0" fmla="*/ 3730335 w 3732517"/>
                  <a:gd name="connsiteY0" fmla="*/ 3058818 h 4093723"/>
                  <a:gd name="connsiteX1" fmla="*/ 3174174 w 3732517"/>
                  <a:gd name="connsiteY1" fmla="*/ 2244601 h 4093723"/>
                  <a:gd name="connsiteX2" fmla="*/ 2543249 w 3732517"/>
                  <a:gd name="connsiteY2" fmla="*/ 2196620 h 4093723"/>
                  <a:gd name="connsiteX3" fmla="*/ 2259234 w 3732517"/>
                  <a:gd name="connsiteY3" fmla="*/ 1827179 h 4093723"/>
                  <a:gd name="connsiteX4" fmla="*/ 1941899 w 3732517"/>
                  <a:gd name="connsiteY4" fmla="*/ 1897754 h 4093723"/>
                  <a:gd name="connsiteX5" fmla="*/ 1585977 w 3732517"/>
                  <a:gd name="connsiteY5" fmla="*/ 1097690 h 4093723"/>
                  <a:gd name="connsiteX6" fmla="*/ 1235893 w 3732517"/>
                  <a:gd name="connsiteY6" fmla="*/ 1071161 h 4093723"/>
                  <a:gd name="connsiteX7" fmla="*/ 276781 w 3732517"/>
                  <a:gd name="connsiteY7" fmla="*/ 3266 h 4093723"/>
                  <a:gd name="connsiteX8" fmla="*/ 1 w 3732517"/>
                  <a:gd name="connsiteY8" fmla="*/ 30557 h 4093723"/>
                  <a:gd name="connsiteX9" fmla="*/ 1 w 3732517"/>
                  <a:gd name="connsiteY9" fmla="*/ 2286870 h 4093723"/>
                  <a:gd name="connsiteX10" fmla="*/ 3418141 w 3732517"/>
                  <a:gd name="connsiteY10" fmla="*/ 4058677 h 4093723"/>
                  <a:gd name="connsiteX11" fmla="*/ 3407415 w 3732517"/>
                  <a:gd name="connsiteY11" fmla="*/ 3843334 h 4093723"/>
                  <a:gd name="connsiteX12" fmla="*/ 3730335 w 3732517"/>
                  <a:gd name="connsiteY12" fmla="*/ 3058818 h 409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517" h="4093723">
                    <a:moveTo>
                      <a:pt x="3730335" y="3058818"/>
                    </a:moveTo>
                    <a:cubicBezTo>
                      <a:pt x="3706471" y="2717303"/>
                      <a:pt x="3492778" y="2382197"/>
                      <a:pt x="3174174" y="2244601"/>
                    </a:cubicBezTo>
                    <a:cubicBezTo>
                      <a:pt x="2965558" y="2154288"/>
                      <a:pt x="2713848" y="2149020"/>
                      <a:pt x="2543249" y="2196620"/>
                    </a:cubicBezTo>
                    <a:cubicBezTo>
                      <a:pt x="2492158" y="2030019"/>
                      <a:pt x="2399496" y="1869258"/>
                      <a:pt x="2259234" y="1827179"/>
                    </a:cubicBezTo>
                    <a:cubicBezTo>
                      <a:pt x="2211570" y="1812899"/>
                      <a:pt x="2104819" y="1796271"/>
                      <a:pt x="1941899" y="1897754"/>
                    </a:cubicBezTo>
                    <a:cubicBezTo>
                      <a:pt x="2147088" y="1582451"/>
                      <a:pt x="1900646" y="1207044"/>
                      <a:pt x="1585977" y="1097690"/>
                    </a:cubicBezTo>
                    <a:cubicBezTo>
                      <a:pt x="1473386" y="1059464"/>
                      <a:pt x="1352958" y="1050337"/>
                      <a:pt x="1235893" y="1071161"/>
                    </a:cubicBezTo>
                    <a:cubicBezTo>
                      <a:pt x="1387071" y="500022"/>
                      <a:pt x="785722" y="51184"/>
                      <a:pt x="276781" y="3266"/>
                    </a:cubicBezTo>
                    <a:cubicBezTo>
                      <a:pt x="183624" y="-5613"/>
                      <a:pt x="89630" y="3653"/>
                      <a:pt x="1" y="30557"/>
                    </a:cubicBezTo>
                    <a:lnTo>
                      <a:pt x="1" y="2286870"/>
                    </a:lnTo>
                    <a:cubicBezTo>
                      <a:pt x="1090046" y="3154908"/>
                      <a:pt x="3287906" y="4310197"/>
                      <a:pt x="3418141" y="4058677"/>
                    </a:cubicBezTo>
                    <a:cubicBezTo>
                      <a:pt x="3443527" y="4010061"/>
                      <a:pt x="3436546" y="3935107"/>
                      <a:pt x="3407415" y="3843334"/>
                    </a:cubicBezTo>
                    <a:cubicBezTo>
                      <a:pt x="3560497" y="3688855"/>
                      <a:pt x="3755341" y="3418740"/>
                      <a:pt x="3730335" y="3058818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0" name=""/>
              <p:cNvSpPr/>
              <p:nvPr/>
            </p:nvSpPr>
            <p:spPr>
              <a:xfrm>
                <a:off x="7871" y="2404379"/>
                <a:ext cx="3523789" cy="3221645"/>
              </a:xfrm>
              <a:custGeom>
                <a:avLst/>
                <a:gdLst>
                  <a:gd name="connsiteX0" fmla="*/ 3505027 w 3523514"/>
                  <a:gd name="connsiteY0" fmla="*/ 2246844 h 3215287"/>
                  <a:gd name="connsiteX1" fmla="*/ 2908755 w 3523514"/>
                  <a:gd name="connsiteY1" fmla="*/ 1600750 h 3215287"/>
                  <a:gd name="connsiteX2" fmla="*/ 2346247 w 3523514"/>
                  <a:gd name="connsiteY2" fmla="*/ 1640417 h 3215287"/>
                  <a:gd name="connsiteX3" fmla="*/ 2047826 w 3523514"/>
                  <a:gd name="connsiteY3" fmla="*/ 1351262 h 3215287"/>
                  <a:gd name="connsiteX4" fmla="*/ 1776949 w 3523514"/>
                  <a:gd name="connsiteY4" fmla="*/ 1454776 h 3215287"/>
                  <a:gd name="connsiteX5" fmla="*/ 1359146 w 3523514"/>
                  <a:gd name="connsiteY5" fmla="*/ 795481 h 3215287"/>
                  <a:gd name="connsiteX6" fmla="*/ 1047079 w 3523514"/>
                  <a:gd name="connsiteY6" fmla="*/ 818139 h 3215287"/>
                  <a:gd name="connsiteX7" fmla="*/ 62960 w 3523514"/>
                  <a:gd name="connsiteY7" fmla="*/ 1256 h 3215287"/>
                  <a:gd name="connsiteX8" fmla="*/ 1 w 3523514"/>
                  <a:gd name="connsiteY8" fmla="*/ 7603 h 3215287"/>
                  <a:gd name="connsiteX9" fmla="*/ 1 w 3523514"/>
                  <a:gd name="connsiteY9" fmla="*/ 1981425 h 3215287"/>
                  <a:gd name="connsiteX10" fmla="*/ 3359560 w 3523514"/>
                  <a:gd name="connsiteY10" fmla="*/ 3169082 h 3215287"/>
                  <a:gd name="connsiteX11" fmla="*/ 3322178 w 3523514"/>
                  <a:gd name="connsiteY11" fmla="*/ 2980522 h 3215287"/>
                  <a:gd name="connsiteX12" fmla="*/ 3505027 w 3523514"/>
                  <a:gd name="connsiteY12" fmla="*/ 2246844 h 321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23514" h="3215287">
                    <a:moveTo>
                      <a:pt x="3505027" y="2246844"/>
                    </a:moveTo>
                    <a:cubicBezTo>
                      <a:pt x="3439719" y="1948549"/>
                      <a:pt x="3207684" y="1681036"/>
                      <a:pt x="2908755" y="1600750"/>
                    </a:cubicBezTo>
                    <a:cubicBezTo>
                      <a:pt x="2713150" y="1548263"/>
                      <a:pt x="2490444" y="1576252"/>
                      <a:pt x="2346247" y="1640417"/>
                    </a:cubicBezTo>
                    <a:cubicBezTo>
                      <a:pt x="2279480" y="1500155"/>
                      <a:pt x="2176791" y="1370302"/>
                      <a:pt x="2047826" y="1351262"/>
                    </a:cubicBezTo>
                    <a:cubicBezTo>
                      <a:pt x="2003907" y="1344915"/>
                      <a:pt x="1907627" y="1344026"/>
                      <a:pt x="1776949" y="1454776"/>
                    </a:cubicBezTo>
                    <a:cubicBezTo>
                      <a:pt x="1916893" y="1150135"/>
                      <a:pt x="1650840" y="851079"/>
                      <a:pt x="1359146" y="795481"/>
                    </a:cubicBezTo>
                    <a:cubicBezTo>
                      <a:pt x="1254876" y="776600"/>
                      <a:pt x="1147528" y="784394"/>
                      <a:pt x="1047079" y="818139"/>
                    </a:cubicBezTo>
                    <a:cubicBezTo>
                      <a:pt x="1106484" y="295108"/>
                      <a:pt x="517955" y="-22607"/>
                      <a:pt x="62960" y="1256"/>
                    </a:cubicBezTo>
                    <a:cubicBezTo>
                      <a:pt x="41805" y="2316"/>
                      <a:pt x="20818" y="4430"/>
                      <a:pt x="1" y="7603"/>
                    </a:cubicBezTo>
                    <a:lnTo>
                      <a:pt x="1" y="1981425"/>
                    </a:lnTo>
                    <a:cubicBezTo>
                      <a:pt x="1031149" y="2618569"/>
                      <a:pt x="3274388" y="3416666"/>
                      <a:pt x="3359560" y="3169082"/>
                    </a:cubicBezTo>
                    <a:cubicBezTo>
                      <a:pt x="3375491" y="3122941"/>
                      <a:pt x="3359560" y="3057697"/>
                      <a:pt x="3322178" y="2980522"/>
                    </a:cubicBezTo>
                    <a:cubicBezTo>
                      <a:pt x="3436990" y="2824456"/>
                      <a:pt x="3573761" y="2560751"/>
                      <a:pt x="3505027" y="2246844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1" name=""/>
              <p:cNvSpPr/>
              <p:nvPr/>
            </p:nvSpPr>
            <p:spPr>
              <a:xfrm>
                <a:off x="195557" y="3862541"/>
                <a:ext cx="2556267" cy="1981731"/>
              </a:xfrm>
              <a:custGeom>
                <a:avLst/>
                <a:gdLst>
                  <a:gd name="connsiteX0" fmla="*/ 2921 w 2556067"/>
                  <a:gd name="connsiteY0" fmla="*/ 65180 h 1977820"/>
                  <a:gd name="connsiteX1" fmla="*/ 5777 w 2556067"/>
                  <a:gd name="connsiteY1" fmla="*/ 185767 h 1977820"/>
                  <a:gd name="connsiteX2" fmla="*/ 57375 w 2556067"/>
                  <a:gd name="connsiteY2" fmla="*/ 370393 h 1977820"/>
                  <a:gd name="connsiteX3" fmla="*/ 224738 w 2556067"/>
                  <a:gd name="connsiteY3" fmla="*/ 648378 h 1977820"/>
                  <a:gd name="connsiteX4" fmla="*/ 780899 w 2556067"/>
                  <a:gd name="connsiteY4" fmla="*/ 1190703 h 1977820"/>
                  <a:gd name="connsiteX5" fmla="*/ 1355655 w 2556067"/>
                  <a:gd name="connsiteY5" fmla="*/ 1658010 h 1977820"/>
                  <a:gd name="connsiteX6" fmla="*/ 1866691 w 2556067"/>
                  <a:gd name="connsiteY6" fmla="*/ 1965634 h 1977820"/>
                  <a:gd name="connsiteX7" fmla="*/ 1900202 w 2556067"/>
                  <a:gd name="connsiteY7" fmla="*/ 1977820 h 1977820"/>
                  <a:gd name="connsiteX8" fmla="*/ 2556069 w 2556067"/>
                  <a:gd name="connsiteY8" fmla="*/ 1107244 h 1977820"/>
                  <a:gd name="connsiteX9" fmla="*/ 2486255 w 2556067"/>
                  <a:gd name="connsiteY9" fmla="*/ 1084968 h 1977820"/>
                  <a:gd name="connsiteX10" fmla="*/ 2359321 w 2556067"/>
                  <a:gd name="connsiteY10" fmla="*/ 631560 h 1977820"/>
                  <a:gd name="connsiteX11" fmla="*/ 1096647 w 2556067"/>
                  <a:gd name="connsiteY11" fmla="*/ 427894 h 1977820"/>
                  <a:gd name="connsiteX12" fmla="*/ 907832 w 2556067"/>
                  <a:gd name="connsiteY12" fmla="*/ 178342 h 1977820"/>
                  <a:gd name="connsiteX13" fmla="*/ 136455 w 2556067"/>
                  <a:gd name="connsiteY13" fmla="*/ 297470 h 1977820"/>
                  <a:gd name="connsiteX14" fmla="*/ 36177 w 2556067"/>
                  <a:gd name="connsiteY14" fmla="*/ 25387 h 1977820"/>
                  <a:gd name="connsiteX15" fmla="*/ 1 w 2556067"/>
                  <a:gd name="connsiteY15" fmla="*/ 0 h 1977820"/>
                  <a:gd name="connsiteX16" fmla="*/ 2921 w 2556067"/>
                  <a:gd name="connsiteY16" fmla="*/ 65180 h 197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56067" h="1977820">
                    <a:moveTo>
                      <a:pt x="2921" y="65180"/>
                    </a:moveTo>
                    <a:cubicBezTo>
                      <a:pt x="2032" y="105546"/>
                      <a:pt x="2921" y="145657"/>
                      <a:pt x="5777" y="185767"/>
                    </a:cubicBezTo>
                    <a:cubicBezTo>
                      <a:pt x="18775" y="248410"/>
                      <a:pt x="36014" y="310093"/>
                      <a:pt x="57375" y="370393"/>
                    </a:cubicBezTo>
                    <a:cubicBezTo>
                      <a:pt x="105329" y="467548"/>
                      <a:pt x="161311" y="560534"/>
                      <a:pt x="224738" y="648378"/>
                    </a:cubicBezTo>
                    <a:cubicBezTo>
                      <a:pt x="390450" y="847982"/>
                      <a:pt x="582374" y="1024166"/>
                      <a:pt x="780899" y="1190703"/>
                    </a:cubicBezTo>
                    <a:cubicBezTo>
                      <a:pt x="969713" y="1348990"/>
                      <a:pt x="1161700" y="1505753"/>
                      <a:pt x="1355655" y="1658010"/>
                    </a:cubicBezTo>
                    <a:cubicBezTo>
                      <a:pt x="1515230" y="1777461"/>
                      <a:pt x="1686439" y="1880525"/>
                      <a:pt x="1866691" y="1965634"/>
                    </a:cubicBezTo>
                    <a:cubicBezTo>
                      <a:pt x="1877798" y="1969823"/>
                      <a:pt x="1889031" y="1973758"/>
                      <a:pt x="1900202" y="1977820"/>
                    </a:cubicBezTo>
                    <a:cubicBezTo>
                      <a:pt x="2368588" y="1735821"/>
                      <a:pt x="2515831" y="1169315"/>
                      <a:pt x="2556069" y="1107244"/>
                    </a:cubicBezTo>
                    <a:lnTo>
                      <a:pt x="2486255" y="1084968"/>
                    </a:lnTo>
                    <a:cubicBezTo>
                      <a:pt x="2515133" y="927950"/>
                      <a:pt x="2459472" y="758747"/>
                      <a:pt x="2359321" y="631560"/>
                    </a:cubicBezTo>
                    <a:cubicBezTo>
                      <a:pt x="2077846" y="273225"/>
                      <a:pt x="1451744" y="39095"/>
                      <a:pt x="1096647" y="427894"/>
                    </a:cubicBezTo>
                    <a:cubicBezTo>
                      <a:pt x="1055742" y="330130"/>
                      <a:pt x="990796" y="244284"/>
                      <a:pt x="907832" y="178342"/>
                    </a:cubicBezTo>
                    <a:cubicBezTo>
                      <a:pt x="674084" y="-4760"/>
                      <a:pt x="273861" y="-8441"/>
                      <a:pt x="136455" y="297470"/>
                    </a:cubicBezTo>
                    <a:cubicBezTo>
                      <a:pt x="133853" y="126109"/>
                      <a:pt x="69942" y="54264"/>
                      <a:pt x="36177" y="25387"/>
                    </a:cubicBezTo>
                    <a:cubicBezTo>
                      <a:pt x="24939" y="15809"/>
                      <a:pt x="12827" y="7311"/>
                      <a:pt x="1" y="0"/>
                    </a:cubicBezTo>
                    <a:cubicBezTo>
                      <a:pt x="2337" y="21642"/>
                      <a:pt x="3312" y="43411"/>
                      <a:pt x="2921" y="65180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2" name=""/>
              <p:cNvSpPr/>
              <p:nvPr/>
            </p:nvSpPr>
            <p:spPr>
              <a:xfrm>
                <a:off x="9134052" y="4352457"/>
                <a:ext cx="3057949" cy="2505287"/>
              </a:xfrm>
              <a:custGeom>
                <a:avLst/>
                <a:gdLst>
                  <a:gd name="connsiteX0" fmla="*/ 3057458 w 3057710"/>
                  <a:gd name="connsiteY0" fmla="*/ 0 h 2500343"/>
                  <a:gd name="connsiteX1" fmla="*/ 2304677 w 3057710"/>
                  <a:gd name="connsiteY1" fmla="*/ 1027720 h 2500343"/>
                  <a:gd name="connsiteX2" fmla="*/ 1954593 w 3057710"/>
                  <a:gd name="connsiteY2" fmla="*/ 1054313 h 2500343"/>
                  <a:gd name="connsiteX3" fmla="*/ 1598670 w 3057710"/>
                  <a:gd name="connsiteY3" fmla="*/ 1854377 h 2500343"/>
                  <a:gd name="connsiteX4" fmla="*/ 1281336 w 3057710"/>
                  <a:gd name="connsiteY4" fmla="*/ 1783802 h 2500343"/>
                  <a:gd name="connsiteX5" fmla="*/ 997257 w 3057710"/>
                  <a:gd name="connsiteY5" fmla="*/ 2153243 h 2500343"/>
                  <a:gd name="connsiteX6" fmla="*/ 366396 w 3057710"/>
                  <a:gd name="connsiteY6" fmla="*/ 2201161 h 2500343"/>
                  <a:gd name="connsiteX7" fmla="*/ 1 w 3057710"/>
                  <a:gd name="connsiteY7" fmla="*/ 2500344 h 2500343"/>
                  <a:gd name="connsiteX8" fmla="*/ 3057712 w 3057710"/>
                  <a:gd name="connsiteY8" fmla="*/ 2500344 h 250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57710" h="2500343">
                    <a:moveTo>
                      <a:pt x="3057458" y="0"/>
                    </a:moveTo>
                    <a:cubicBezTo>
                      <a:pt x="2607858" y="129726"/>
                      <a:pt x="2173427" y="533122"/>
                      <a:pt x="2304677" y="1027720"/>
                    </a:cubicBezTo>
                    <a:cubicBezTo>
                      <a:pt x="2187580" y="1006928"/>
                      <a:pt x="2067184" y="1016074"/>
                      <a:pt x="1954593" y="1054313"/>
                    </a:cubicBezTo>
                    <a:cubicBezTo>
                      <a:pt x="1639860" y="1163667"/>
                      <a:pt x="1393482" y="1539010"/>
                      <a:pt x="1598670" y="1854377"/>
                    </a:cubicBezTo>
                    <a:cubicBezTo>
                      <a:pt x="1435433" y="1752830"/>
                      <a:pt x="1328745" y="1769458"/>
                      <a:pt x="1281336" y="1783802"/>
                    </a:cubicBezTo>
                    <a:cubicBezTo>
                      <a:pt x="1141074" y="1825881"/>
                      <a:pt x="1048412" y="1986896"/>
                      <a:pt x="997257" y="2153243"/>
                    </a:cubicBezTo>
                    <a:cubicBezTo>
                      <a:pt x="826722" y="2105579"/>
                      <a:pt x="575012" y="2110911"/>
                      <a:pt x="366396" y="2201161"/>
                    </a:cubicBezTo>
                    <a:cubicBezTo>
                      <a:pt x="219026" y="2264628"/>
                      <a:pt x="94123" y="2370998"/>
                      <a:pt x="1" y="2500344"/>
                    </a:cubicBezTo>
                    <a:lnTo>
                      <a:pt x="3057712" y="2500344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3" name=""/>
              <p:cNvSpPr/>
              <p:nvPr/>
            </p:nvSpPr>
            <p:spPr>
              <a:xfrm>
                <a:off x="9499524" y="5188189"/>
                <a:ext cx="2692223" cy="1669556"/>
              </a:xfrm>
              <a:custGeom>
                <a:avLst/>
                <a:gdLst>
                  <a:gd name="connsiteX0" fmla="*/ 2692015 w 2692013"/>
                  <a:gd name="connsiteY0" fmla="*/ 1666261 h 1666261"/>
                  <a:gd name="connsiteX1" fmla="*/ 2692015 w 2692013"/>
                  <a:gd name="connsiteY1" fmla="*/ 0 h 1666261"/>
                  <a:gd name="connsiteX2" fmla="*/ 2127731 w 2692013"/>
                  <a:gd name="connsiteY2" fmla="*/ 751449 h 1666261"/>
                  <a:gd name="connsiteX3" fmla="*/ 1815600 w 2692013"/>
                  <a:gd name="connsiteY3" fmla="*/ 729426 h 1666261"/>
                  <a:gd name="connsiteX4" fmla="*/ 1397797 w 2692013"/>
                  <a:gd name="connsiteY4" fmla="*/ 1388657 h 1666261"/>
                  <a:gd name="connsiteX5" fmla="*/ 1126920 w 2692013"/>
                  <a:gd name="connsiteY5" fmla="*/ 1285206 h 1666261"/>
                  <a:gd name="connsiteX6" fmla="*/ 828625 w 2692013"/>
                  <a:gd name="connsiteY6" fmla="*/ 1574107 h 1666261"/>
                  <a:gd name="connsiteX7" fmla="*/ 266054 w 2692013"/>
                  <a:gd name="connsiteY7" fmla="*/ 1534440 h 1666261"/>
                  <a:gd name="connsiteX8" fmla="*/ 1 w 2692013"/>
                  <a:gd name="connsiteY8" fmla="*/ 1666261 h 16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2013" h="1666261">
                    <a:moveTo>
                      <a:pt x="2692015" y="1666261"/>
                    </a:moveTo>
                    <a:lnTo>
                      <a:pt x="2692015" y="0"/>
                    </a:lnTo>
                    <a:cubicBezTo>
                      <a:pt x="2364652" y="117351"/>
                      <a:pt x="2085969" y="383658"/>
                      <a:pt x="2127731" y="751449"/>
                    </a:cubicBezTo>
                    <a:cubicBezTo>
                      <a:pt x="2027198" y="717868"/>
                      <a:pt x="1919813" y="710291"/>
                      <a:pt x="1815600" y="729426"/>
                    </a:cubicBezTo>
                    <a:cubicBezTo>
                      <a:pt x="1523652" y="784960"/>
                      <a:pt x="1257852" y="1083952"/>
                      <a:pt x="1397797" y="1388657"/>
                    </a:cubicBezTo>
                    <a:cubicBezTo>
                      <a:pt x="1267118" y="1277971"/>
                      <a:pt x="1170839" y="1278796"/>
                      <a:pt x="1126920" y="1285206"/>
                    </a:cubicBezTo>
                    <a:cubicBezTo>
                      <a:pt x="997828" y="1304246"/>
                      <a:pt x="895202" y="1433782"/>
                      <a:pt x="828625" y="1574107"/>
                    </a:cubicBezTo>
                    <a:cubicBezTo>
                      <a:pt x="684429" y="1509942"/>
                      <a:pt x="461723" y="1481890"/>
                      <a:pt x="266054" y="1534440"/>
                    </a:cubicBezTo>
                    <a:cubicBezTo>
                      <a:pt x="169712" y="1560843"/>
                      <a:pt x="79398" y="1605587"/>
                      <a:pt x="1" y="1666261"/>
                    </a:cubicBezTo>
                    <a:close/>
                  </a:path>
                </a:pathLst>
              </a:custGeom>
              <a:solidFill>
                <a:srgbClr val="FFD09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4" name=""/>
              <p:cNvSpPr/>
              <p:nvPr/>
            </p:nvSpPr>
            <p:spPr>
              <a:xfrm>
                <a:off x="7744" y="3708584"/>
                <a:ext cx="12184002" cy="3149161"/>
              </a:xfrm>
              <a:custGeom>
                <a:avLst/>
                <a:gdLst>
                  <a:gd name="connsiteX0" fmla="*/ 7654115 w 12183050"/>
                  <a:gd name="connsiteY0" fmla="*/ 2733521 h 3142946"/>
                  <a:gd name="connsiteX1" fmla="*/ 2788295 w 12183050"/>
                  <a:gd name="connsiteY1" fmla="*/ 1159541 h 3142946"/>
                  <a:gd name="connsiteX2" fmla="*/ 1 w 12183050"/>
                  <a:gd name="connsiteY2" fmla="*/ 0 h 3142946"/>
                  <a:gd name="connsiteX3" fmla="*/ 1 w 12183050"/>
                  <a:gd name="connsiteY3" fmla="*/ 3142947 h 3142946"/>
                  <a:gd name="connsiteX4" fmla="*/ 12183052 w 12183050"/>
                  <a:gd name="connsiteY4" fmla="*/ 3142947 h 3142946"/>
                  <a:gd name="connsiteX5" fmla="*/ 12183052 w 12183050"/>
                  <a:gd name="connsiteY5" fmla="*/ 2550990 h 3142946"/>
                  <a:gd name="connsiteX6" fmla="*/ 7654115 w 12183050"/>
                  <a:gd name="connsiteY6" fmla="*/ 2733521 h 314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83050" h="3142946">
                    <a:moveTo>
                      <a:pt x="7654115" y="2733521"/>
                    </a:moveTo>
                    <a:cubicBezTo>
                      <a:pt x="5564656" y="2161113"/>
                      <a:pt x="5078055" y="1187911"/>
                      <a:pt x="2788295" y="1159541"/>
                    </a:cubicBezTo>
                    <a:cubicBezTo>
                      <a:pt x="1516861" y="1143421"/>
                      <a:pt x="581232" y="536740"/>
                      <a:pt x="1" y="0"/>
                    </a:cubicBezTo>
                    <a:lnTo>
                      <a:pt x="1" y="3142947"/>
                    </a:lnTo>
                    <a:lnTo>
                      <a:pt x="12183052" y="3142947"/>
                    </a:lnTo>
                    <a:lnTo>
                      <a:pt x="12183052" y="2550990"/>
                    </a:lnTo>
                    <a:cubicBezTo>
                      <a:pt x="10971151" y="2104627"/>
                      <a:pt x="9437536" y="3222280"/>
                      <a:pt x="7654115" y="2733521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5" name=""/>
              <p:cNvSpPr/>
              <p:nvPr/>
            </p:nvSpPr>
            <p:spPr>
              <a:xfrm>
                <a:off x="7664741" y="2537147"/>
                <a:ext cx="163440" cy="15770"/>
              </a:xfrm>
              <a:custGeom>
                <a:avLst/>
                <a:gdLst>
                  <a:gd name="connsiteX0" fmla="*/ 163427 w 163427"/>
                  <a:gd name="connsiteY0" fmla="*/ 0 h 15739"/>
                  <a:gd name="connsiteX1" fmla="*/ 0 w 163427"/>
                  <a:gd name="connsiteY1" fmla="*/ 15740 h 1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3427" h="15739">
                    <a:moveTo>
                      <a:pt x="163427" y="0"/>
                    </a:moveTo>
                    <a:lnTo>
                      <a:pt x="0" y="15740"/>
                    </a:lnTo>
                  </a:path>
                </a:pathLst>
              </a:custGeom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6" name=""/>
              <p:cNvSpPr/>
              <p:nvPr/>
            </p:nvSpPr>
            <p:spPr>
              <a:xfrm>
                <a:off x="7576387" y="2291676"/>
                <a:ext cx="128730" cy="190209"/>
              </a:xfrm>
              <a:custGeom>
                <a:avLst/>
                <a:gdLst>
                  <a:gd name="connsiteX0" fmla="*/ 9902 w 128720"/>
                  <a:gd name="connsiteY0" fmla="*/ 20505 h 189834"/>
                  <a:gd name="connsiteX1" fmla="*/ 128014 w 128720"/>
                  <a:gd name="connsiteY1" fmla="*/ 48049 h 189834"/>
                  <a:gd name="connsiteX2" fmla="*/ 1 w 128720"/>
                  <a:gd name="connsiteY2" fmla="*/ 189835 h 189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720" h="189834">
                    <a:moveTo>
                      <a:pt x="9902" y="20505"/>
                    </a:moveTo>
                    <a:cubicBezTo>
                      <a:pt x="9902" y="20505"/>
                      <a:pt x="116210" y="-40550"/>
                      <a:pt x="128014" y="48049"/>
                    </a:cubicBezTo>
                    <a:cubicBezTo>
                      <a:pt x="139819" y="136649"/>
                      <a:pt x="1" y="189835"/>
                      <a:pt x="1" y="189835"/>
                    </a:cubicBezTo>
                  </a:path>
                </a:pathLst>
              </a:custGeom>
              <a:solidFill>
                <a:srgbClr val="263363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7" name=""/>
              <p:cNvSpPr/>
              <p:nvPr/>
            </p:nvSpPr>
            <p:spPr>
              <a:xfrm>
                <a:off x="6628032" y="2989162"/>
                <a:ext cx="1564121" cy="1676728"/>
              </a:xfrm>
              <a:custGeom>
                <a:avLst/>
                <a:gdLst>
                  <a:gd name="connsiteX0" fmla="*/ 449052 w 1563999"/>
                  <a:gd name="connsiteY0" fmla="*/ 1370569 h 1673419"/>
                  <a:gd name="connsiteX1" fmla="*/ 441626 w 1563999"/>
                  <a:gd name="connsiteY1" fmla="*/ 1574805 h 1673419"/>
                  <a:gd name="connsiteX2" fmla="*/ 440992 w 1563999"/>
                  <a:gd name="connsiteY2" fmla="*/ 1632687 h 1673419"/>
                  <a:gd name="connsiteX3" fmla="*/ 770068 w 1563999"/>
                  <a:gd name="connsiteY3" fmla="*/ 1673052 h 1673419"/>
                  <a:gd name="connsiteX4" fmla="*/ 933051 w 1563999"/>
                  <a:gd name="connsiteY4" fmla="*/ 1660994 h 1673419"/>
                  <a:gd name="connsiteX5" fmla="*/ 895415 w 1563999"/>
                  <a:gd name="connsiteY5" fmla="*/ 1648300 h 1673419"/>
                  <a:gd name="connsiteX6" fmla="*/ 868061 w 1563999"/>
                  <a:gd name="connsiteY6" fmla="*/ 1499026 h 1673419"/>
                  <a:gd name="connsiteX7" fmla="*/ 1212877 w 1563999"/>
                  <a:gd name="connsiteY7" fmla="*/ 1177058 h 1673419"/>
                  <a:gd name="connsiteX8" fmla="*/ 1282246 w 1563999"/>
                  <a:gd name="connsiteY8" fmla="*/ 1182580 h 1673419"/>
                  <a:gd name="connsiteX9" fmla="*/ 1429553 w 1563999"/>
                  <a:gd name="connsiteY9" fmla="*/ 107005 h 1673419"/>
                  <a:gd name="connsiteX10" fmla="*/ 1209576 w 1563999"/>
                  <a:gd name="connsiteY10" fmla="*/ 2666 h 1673419"/>
                  <a:gd name="connsiteX11" fmla="*/ 694796 w 1563999"/>
                  <a:gd name="connsiteY11" fmla="*/ 260468 h 1673419"/>
                  <a:gd name="connsiteX12" fmla="*/ 639135 w 1563999"/>
                  <a:gd name="connsiteY12" fmla="*/ 280841 h 1673419"/>
                  <a:gd name="connsiteX13" fmla="*/ 655002 w 1563999"/>
                  <a:gd name="connsiteY13" fmla="*/ 382388 h 1673419"/>
                  <a:gd name="connsiteX14" fmla="*/ 622127 w 1563999"/>
                  <a:gd name="connsiteY14" fmla="*/ 411647 h 1673419"/>
                  <a:gd name="connsiteX15" fmla="*/ 576177 w 1563999"/>
                  <a:gd name="connsiteY15" fmla="*/ 491869 h 1673419"/>
                  <a:gd name="connsiteX16" fmla="*/ 562595 w 1563999"/>
                  <a:gd name="connsiteY16" fmla="*/ 526205 h 1673419"/>
                  <a:gd name="connsiteX17" fmla="*/ 312915 w 1563999"/>
                  <a:gd name="connsiteY17" fmla="*/ 775693 h 1673419"/>
                  <a:gd name="connsiteX18" fmla="*/ 21412 w 1563999"/>
                  <a:gd name="connsiteY18" fmla="*/ 1314654 h 1673419"/>
                  <a:gd name="connsiteX19" fmla="*/ 150885 w 1563999"/>
                  <a:gd name="connsiteY19" fmla="*/ 1453076 h 1673419"/>
                  <a:gd name="connsiteX20" fmla="*/ 301428 w 1563999"/>
                  <a:gd name="connsiteY20" fmla="*/ 1445142 h 1673419"/>
                  <a:gd name="connsiteX21" fmla="*/ 449052 w 1563999"/>
                  <a:gd name="connsiteY21" fmla="*/ 1370569 h 167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63999" h="1673419">
                    <a:moveTo>
                      <a:pt x="449052" y="1370569"/>
                    </a:moveTo>
                    <a:cubicBezTo>
                      <a:pt x="444609" y="1425975"/>
                      <a:pt x="443086" y="1501311"/>
                      <a:pt x="441626" y="1574805"/>
                    </a:cubicBezTo>
                    <a:cubicBezTo>
                      <a:pt x="441182" y="1597590"/>
                      <a:pt x="440992" y="1616630"/>
                      <a:pt x="440992" y="1632687"/>
                    </a:cubicBezTo>
                    <a:cubicBezTo>
                      <a:pt x="545014" y="1669625"/>
                      <a:pt x="663126" y="1675083"/>
                      <a:pt x="770068" y="1673052"/>
                    </a:cubicBezTo>
                    <a:cubicBezTo>
                      <a:pt x="824586" y="1672069"/>
                      <a:pt x="878977" y="1668045"/>
                      <a:pt x="933051" y="1660994"/>
                    </a:cubicBezTo>
                    <a:cubicBezTo>
                      <a:pt x="920865" y="1655757"/>
                      <a:pt x="908299" y="1651512"/>
                      <a:pt x="895415" y="1648300"/>
                    </a:cubicBezTo>
                    <a:cubicBezTo>
                      <a:pt x="774828" y="1618090"/>
                      <a:pt x="820651" y="1543707"/>
                      <a:pt x="868061" y="1499026"/>
                    </a:cubicBezTo>
                    <a:cubicBezTo>
                      <a:pt x="861714" y="1087633"/>
                      <a:pt x="979953" y="1646142"/>
                      <a:pt x="1212877" y="1177058"/>
                    </a:cubicBezTo>
                    <a:cubicBezTo>
                      <a:pt x="1238898" y="1187467"/>
                      <a:pt x="1261873" y="1188863"/>
                      <a:pt x="1282246" y="1182580"/>
                    </a:cubicBezTo>
                    <a:cubicBezTo>
                      <a:pt x="1501651" y="1114480"/>
                      <a:pt x="1707982" y="384419"/>
                      <a:pt x="1429553" y="107005"/>
                    </a:cubicBezTo>
                    <a:cubicBezTo>
                      <a:pt x="1346538" y="24498"/>
                      <a:pt x="1244229" y="6855"/>
                      <a:pt x="1209576" y="2666"/>
                    </a:cubicBezTo>
                    <a:cubicBezTo>
                      <a:pt x="992647" y="-23483"/>
                      <a:pt x="782190" y="148640"/>
                      <a:pt x="694796" y="260468"/>
                    </a:cubicBezTo>
                    <a:cubicBezTo>
                      <a:pt x="674804" y="262360"/>
                      <a:pt x="655637" y="269379"/>
                      <a:pt x="639135" y="280841"/>
                    </a:cubicBezTo>
                    <a:cubicBezTo>
                      <a:pt x="613051" y="301405"/>
                      <a:pt x="628663" y="342214"/>
                      <a:pt x="655002" y="382388"/>
                    </a:cubicBezTo>
                    <a:cubicBezTo>
                      <a:pt x="642943" y="390804"/>
                      <a:pt x="631900" y="400622"/>
                      <a:pt x="622127" y="411647"/>
                    </a:cubicBezTo>
                    <a:cubicBezTo>
                      <a:pt x="602262" y="434558"/>
                      <a:pt x="588616" y="463182"/>
                      <a:pt x="576177" y="491869"/>
                    </a:cubicBezTo>
                    <a:cubicBezTo>
                      <a:pt x="571290" y="503166"/>
                      <a:pt x="567228" y="514780"/>
                      <a:pt x="562595" y="526205"/>
                    </a:cubicBezTo>
                    <a:cubicBezTo>
                      <a:pt x="528893" y="609727"/>
                      <a:pt x="378541" y="712417"/>
                      <a:pt x="312915" y="775693"/>
                    </a:cubicBezTo>
                    <a:cubicBezTo>
                      <a:pt x="169671" y="913162"/>
                      <a:pt x="-73535" y="1083698"/>
                      <a:pt x="21412" y="1314654"/>
                    </a:cubicBezTo>
                    <a:cubicBezTo>
                      <a:pt x="46672" y="1374783"/>
                      <a:pt x="92558" y="1423887"/>
                      <a:pt x="150885" y="1453076"/>
                    </a:cubicBezTo>
                    <a:cubicBezTo>
                      <a:pt x="201086" y="1460597"/>
                      <a:pt x="252305" y="1457893"/>
                      <a:pt x="301428" y="1445142"/>
                    </a:cubicBezTo>
                    <a:cubicBezTo>
                      <a:pt x="355311" y="1430818"/>
                      <a:pt x="405577" y="1405419"/>
                      <a:pt x="449052" y="1370569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8" name=""/>
              <p:cNvSpPr/>
              <p:nvPr/>
            </p:nvSpPr>
            <p:spPr>
              <a:xfrm>
                <a:off x="6709361" y="4418212"/>
                <a:ext cx="18279" cy="8838"/>
              </a:xfrm>
              <a:custGeom>
                <a:avLst/>
                <a:gdLst>
                  <a:gd name="connsiteX0" fmla="*/ 18280 w 18278"/>
                  <a:gd name="connsiteY0" fmla="*/ 8822 h 8821"/>
                  <a:gd name="connsiteX1" fmla="*/ 18280 w 18278"/>
                  <a:gd name="connsiteY1" fmla="*/ 8822 h 8821"/>
                  <a:gd name="connsiteX2" fmla="*/ 1 w 18278"/>
                  <a:gd name="connsiteY2" fmla="*/ 0 h 8821"/>
                  <a:gd name="connsiteX3" fmla="*/ 18280 w 18278"/>
                  <a:gd name="connsiteY3" fmla="*/ 8822 h 8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78" h="8821">
                    <a:moveTo>
                      <a:pt x="18280" y="8822"/>
                    </a:moveTo>
                    <a:lnTo>
                      <a:pt x="18280" y="8822"/>
                    </a:lnTo>
                    <a:cubicBezTo>
                      <a:pt x="11997" y="6321"/>
                      <a:pt x="5904" y="3370"/>
                      <a:pt x="1" y="0"/>
                    </a:cubicBezTo>
                    <a:cubicBezTo>
                      <a:pt x="5904" y="3370"/>
                      <a:pt x="11997" y="6321"/>
                      <a:pt x="18280" y="8822"/>
                    </a:cubicBezTo>
                    <a:close/>
                  </a:path>
                </a:pathLst>
              </a:custGeom>
              <a:solidFill>
                <a:srgbClr val="0082F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9" name=""/>
              <p:cNvSpPr/>
              <p:nvPr/>
            </p:nvSpPr>
            <p:spPr>
              <a:xfrm>
                <a:off x="6954185" y="3994263"/>
                <a:ext cx="145948" cy="281317"/>
              </a:xfrm>
              <a:custGeom>
                <a:avLst/>
                <a:gdLst>
                  <a:gd name="connsiteX0" fmla="*/ 122417 w 145937"/>
                  <a:gd name="connsiteY0" fmla="*/ 7277 h 280762"/>
                  <a:gd name="connsiteX1" fmla="*/ 1132 w 145937"/>
                  <a:gd name="connsiteY1" fmla="*/ 265841 h 280762"/>
                  <a:gd name="connsiteX2" fmla="*/ 23536 w 145937"/>
                  <a:gd name="connsiteY2" fmla="*/ 273647 h 280762"/>
                  <a:gd name="connsiteX3" fmla="*/ 144821 w 145937"/>
                  <a:gd name="connsiteY3" fmla="*/ 15083 h 280762"/>
                  <a:gd name="connsiteX4" fmla="*/ 122417 w 145937"/>
                  <a:gd name="connsiteY4" fmla="*/ 7277 h 28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937" h="280762">
                    <a:moveTo>
                      <a:pt x="122417" y="7277"/>
                    </a:moveTo>
                    <a:cubicBezTo>
                      <a:pt x="83322" y="94017"/>
                      <a:pt x="42893" y="180205"/>
                      <a:pt x="1132" y="265841"/>
                    </a:cubicBezTo>
                    <a:cubicBezTo>
                      <a:pt x="-5215" y="279550"/>
                      <a:pt x="16935" y="287229"/>
                      <a:pt x="23536" y="273647"/>
                    </a:cubicBezTo>
                    <a:cubicBezTo>
                      <a:pt x="65297" y="188094"/>
                      <a:pt x="105725" y="101906"/>
                      <a:pt x="144821" y="15083"/>
                    </a:cubicBezTo>
                    <a:cubicBezTo>
                      <a:pt x="151168" y="1184"/>
                      <a:pt x="128700" y="-6559"/>
                      <a:pt x="122417" y="72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0" name=""/>
              <p:cNvSpPr/>
              <p:nvPr/>
            </p:nvSpPr>
            <p:spPr>
              <a:xfrm>
                <a:off x="6654776" y="4182793"/>
                <a:ext cx="2616820" cy="2674698"/>
              </a:xfrm>
              <a:custGeom>
                <a:avLst/>
                <a:gdLst>
                  <a:gd name="connsiteX0" fmla="*/ 1800495 w 2616615"/>
                  <a:gd name="connsiteY0" fmla="*/ 363348 h 2669419"/>
                  <a:gd name="connsiteX1" fmla="*/ 1474085 w 2616615"/>
                  <a:gd name="connsiteY1" fmla="*/ 243523 h 2669419"/>
                  <a:gd name="connsiteX2" fmla="*/ 1555068 w 2616615"/>
                  <a:gd name="connsiteY2" fmla="*/ 0 h 2669419"/>
                  <a:gd name="connsiteX3" fmla="*/ 1200098 w 2616615"/>
                  <a:gd name="connsiteY3" fmla="*/ 142991 h 2669419"/>
                  <a:gd name="connsiteX4" fmla="*/ 854964 w 2616615"/>
                  <a:gd name="connsiteY4" fmla="*/ 16057 h 2669419"/>
                  <a:gd name="connsiteX5" fmla="*/ 873560 w 2616615"/>
                  <a:gd name="connsiteY5" fmla="*/ 274241 h 2669419"/>
                  <a:gd name="connsiteX6" fmla="*/ 666404 w 2616615"/>
                  <a:gd name="connsiteY6" fmla="*/ 357636 h 2669419"/>
                  <a:gd name="connsiteX7" fmla="*/ 1 w 2616615"/>
                  <a:gd name="connsiteY7" fmla="*/ 2669420 h 2669419"/>
                  <a:gd name="connsiteX8" fmla="*/ 460200 w 2616615"/>
                  <a:gd name="connsiteY8" fmla="*/ 2669420 h 2669419"/>
                  <a:gd name="connsiteX9" fmla="*/ 1072466 w 2616615"/>
                  <a:gd name="connsiteY9" fmla="*/ 1107815 h 2669419"/>
                  <a:gd name="connsiteX10" fmla="*/ 1187531 w 2616615"/>
                  <a:gd name="connsiteY10" fmla="*/ 2160478 h 2669419"/>
                  <a:gd name="connsiteX11" fmla="*/ 2028151 w 2616615"/>
                  <a:gd name="connsiteY11" fmla="*/ 2669420 h 2669419"/>
                  <a:gd name="connsiteX12" fmla="*/ 2558544 w 2616615"/>
                  <a:gd name="connsiteY12" fmla="*/ 2669420 h 2669419"/>
                  <a:gd name="connsiteX13" fmla="*/ 2616617 w 2616615"/>
                  <a:gd name="connsiteY13" fmla="*/ 2563112 h 2669419"/>
                  <a:gd name="connsiteX14" fmla="*/ 1665565 w 2616615"/>
                  <a:gd name="connsiteY14" fmla="*/ 1769649 h 266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6615" h="2669419">
                    <a:moveTo>
                      <a:pt x="1800495" y="363348"/>
                    </a:moveTo>
                    <a:lnTo>
                      <a:pt x="1474085" y="243523"/>
                    </a:lnTo>
                    <a:lnTo>
                      <a:pt x="1555068" y="0"/>
                    </a:lnTo>
                    <a:lnTo>
                      <a:pt x="1200098" y="142991"/>
                    </a:lnTo>
                    <a:lnTo>
                      <a:pt x="854964" y="16057"/>
                    </a:lnTo>
                    <a:cubicBezTo>
                      <a:pt x="854964" y="16057"/>
                      <a:pt x="860486" y="115066"/>
                      <a:pt x="873560" y="274241"/>
                    </a:cubicBezTo>
                    <a:lnTo>
                      <a:pt x="666404" y="357636"/>
                    </a:lnTo>
                    <a:cubicBezTo>
                      <a:pt x="666404" y="357636"/>
                      <a:pt x="168252" y="1766602"/>
                      <a:pt x="1" y="2669420"/>
                    </a:cubicBezTo>
                    <a:lnTo>
                      <a:pt x="460200" y="2669420"/>
                    </a:lnTo>
                    <a:lnTo>
                      <a:pt x="1072466" y="1107815"/>
                    </a:lnTo>
                    <a:cubicBezTo>
                      <a:pt x="1019280" y="1763175"/>
                      <a:pt x="1051141" y="2069594"/>
                      <a:pt x="1187531" y="2160478"/>
                    </a:cubicBezTo>
                    <a:cubicBezTo>
                      <a:pt x="1433466" y="2324286"/>
                      <a:pt x="1767683" y="2520653"/>
                      <a:pt x="2028151" y="2669420"/>
                    </a:cubicBezTo>
                    <a:lnTo>
                      <a:pt x="2558544" y="2669420"/>
                    </a:lnTo>
                    <a:lnTo>
                      <a:pt x="2616617" y="2563112"/>
                    </a:lnTo>
                    <a:lnTo>
                      <a:pt x="1665565" y="1769649"/>
                    </a:ln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1" name=""/>
              <p:cNvSpPr/>
              <p:nvPr/>
            </p:nvSpPr>
            <p:spPr>
              <a:xfrm>
                <a:off x="7744" y="0"/>
                <a:ext cx="6346" cy="6359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6346"/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2" name=""/>
              <p:cNvSpPr/>
              <p:nvPr/>
            </p:nvSpPr>
            <p:spPr>
              <a:xfrm>
                <a:off x="7497936" y="4959171"/>
                <a:ext cx="267789" cy="884974"/>
              </a:xfrm>
              <a:custGeom>
                <a:avLst/>
                <a:gdLst>
                  <a:gd name="connsiteX0" fmla="*/ 245809 w 267768"/>
                  <a:gd name="connsiteY0" fmla="*/ 356452 h 883227"/>
                  <a:gd name="connsiteX1" fmla="*/ 267769 w 267768"/>
                  <a:gd name="connsiteY1" fmla="*/ 1037 h 883227"/>
                  <a:gd name="connsiteX2" fmla="*/ 1 w 267768"/>
                  <a:gd name="connsiteY2" fmla="*/ 883228 h 883227"/>
                  <a:gd name="connsiteX3" fmla="*/ 253362 w 267768"/>
                  <a:gd name="connsiteY3" fmla="*/ 332589 h 883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68" h="883227">
                    <a:moveTo>
                      <a:pt x="245809" y="356452"/>
                    </a:moveTo>
                    <a:cubicBezTo>
                      <a:pt x="245809" y="356452"/>
                      <a:pt x="267134" y="-22318"/>
                      <a:pt x="267769" y="1037"/>
                    </a:cubicBezTo>
                    <a:cubicBezTo>
                      <a:pt x="268403" y="24393"/>
                      <a:pt x="1" y="883228"/>
                      <a:pt x="1" y="883228"/>
                    </a:cubicBezTo>
                    <a:lnTo>
                      <a:pt x="253362" y="332589"/>
                    </a:ln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3" name=""/>
              <p:cNvSpPr/>
              <p:nvPr/>
            </p:nvSpPr>
            <p:spPr>
              <a:xfrm>
                <a:off x="7070010" y="4548513"/>
                <a:ext cx="755823" cy="2309233"/>
              </a:xfrm>
              <a:custGeom>
                <a:avLst/>
                <a:gdLst>
                  <a:gd name="connsiteX0" fmla="*/ 669069 w 755764"/>
                  <a:gd name="connsiteY0" fmla="*/ 9964 h 2304675"/>
                  <a:gd name="connsiteX1" fmla="*/ 554829 w 755764"/>
                  <a:gd name="connsiteY1" fmla="*/ 446426 h 2304675"/>
                  <a:gd name="connsiteX2" fmla="*/ 618296 w 755764"/>
                  <a:gd name="connsiteY2" fmla="*/ 452773 h 2304675"/>
                  <a:gd name="connsiteX3" fmla="*/ 755765 w 755764"/>
                  <a:gd name="connsiteY3" fmla="*/ 0 h 2304675"/>
                  <a:gd name="connsiteX4" fmla="*/ 575646 w 755764"/>
                  <a:gd name="connsiteY4" fmla="*/ 634923 h 2304675"/>
                  <a:gd name="connsiteX5" fmla="*/ 299374 w 755764"/>
                  <a:gd name="connsiteY5" fmla="*/ 1493314 h 2304675"/>
                  <a:gd name="connsiteX6" fmla="*/ 1 w 755764"/>
                  <a:gd name="connsiteY6" fmla="*/ 2304675 h 230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5764" h="2304675">
                    <a:moveTo>
                      <a:pt x="669069" y="9964"/>
                    </a:moveTo>
                    <a:cubicBezTo>
                      <a:pt x="669069" y="9964"/>
                      <a:pt x="491362" y="440270"/>
                      <a:pt x="554829" y="446426"/>
                    </a:cubicBezTo>
                    <a:lnTo>
                      <a:pt x="618296" y="452773"/>
                    </a:lnTo>
                    <a:lnTo>
                      <a:pt x="755765" y="0"/>
                    </a:lnTo>
                    <a:lnTo>
                      <a:pt x="575646" y="634923"/>
                    </a:lnTo>
                    <a:lnTo>
                      <a:pt x="299374" y="1493314"/>
                    </a:lnTo>
                    <a:cubicBezTo>
                      <a:pt x="299374" y="1493314"/>
                      <a:pt x="127443" y="1964429"/>
                      <a:pt x="1" y="2304675"/>
                    </a:cubicBez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4" name=""/>
              <p:cNvSpPr/>
              <p:nvPr/>
            </p:nvSpPr>
            <p:spPr>
              <a:xfrm>
                <a:off x="8242081" y="4678178"/>
                <a:ext cx="935957" cy="2099313"/>
              </a:xfrm>
              <a:custGeom>
                <a:avLst/>
                <a:gdLst>
                  <a:gd name="connsiteX0" fmla="*/ 36051 w 935884"/>
                  <a:gd name="connsiteY0" fmla="*/ 0 h 2095170"/>
                  <a:gd name="connsiteX1" fmla="*/ 120081 w 935884"/>
                  <a:gd name="connsiteY1" fmla="*/ 194717 h 2095170"/>
                  <a:gd name="connsiteX2" fmla="*/ 70450 w 935884"/>
                  <a:gd name="connsiteY2" fmla="*/ 400857 h 2095170"/>
                  <a:gd name="connsiteX3" fmla="*/ 1 w 935884"/>
                  <a:gd name="connsiteY3" fmla="*/ 1293075 h 2095170"/>
                  <a:gd name="connsiteX4" fmla="*/ 63468 w 935884"/>
                  <a:gd name="connsiteY4" fmla="*/ 1299422 h 2095170"/>
                  <a:gd name="connsiteX5" fmla="*/ 33259 w 935884"/>
                  <a:gd name="connsiteY5" fmla="*/ 1347467 h 2095170"/>
                  <a:gd name="connsiteX6" fmla="*/ 143881 w 935884"/>
                  <a:gd name="connsiteY6" fmla="*/ 1360160 h 2095170"/>
                  <a:gd name="connsiteX7" fmla="*/ 935885 w 935884"/>
                  <a:gd name="connsiteY7" fmla="*/ 2095171 h 2095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5884" h="2095170">
                    <a:moveTo>
                      <a:pt x="36051" y="0"/>
                    </a:moveTo>
                    <a:cubicBezTo>
                      <a:pt x="36051" y="0"/>
                      <a:pt x="24310" y="149972"/>
                      <a:pt x="120081" y="194717"/>
                    </a:cubicBezTo>
                    <a:lnTo>
                      <a:pt x="70450" y="400857"/>
                    </a:lnTo>
                    <a:lnTo>
                      <a:pt x="1" y="1293075"/>
                    </a:lnTo>
                    <a:lnTo>
                      <a:pt x="63468" y="1299422"/>
                    </a:lnTo>
                    <a:lnTo>
                      <a:pt x="33259" y="1347467"/>
                    </a:lnTo>
                    <a:lnTo>
                      <a:pt x="143881" y="1360160"/>
                    </a:lnTo>
                    <a:lnTo>
                      <a:pt x="935885" y="2095171"/>
                    </a:ln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5" name=""/>
              <p:cNvSpPr/>
              <p:nvPr/>
            </p:nvSpPr>
            <p:spPr>
              <a:xfrm>
                <a:off x="8160571" y="3038382"/>
                <a:ext cx="656311" cy="507151"/>
              </a:xfrm>
              <a:custGeom>
                <a:avLst/>
                <a:gdLst>
                  <a:gd name="connsiteX0" fmla="*/ 14 w 656260"/>
                  <a:gd name="connsiteY0" fmla="*/ 106753 h 506150"/>
                  <a:gd name="connsiteX1" fmla="*/ 252168 w 656260"/>
                  <a:gd name="connsiteY1" fmla="*/ 4381 h 506150"/>
                  <a:gd name="connsiteX2" fmla="*/ 373327 w 656260"/>
                  <a:gd name="connsiteY2" fmla="*/ 42842 h 506150"/>
                  <a:gd name="connsiteX3" fmla="*/ 656262 w 656260"/>
                  <a:gd name="connsiteY3" fmla="*/ 348435 h 506150"/>
                  <a:gd name="connsiteX4" fmla="*/ 639189 w 656260"/>
                  <a:gd name="connsiteY4" fmla="*/ 439891 h 506150"/>
                  <a:gd name="connsiteX5" fmla="*/ 450883 w 656260"/>
                  <a:gd name="connsiteY5" fmla="*/ 506150 h 506150"/>
                  <a:gd name="connsiteX6" fmla="*/ 14 w 656260"/>
                  <a:gd name="connsiteY6" fmla="*/ 106753 h 506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6260" h="506150">
                    <a:moveTo>
                      <a:pt x="14" y="106753"/>
                    </a:moveTo>
                    <a:cubicBezTo>
                      <a:pt x="1473" y="28625"/>
                      <a:pt x="130946" y="-14406"/>
                      <a:pt x="252168" y="4381"/>
                    </a:cubicBezTo>
                    <a:cubicBezTo>
                      <a:pt x="294183" y="11394"/>
                      <a:pt x="334992" y="24347"/>
                      <a:pt x="373327" y="42842"/>
                    </a:cubicBezTo>
                    <a:lnTo>
                      <a:pt x="656262" y="348435"/>
                    </a:lnTo>
                    <a:lnTo>
                      <a:pt x="639189" y="439891"/>
                    </a:lnTo>
                    <a:lnTo>
                      <a:pt x="450883" y="506150"/>
                    </a:lnTo>
                    <a:cubicBezTo>
                      <a:pt x="175563" y="374583"/>
                      <a:pt x="-1700" y="199288"/>
                      <a:pt x="14" y="10675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6" name=""/>
              <p:cNvSpPr/>
              <p:nvPr/>
            </p:nvSpPr>
            <p:spPr>
              <a:xfrm>
                <a:off x="8229324" y="3132836"/>
                <a:ext cx="576070" cy="422871"/>
              </a:xfrm>
              <a:custGeom>
                <a:avLst/>
                <a:gdLst>
                  <a:gd name="connsiteX0" fmla="*/ 1 w 576025"/>
                  <a:gd name="connsiteY0" fmla="*/ 109335 h 422036"/>
                  <a:gd name="connsiteX1" fmla="*/ 218200 w 576025"/>
                  <a:gd name="connsiteY1" fmla="*/ 680 h 422036"/>
                  <a:gd name="connsiteX2" fmla="*/ 324444 w 576025"/>
                  <a:gd name="connsiteY2" fmla="*/ 24734 h 422036"/>
                  <a:gd name="connsiteX3" fmla="*/ 576027 w 576025"/>
                  <a:gd name="connsiteY3" fmla="*/ 268828 h 422036"/>
                  <a:gd name="connsiteX4" fmla="*/ 562889 w 576025"/>
                  <a:gd name="connsiteY4" fmla="*/ 349684 h 422036"/>
                  <a:gd name="connsiteX5" fmla="*/ 399779 w 576025"/>
                  <a:gd name="connsiteY5" fmla="*/ 422037 h 422036"/>
                  <a:gd name="connsiteX6" fmla="*/ 1 w 576025"/>
                  <a:gd name="connsiteY6" fmla="*/ 109335 h 422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6025" h="422036">
                    <a:moveTo>
                      <a:pt x="1" y="109335"/>
                    </a:moveTo>
                    <a:cubicBezTo>
                      <a:pt x="1" y="41235"/>
                      <a:pt x="112147" y="-6302"/>
                      <a:pt x="218200" y="680"/>
                    </a:cubicBezTo>
                    <a:cubicBezTo>
                      <a:pt x="254631" y="3434"/>
                      <a:pt x="290425" y="11539"/>
                      <a:pt x="324444" y="24734"/>
                    </a:cubicBezTo>
                    <a:lnTo>
                      <a:pt x="576027" y="268828"/>
                    </a:lnTo>
                    <a:lnTo>
                      <a:pt x="562889" y="349684"/>
                    </a:lnTo>
                    <a:lnTo>
                      <a:pt x="399779" y="422037"/>
                    </a:lnTo>
                    <a:cubicBezTo>
                      <a:pt x="157399" y="328804"/>
                      <a:pt x="-62" y="190002"/>
                      <a:pt x="1" y="109335"/>
                    </a:cubicBezTo>
                    <a:close/>
                  </a:path>
                </a:pathLst>
              </a:custGeom>
              <a:solidFill>
                <a:srgbClr val="DE635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7" name=""/>
              <p:cNvSpPr/>
              <p:nvPr/>
            </p:nvSpPr>
            <p:spPr>
              <a:xfrm>
                <a:off x="7651630" y="3031060"/>
                <a:ext cx="1401205" cy="1530298"/>
              </a:xfrm>
              <a:custGeom>
                <a:avLst/>
                <a:gdLst>
                  <a:gd name="connsiteX0" fmla="*/ 126462 w 1401095"/>
                  <a:gd name="connsiteY0" fmla="*/ 1145397 h 1527278"/>
                  <a:gd name="connsiteX1" fmla="*/ 607542 w 1401095"/>
                  <a:gd name="connsiteY1" fmla="*/ 1461780 h 1527278"/>
                  <a:gd name="connsiteX2" fmla="*/ 775730 w 1401095"/>
                  <a:gd name="connsiteY2" fmla="*/ 1527278 h 1527278"/>
                  <a:gd name="connsiteX3" fmla="*/ 855888 w 1401095"/>
                  <a:gd name="connsiteY3" fmla="*/ 1519218 h 1527278"/>
                  <a:gd name="connsiteX4" fmla="*/ 1269502 w 1401095"/>
                  <a:gd name="connsiteY4" fmla="*/ 1328309 h 1527278"/>
                  <a:gd name="connsiteX5" fmla="*/ 1382600 w 1401095"/>
                  <a:gd name="connsiteY5" fmla="*/ 902192 h 1527278"/>
                  <a:gd name="connsiteX6" fmla="*/ 1315326 w 1401095"/>
                  <a:gd name="connsiteY6" fmla="*/ 770244 h 1527278"/>
                  <a:gd name="connsiteX7" fmla="*/ 923290 w 1401095"/>
                  <a:gd name="connsiteY7" fmla="*/ 189014 h 1527278"/>
                  <a:gd name="connsiteX8" fmla="*/ 747995 w 1401095"/>
                  <a:gd name="connsiteY8" fmla="*/ 23302 h 1527278"/>
                  <a:gd name="connsiteX9" fmla="*/ 345360 w 1401095"/>
                  <a:gd name="connsiteY9" fmla="*/ 83405 h 1527278"/>
                  <a:gd name="connsiteX10" fmla="*/ 27136 w 1401095"/>
                  <a:gd name="connsiteY10" fmla="*/ 1095005 h 1527278"/>
                  <a:gd name="connsiteX11" fmla="*/ 126462 w 1401095"/>
                  <a:gd name="connsiteY11" fmla="*/ 1145397 h 152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01095" h="1527278">
                    <a:moveTo>
                      <a:pt x="126462" y="1145397"/>
                    </a:moveTo>
                    <a:cubicBezTo>
                      <a:pt x="252571" y="1301907"/>
                      <a:pt x="422726" y="1390824"/>
                      <a:pt x="607542" y="1461780"/>
                    </a:cubicBezTo>
                    <a:cubicBezTo>
                      <a:pt x="663330" y="1483169"/>
                      <a:pt x="719371" y="1505382"/>
                      <a:pt x="775730" y="1527278"/>
                    </a:cubicBezTo>
                    <a:cubicBezTo>
                      <a:pt x="802512" y="1525374"/>
                      <a:pt x="829232" y="1522962"/>
                      <a:pt x="855888" y="1519218"/>
                    </a:cubicBezTo>
                    <a:cubicBezTo>
                      <a:pt x="1009034" y="1497702"/>
                      <a:pt x="1161608" y="1439186"/>
                      <a:pt x="1269502" y="1328309"/>
                    </a:cubicBezTo>
                    <a:cubicBezTo>
                      <a:pt x="1377396" y="1217433"/>
                      <a:pt x="1432358" y="1048610"/>
                      <a:pt x="1382600" y="902192"/>
                    </a:cubicBezTo>
                    <a:cubicBezTo>
                      <a:pt x="1366670" y="855353"/>
                      <a:pt x="1341093" y="812513"/>
                      <a:pt x="1315326" y="770244"/>
                    </a:cubicBezTo>
                    <a:cubicBezTo>
                      <a:pt x="1193469" y="570787"/>
                      <a:pt x="1062790" y="377048"/>
                      <a:pt x="923290" y="189014"/>
                    </a:cubicBezTo>
                    <a:cubicBezTo>
                      <a:pt x="874801" y="123707"/>
                      <a:pt x="822187" y="56622"/>
                      <a:pt x="747995" y="23302"/>
                    </a:cubicBezTo>
                    <a:cubicBezTo>
                      <a:pt x="620109" y="-33818"/>
                      <a:pt x="472738" y="24888"/>
                      <a:pt x="345360" y="83405"/>
                    </a:cubicBezTo>
                    <a:cubicBezTo>
                      <a:pt x="345360" y="83405"/>
                      <a:pt x="-114648" y="617035"/>
                      <a:pt x="27136" y="1095005"/>
                    </a:cubicBezTo>
                    <a:cubicBezTo>
                      <a:pt x="61981" y="1094751"/>
                      <a:pt x="97458" y="1109412"/>
                      <a:pt x="126462" y="114539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8" name=""/>
              <p:cNvSpPr/>
              <p:nvPr/>
            </p:nvSpPr>
            <p:spPr>
              <a:xfrm>
                <a:off x="7208248" y="2821484"/>
                <a:ext cx="983913" cy="660647"/>
              </a:xfrm>
              <a:custGeom>
                <a:avLst/>
                <a:gdLst>
                  <a:gd name="connsiteX0" fmla="*/ 109865 w 983836"/>
                  <a:gd name="connsiteY0" fmla="*/ 659344 h 659343"/>
                  <a:gd name="connsiteX1" fmla="*/ 3558 w 983836"/>
                  <a:gd name="connsiteY1" fmla="*/ 513370 h 659343"/>
                  <a:gd name="connsiteX2" fmla="*/ 28945 w 983836"/>
                  <a:gd name="connsiteY2" fmla="*/ 358383 h 659343"/>
                  <a:gd name="connsiteX3" fmla="*/ 633912 w 983836"/>
                  <a:gd name="connsiteY3" fmla="*/ 1382 h 659343"/>
                  <a:gd name="connsiteX4" fmla="*/ 946995 w 983836"/>
                  <a:gd name="connsiteY4" fmla="*/ 93726 h 659343"/>
                  <a:gd name="connsiteX5" fmla="*/ 982854 w 983836"/>
                  <a:gd name="connsiteY5" fmla="*/ 247062 h 659343"/>
                  <a:gd name="connsiteX6" fmla="*/ 623694 w 983836"/>
                  <a:gd name="connsiteY6" fmla="*/ 647665 h 65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83836" h="659343">
                    <a:moveTo>
                      <a:pt x="109865" y="659344"/>
                    </a:moveTo>
                    <a:cubicBezTo>
                      <a:pt x="88033" y="645000"/>
                      <a:pt x="21393" y="597336"/>
                      <a:pt x="3558" y="513370"/>
                    </a:cubicBezTo>
                    <a:cubicBezTo>
                      <a:pt x="703" y="499851"/>
                      <a:pt x="-10151" y="442286"/>
                      <a:pt x="28945" y="358383"/>
                    </a:cubicBezTo>
                    <a:cubicBezTo>
                      <a:pt x="110627" y="181945"/>
                      <a:pt x="354848" y="12298"/>
                      <a:pt x="633912" y="1382"/>
                    </a:cubicBezTo>
                    <a:cubicBezTo>
                      <a:pt x="715531" y="-1792"/>
                      <a:pt x="873944" y="-8011"/>
                      <a:pt x="946995" y="93726"/>
                    </a:cubicBezTo>
                    <a:cubicBezTo>
                      <a:pt x="988883" y="152052"/>
                      <a:pt x="984504" y="220660"/>
                      <a:pt x="982854" y="247062"/>
                    </a:cubicBezTo>
                    <a:cubicBezTo>
                      <a:pt x="967431" y="489252"/>
                      <a:pt x="655491" y="633449"/>
                      <a:pt x="623694" y="64766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9" name=""/>
              <p:cNvSpPr/>
              <p:nvPr/>
            </p:nvSpPr>
            <p:spPr>
              <a:xfrm>
                <a:off x="7428582" y="2990932"/>
                <a:ext cx="581767" cy="386843"/>
              </a:xfrm>
              <a:custGeom>
                <a:avLst/>
                <a:gdLst>
                  <a:gd name="connsiteX0" fmla="*/ 64654 w 581722"/>
                  <a:gd name="connsiteY0" fmla="*/ 386080 h 386080"/>
                  <a:gd name="connsiteX1" fmla="*/ 2457 w 581722"/>
                  <a:gd name="connsiteY1" fmla="*/ 295386 h 386080"/>
                  <a:gd name="connsiteX2" fmla="*/ 17752 w 581722"/>
                  <a:gd name="connsiteY2" fmla="*/ 198535 h 386080"/>
                  <a:gd name="connsiteX3" fmla="*/ 370755 w 581722"/>
                  <a:gd name="connsiteY3" fmla="*/ 7119 h 386080"/>
                  <a:gd name="connsiteX4" fmla="*/ 559696 w 581722"/>
                  <a:gd name="connsiteY4" fmla="*/ 30412 h 386080"/>
                  <a:gd name="connsiteX5" fmla="*/ 580386 w 581722"/>
                  <a:gd name="connsiteY5" fmla="*/ 126056 h 386080"/>
                  <a:gd name="connsiteX6" fmla="*/ 367392 w 581722"/>
                  <a:gd name="connsiteY6" fmla="*/ 377385 h 38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1722" h="386080">
                    <a:moveTo>
                      <a:pt x="64654" y="386080"/>
                    </a:moveTo>
                    <a:cubicBezTo>
                      <a:pt x="51961" y="377195"/>
                      <a:pt x="12675" y="347619"/>
                      <a:pt x="2457" y="295386"/>
                    </a:cubicBezTo>
                    <a:cubicBezTo>
                      <a:pt x="-6048" y="252356"/>
                      <a:pt x="9629" y="216497"/>
                      <a:pt x="17752" y="198535"/>
                    </a:cubicBezTo>
                    <a:cubicBezTo>
                      <a:pt x="82742" y="54973"/>
                      <a:pt x="292818" y="14926"/>
                      <a:pt x="370755" y="7119"/>
                    </a:cubicBezTo>
                    <a:cubicBezTo>
                      <a:pt x="448692" y="-687"/>
                      <a:pt x="523711" y="-10905"/>
                      <a:pt x="559696" y="30412"/>
                    </a:cubicBezTo>
                    <a:cubicBezTo>
                      <a:pt x="586797" y="61510"/>
                      <a:pt x="581910" y="107397"/>
                      <a:pt x="580386" y="126056"/>
                    </a:cubicBezTo>
                    <a:cubicBezTo>
                      <a:pt x="567693" y="275331"/>
                      <a:pt x="391890" y="365263"/>
                      <a:pt x="367392" y="37738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0" name=""/>
              <p:cNvSpPr/>
              <p:nvPr/>
            </p:nvSpPr>
            <p:spPr>
              <a:xfrm>
                <a:off x="7348714" y="4431121"/>
                <a:ext cx="1091590" cy="344670"/>
              </a:xfrm>
              <a:custGeom>
                <a:avLst/>
                <a:gdLst>
                  <a:gd name="connsiteX0" fmla="*/ 1091506 w 1091505"/>
                  <a:gd name="connsiteY0" fmla="*/ 264276 h 343990"/>
                  <a:gd name="connsiteX1" fmla="*/ 1019217 w 1091505"/>
                  <a:gd name="connsiteY1" fmla="*/ 73495 h 343990"/>
                  <a:gd name="connsiteX2" fmla="*/ 15424 w 1091505"/>
                  <a:gd name="connsiteY2" fmla="*/ 0 h 343990"/>
                  <a:gd name="connsiteX3" fmla="*/ 1 w 1091505"/>
                  <a:gd name="connsiteY3" fmla="*/ 90758 h 343990"/>
                  <a:gd name="connsiteX4" fmla="*/ 621977 w 1091505"/>
                  <a:gd name="connsiteY4" fmla="*/ 294804 h 343990"/>
                  <a:gd name="connsiteX5" fmla="*/ 1082874 w 1091505"/>
                  <a:gd name="connsiteY5" fmla="*/ 343991 h 343990"/>
                  <a:gd name="connsiteX6" fmla="*/ 1091506 w 1091505"/>
                  <a:gd name="connsiteY6" fmla="*/ 264276 h 34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505" h="343990">
                    <a:moveTo>
                      <a:pt x="1091506" y="264276"/>
                    </a:moveTo>
                    <a:lnTo>
                      <a:pt x="1019217" y="73495"/>
                    </a:lnTo>
                    <a:lnTo>
                      <a:pt x="15424" y="0"/>
                    </a:lnTo>
                    <a:cubicBezTo>
                      <a:pt x="11553" y="30464"/>
                      <a:pt x="6222" y="60674"/>
                      <a:pt x="1" y="90758"/>
                    </a:cubicBezTo>
                    <a:cubicBezTo>
                      <a:pt x="195353" y="198651"/>
                      <a:pt x="412536" y="255772"/>
                      <a:pt x="621977" y="294804"/>
                    </a:cubicBezTo>
                    <a:cubicBezTo>
                      <a:pt x="757733" y="320191"/>
                      <a:pt x="938550" y="334090"/>
                      <a:pt x="1082874" y="343991"/>
                    </a:cubicBezTo>
                    <a:cubicBezTo>
                      <a:pt x="1085985" y="317462"/>
                      <a:pt x="1088777" y="290869"/>
                      <a:pt x="1091506" y="264276"/>
                    </a:cubicBezTo>
                    <a:close/>
                  </a:path>
                </a:pathLst>
              </a:custGeom>
              <a:solidFill>
                <a:srgbClr val="E37C1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1" name=""/>
              <p:cNvSpPr/>
              <p:nvPr/>
            </p:nvSpPr>
            <p:spPr>
              <a:xfrm>
                <a:off x="7289884" y="3081429"/>
                <a:ext cx="1182112" cy="1505582"/>
              </a:xfrm>
              <a:custGeom>
                <a:avLst/>
                <a:gdLst>
                  <a:gd name="connsiteX0" fmla="*/ 1168674 w 1182020"/>
                  <a:gd name="connsiteY0" fmla="*/ 1317200 h 1502611"/>
                  <a:gd name="connsiteX1" fmla="*/ 863144 w 1182020"/>
                  <a:gd name="connsiteY1" fmla="*/ 203037 h 1502611"/>
                  <a:gd name="connsiteX2" fmla="*/ 823731 w 1182020"/>
                  <a:gd name="connsiteY2" fmla="*/ 92795 h 1502611"/>
                  <a:gd name="connsiteX3" fmla="*/ 418114 w 1182020"/>
                  <a:gd name="connsiteY3" fmla="*/ 25838 h 1502611"/>
                  <a:gd name="connsiteX4" fmla="*/ 370894 w 1182020"/>
                  <a:gd name="connsiteY4" fmla="*/ 96730 h 1502611"/>
                  <a:gd name="connsiteX5" fmla="*/ 251830 w 1182020"/>
                  <a:gd name="connsiteY5" fmla="*/ 145981 h 1502611"/>
                  <a:gd name="connsiteX6" fmla="*/ 185761 w 1182020"/>
                  <a:gd name="connsiteY6" fmla="*/ 132145 h 1502611"/>
                  <a:gd name="connsiteX7" fmla="*/ 170021 w 1182020"/>
                  <a:gd name="connsiteY7" fmla="*/ 132145 h 1502611"/>
                  <a:gd name="connsiteX8" fmla="*/ 185761 w 1182020"/>
                  <a:gd name="connsiteY8" fmla="*/ 124275 h 1502611"/>
                  <a:gd name="connsiteX9" fmla="*/ 189696 w 1182020"/>
                  <a:gd name="connsiteY9" fmla="*/ 124275 h 1502611"/>
                  <a:gd name="connsiteX10" fmla="*/ 213370 w 1182020"/>
                  <a:gd name="connsiteY10" fmla="*/ 120340 h 1502611"/>
                  <a:gd name="connsiteX11" fmla="*/ 154282 w 1182020"/>
                  <a:gd name="connsiteY11" fmla="*/ 183363 h 1502611"/>
                  <a:gd name="connsiteX12" fmla="*/ 63714 w 1182020"/>
                  <a:gd name="connsiteY12" fmla="*/ 273867 h 1502611"/>
                  <a:gd name="connsiteX13" fmla="*/ 23159 w 1182020"/>
                  <a:gd name="connsiteY13" fmla="*/ 727655 h 1502611"/>
                  <a:gd name="connsiteX14" fmla="*/ 43976 w 1182020"/>
                  <a:gd name="connsiteY14" fmla="*/ 1266299 h 1502611"/>
                  <a:gd name="connsiteX15" fmla="*/ 45626 w 1182020"/>
                  <a:gd name="connsiteY15" fmla="*/ 1326276 h 1502611"/>
                  <a:gd name="connsiteX16" fmla="*/ 120 w 1182020"/>
                  <a:gd name="connsiteY16" fmla="*/ 1406688 h 1502611"/>
                  <a:gd name="connsiteX17" fmla="*/ 42326 w 1182020"/>
                  <a:gd name="connsiteY17" fmla="*/ 1472948 h 1502611"/>
                  <a:gd name="connsiteX18" fmla="*/ 317455 w 1182020"/>
                  <a:gd name="connsiteY18" fmla="*/ 1497636 h 1502611"/>
                  <a:gd name="connsiteX19" fmla="*/ 1055766 w 1182020"/>
                  <a:gd name="connsiteY19" fmla="*/ 1478025 h 1502611"/>
                  <a:gd name="connsiteX20" fmla="*/ 1165564 w 1182020"/>
                  <a:gd name="connsiteY20" fmla="*/ 1441912 h 1502611"/>
                  <a:gd name="connsiteX21" fmla="*/ 1168674 w 1182020"/>
                  <a:gd name="connsiteY21" fmla="*/ 1317200 h 150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82020" h="1502611">
                    <a:moveTo>
                      <a:pt x="1168674" y="1317200"/>
                    </a:moveTo>
                    <a:cubicBezTo>
                      <a:pt x="1052846" y="949916"/>
                      <a:pt x="992680" y="565688"/>
                      <a:pt x="863144" y="203037"/>
                    </a:cubicBezTo>
                    <a:cubicBezTo>
                      <a:pt x="856798" y="185394"/>
                      <a:pt x="829697" y="109487"/>
                      <a:pt x="823731" y="92795"/>
                    </a:cubicBezTo>
                    <a:cubicBezTo>
                      <a:pt x="541938" y="-22207"/>
                      <a:pt x="447499" y="-11861"/>
                      <a:pt x="418114" y="25838"/>
                    </a:cubicBezTo>
                    <a:cubicBezTo>
                      <a:pt x="405040" y="42593"/>
                      <a:pt x="401549" y="67409"/>
                      <a:pt x="370894" y="96730"/>
                    </a:cubicBezTo>
                    <a:cubicBezTo>
                      <a:pt x="355916" y="111010"/>
                      <a:pt x="313203" y="145981"/>
                      <a:pt x="251830" y="145981"/>
                    </a:cubicBezTo>
                    <a:cubicBezTo>
                      <a:pt x="229109" y="145898"/>
                      <a:pt x="206642" y="141189"/>
                      <a:pt x="185761" y="132145"/>
                    </a:cubicBezTo>
                    <a:cubicBezTo>
                      <a:pt x="175543" y="133351"/>
                      <a:pt x="170339" y="133351"/>
                      <a:pt x="170021" y="132145"/>
                    </a:cubicBezTo>
                    <a:cubicBezTo>
                      <a:pt x="169705" y="130939"/>
                      <a:pt x="174972" y="128273"/>
                      <a:pt x="185761" y="124275"/>
                    </a:cubicBezTo>
                    <a:lnTo>
                      <a:pt x="189696" y="124275"/>
                    </a:lnTo>
                    <a:cubicBezTo>
                      <a:pt x="204484" y="123894"/>
                      <a:pt x="212227" y="119007"/>
                      <a:pt x="213370" y="120340"/>
                    </a:cubicBezTo>
                    <a:cubicBezTo>
                      <a:pt x="214512" y="121673"/>
                      <a:pt x="205373" y="134239"/>
                      <a:pt x="154282" y="183363"/>
                    </a:cubicBezTo>
                    <a:cubicBezTo>
                      <a:pt x="120771" y="210012"/>
                      <a:pt x="90371" y="240375"/>
                      <a:pt x="63714" y="273867"/>
                    </a:cubicBezTo>
                    <a:cubicBezTo>
                      <a:pt x="9387" y="342094"/>
                      <a:pt x="11735" y="489083"/>
                      <a:pt x="23159" y="727655"/>
                    </a:cubicBezTo>
                    <a:cubicBezTo>
                      <a:pt x="47404" y="1235391"/>
                      <a:pt x="35852" y="1229679"/>
                      <a:pt x="43976" y="1266299"/>
                    </a:cubicBezTo>
                    <a:cubicBezTo>
                      <a:pt x="49752" y="1285803"/>
                      <a:pt x="50323" y="1306486"/>
                      <a:pt x="45626" y="1326276"/>
                    </a:cubicBezTo>
                    <a:cubicBezTo>
                      <a:pt x="34520" y="1367339"/>
                      <a:pt x="2088" y="1377049"/>
                      <a:pt x="120" y="1406688"/>
                    </a:cubicBezTo>
                    <a:cubicBezTo>
                      <a:pt x="-1720" y="1434296"/>
                      <a:pt x="18018" y="1459683"/>
                      <a:pt x="42326" y="1472948"/>
                    </a:cubicBezTo>
                    <a:cubicBezTo>
                      <a:pt x="119693" y="1515280"/>
                      <a:pt x="232727" y="1500873"/>
                      <a:pt x="317455" y="1497636"/>
                    </a:cubicBezTo>
                    <a:cubicBezTo>
                      <a:pt x="364484" y="1495859"/>
                      <a:pt x="877551" y="1482785"/>
                      <a:pt x="1055766" y="1478025"/>
                    </a:cubicBezTo>
                    <a:cubicBezTo>
                      <a:pt x="1095624" y="1476946"/>
                      <a:pt x="1140939" y="1473265"/>
                      <a:pt x="1165564" y="1441912"/>
                    </a:cubicBezTo>
                    <a:cubicBezTo>
                      <a:pt x="1196346" y="1402563"/>
                      <a:pt x="1175845" y="1339984"/>
                      <a:pt x="1168674" y="13172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2" name=""/>
              <p:cNvSpPr/>
              <p:nvPr/>
            </p:nvSpPr>
            <p:spPr>
              <a:xfrm>
                <a:off x="7384322" y="3091033"/>
                <a:ext cx="531894" cy="412637"/>
              </a:xfrm>
              <a:custGeom>
                <a:avLst/>
                <a:gdLst>
                  <a:gd name="connsiteX0" fmla="*/ 400414 w 531852"/>
                  <a:gd name="connsiteY0" fmla="*/ 1337 h 411823"/>
                  <a:gd name="connsiteX1" fmla="*/ 311560 w 531852"/>
                  <a:gd name="connsiteY1" fmla="*/ 20377 h 411823"/>
                  <a:gd name="connsiteX2" fmla="*/ 264277 w 531852"/>
                  <a:gd name="connsiteY2" fmla="*/ 91270 h 411823"/>
                  <a:gd name="connsiteX3" fmla="*/ 145276 w 531852"/>
                  <a:gd name="connsiteY3" fmla="*/ 140520 h 411823"/>
                  <a:gd name="connsiteX4" fmla="*/ 57947 w 531852"/>
                  <a:gd name="connsiteY4" fmla="*/ 145534 h 411823"/>
                  <a:gd name="connsiteX5" fmla="*/ 50838 w 531852"/>
                  <a:gd name="connsiteY5" fmla="*/ 162099 h 411823"/>
                  <a:gd name="connsiteX6" fmla="*/ 8633 w 531852"/>
                  <a:gd name="connsiteY6" fmla="*/ 198592 h 411823"/>
                  <a:gd name="connsiteX7" fmla="*/ 1841 w 531852"/>
                  <a:gd name="connsiteY7" fmla="*/ 205637 h 411823"/>
                  <a:gd name="connsiteX8" fmla="*/ 1 w 531852"/>
                  <a:gd name="connsiteY8" fmla="*/ 207668 h 411823"/>
                  <a:gd name="connsiteX9" fmla="*/ 15360 w 531852"/>
                  <a:gd name="connsiteY9" fmla="*/ 258949 h 411823"/>
                  <a:gd name="connsiteX10" fmla="*/ 146165 w 531852"/>
                  <a:gd name="connsiteY10" fmla="*/ 402321 h 411823"/>
                  <a:gd name="connsiteX11" fmla="*/ 143246 w 531852"/>
                  <a:gd name="connsiteY11" fmla="*/ 392484 h 411823"/>
                  <a:gd name="connsiteX12" fmla="*/ 143753 w 531852"/>
                  <a:gd name="connsiteY12" fmla="*/ 392928 h 411823"/>
                  <a:gd name="connsiteX13" fmla="*/ 197383 w 531852"/>
                  <a:gd name="connsiteY13" fmla="*/ 284209 h 411823"/>
                  <a:gd name="connsiteX14" fmla="*/ 272148 w 531852"/>
                  <a:gd name="connsiteY14" fmla="*/ 410255 h 411823"/>
                  <a:gd name="connsiteX15" fmla="*/ 268212 w 531852"/>
                  <a:gd name="connsiteY15" fmla="*/ 406320 h 411823"/>
                  <a:gd name="connsiteX16" fmla="*/ 280081 w 531852"/>
                  <a:gd name="connsiteY16" fmla="*/ 410255 h 411823"/>
                  <a:gd name="connsiteX17" fmla="*/ 417613 w 531852"/>
                  <a:gd name="connsiteY17" fmla="*/ 276974 h 411823"/>
                  <a:gd name="connsiteX18" fmla="*/ 531854 w 531852"/>
                  <a:gd name="connsiteY18" fmla="*/ 43860 h 411823"/>
                  <a:gd name="connsiteX19" fmla="*/ 400414 w 531852"/>
                  <a:gd name="connsiteY19" fmla="*/ 1337 h 4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852" h="411823">
                    <a:moveTo>
                      <a:pt x="400414" y="1337"/>
                    </a:moveTo>
                    <a:cubicBezTo>
                      <a:pt x="372806" y="449"/>
                      <a:pt x="334789" y="-6025"/>
                      <a:pt x="311560" y="20377"/>
                    </a:cubicBezTo>
                    <a:cubicBezTo>
                      <a:pt x="297217" y="36752"/>
                      <a:pt x="294424" y="62519"/>
                      <a:pt x="264277" y="91270"/>
                    </a:cubicBezTo>
                    <a:cubicBezTo>
                      <a:pt x="227657" y="126240"/>
                      <a:pt x="180501" y="137030"/>
                      <a:pt x="145276" y="140520"/>
                    </a:cubicBezTo>
                    <a:cubicBezTo>
                      <a:pt x="116272" y="143122"/>
                      <a:pt x="87141" y="144645"/>
                      <a:pt x="57947" y="145534"/>
                    </a:cubicBezTo>
                    <a:lnTo>
                      <a:pt x="50838" y="162099"/>
                    </a:lnTo>
                    <a:cubicBezTo>
                      <a:pt x="42778" y="179863"/>
                      <a:pt x="27355" y="193211"/>
                      <a:pt x="8633" y="198592"/>
                    </a:cubicBezTo>
                    <a:cubicBezTo>
                      <a:pt x="6411" y="201004"/>
                      <a:pt x="4189" y="203352"/>
                      <a:pt x="1841" y="205637"/>
                    </a:cubicBezTo>
                    <a:cubicBezTo>
                      <a:pt x="1334" y="206399"/>
                      <a:pt x="572" y="206970"/>
                      <a:pt x="1" y="207668"/>
                    </a:cubicBezTo>
                    <a:cubicBezTo>
                      <a:pt x="2539" y="225439"/>
                      <a:pt x="7680" y="242727"/>
                      <a:pt x="15360" y="258949"/>
                    </a:cubicBezTo>
                    <a:cubicBezTo>
                      <a:pt x="87903" y="344059"/>
                      <a:pt x="142294" y="405368"/>
                      <a:pt x="146165" y="402321"/>
                    </a:cubicBezTo>
                    <a:cubicBezTo>
                      <a:pt x="147054" y="401623"/>
                      <a:pt x="145276" y="397054"/>
                      <a:pt x="143246" y="392484"/>
                    </a:cubicBezTo>
                    <a:cubicBezTo>
                      <a:pt x="143246" y="392484"/>
                      <a:pt x="143246" y="392865"/>
                      <a:pt x="143753" y="392928"/>
                    </a:cubicBezTo>
                    <a:cubicBezTo>
                      <a:pt x="150735" y="394832"/>
                      <a:pt x="167300" y="363416"/>
                      <a:pt x="197383" y="284209"/>
                    </a:cubicBezTo>
                    <a:cubicBezTo>
                      <a:pt x="239969" y="352373"/>
                      <a:pt x="274305" y="408858"/>
                      <a:pt x="272148" y="410255"/>
                    </a:cubicBezTo>
                    <a:cubicBezTo>
                      <a:pt x="271576" y="410636"/>
                      <a:pt x="267768" y="407081"/>
                      <a:pt x="268212" y="406320"/>
                    </a:cubicBezTo>
                    <a:cubicBezTo>
                      <a:pt x="268657" y="405558"/>
                      <a:pt x="279002" y="409810"/>
                      <a:pt x="280081" y="410255"/>
                    </a:cubicBezTo>
                    <a:cubicBezTo>
                      <a:pt x="323174" y="428787"/>
                      <a:pt x="417613" y="276974"/>
                      <a:pt x="417613" y="276974"/>
                    </a:cubicBezTo>
                    <a:cubicBezTo>
                      <a:pt x="463183" y="203181"/>
                      <a:pt x="501453" y="125104"/>
                      <a:pt x="531854" y="43860"/>
                    </a:cubicBezTo>
                    <a:cubicBezTo>
                      <a:pt x="492695" y="18105"/>
                      <a:pt x="447253" y="3412"/>
                      <a:pt x="400414" y="1337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3" name=""/>
              <p:cNvSpPr/>
              <p:nvPr/>
            </p:nvSpPr>
            <p:spPr>
              <a:xfrm>
                <a:off x="7622342" y="3068399"/>
                <a:ext cx="878006" cy="1512737"/>
              </a:xfrm>
              <a:custGeom>
                <a:avLst/>
                <a:gdLst>
                  <a:gd name="connsiteX0" fmla="*/ 478034 w 877937"/>
                  <a:gd name="connsiteY0" fmla="*/ 0 h 1509751"/>
                  <a:gd name="connsiteX1" fmla="*/ 387594 w 877937"/>
                  <a:gd name="connsiteY1" fmla="*/ 37001 h 1509751"/>
                  <a:gd name="connsiteX2" fmla="*/ 222579 w 877937"/>
                  <a:gd name="connsiteY2" fmla="*/ 774043 h 1509751"/>
                  <a:gd name="connsiteX3" fmla="*/ 105737 w 877937"/>
                  <a:gd name="connsiteY3" fmla="*/ 1314654 h 1509751"/>
                  <a:gd name="connsiteX4" fmla="*/ 1 w 877937"/>
                  <a:gd name="connsiteY4" fmla="*/ 1498137 h 1509751"/>
                  <a:gd name="connsiteX5" fmla="*/ 321715 w 877937"/>
                  <a:gd name="connsiteY5" fmla="*/ 1489823 h 1509751"/>
                  <a:gd name="connsiteX6" fmla="*/ 639050 w 877937"/>
                  <a:gd name="connsiteY6" fmla="*/ 1497820 h 1509751"/>
                  <a:gd name="connsiteX7" fmla="*/ 877939 w 877937"/>
                  <a:gd name="connsiteY7" fmla="*/ 1509752 h 1509751"/>
                  <a:gd name="connsiteX8" fmla="*/ 478034 w 877937"/>
                  <a:gd name="connsiteY8" fmla="*/ 0 h 1509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7937" h="1509751">
                    <a:moveTo>
                      <a:pt x="478034" y="0"/>
                    </a:moveTo>
                    <a:lnTo>
                      <a:pt x="387594" y="37001"/>
                    </a:lnTo>
                    <a:cubicBezTo>
                      <a:pt x="271385" y="349005"/>
                      <a:pt x="234194" y="598239"/>
                      <a:pt x="222579" y="774043"/>
                    </a:cubicBezTo>
                    <a:cubicBezTo>
                      <a:pt x="215217" y="887902"/>
                      <a:pt x="211282" y="1086998"/>
                      <a:pt x="105737" y="1314654"/>
                    </a:cubicBezTo>
                    <a:cubicBezTo>
                      <a:pt x="75971" y="1378819"/>
                      <a:pt x="40619" y="1440224"/>
                      <a:pt x="1" y="1498137"/>
                    </a:cubicBezTo>
                    <a:cubicBezTo>
                      <a:pt x="129981" y="1491283"/>
                      <a:pt x="239462" y="1488871"/>
                      <a:pt x="321715" y="1489823"/>
                    </a:cubicBezTo>
                    <a:cubicBezTo>
                      <a:pt x="428784" y="1491029"/>
                      <a:pt x="535091" y="1494964"/>
                      <a:pt x="639050" y="1497820"/>
                    </a:cubicBezTo>
                    <a:cubicBezTo>
                      <a:pt x="720160" y="1500105"/>
                      <a:pt x="799240" y="1504167"/>
                      <a:pt x="877939" y="1509752"/>
                    </a:cubicBezTo>
                    <a:cubicBezTo>
                      <a:pt x="825261" y="1307038"/>
                      <a:pt x="478034" y="0"/>
                      <a:pt x="478034" y="0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4" name=""/>
              <p:cNvSpPr/>
              <p:nvPr/>
            </p:nvSpPr>
            <p:spPr>
              <a:xfrm>
                <a:off x="7913266" y="3033138"/>
                <a:ext cx="613550" cy="1735691"/>
              </a:xfrm>
              <a:custGeom>
                <a:avLst/>
                <a:gdLst>
                  <a:gd name="connsiteX0" fmla="*/ 48204 w 613502"/>
                  <a:gd name="connsiteY0" fmla="*/ 645680 h 1732265"/>
                  <a:gd name="connsiteX1" fmla="*/ 921 w 613502"/>
                  <a:gd name="connsiteY1" fmla="*/ 1564617 h 1732265"/>
                  <a:gd name="connsiteX2" fmla="*/ 15836 w 613502"/>
                  <a:gd name="connsiteY2" fmla="*/ 1666736 h 1732265"/>
                  <a:gd name="connsiteX3" fmla="*/ 437573 w 613502"/>
                  <a:gd name="connsiteY3" fmla="*/ 1731980 h 1732265"/>
                  <a:gd name="connsiteX4" fmla="*/ 540644 w 613502"/>
                  <a:gd name="connsiteY4" fmla="*/ 1729695 h 1732265"/>
                  <a:gd name="connsiteX5" fmla="*/ 607158 w 613502"/>
                  <a:gd name="connsiteY5" fmla="*/ 944291 h 1732265"/>
                  <a:gd name="connsiteX6" fmla="*/ 613504 w 613502"/>
                  <a:gd name="connsiteY6" fmla="*/ 650122 h 1732265"/>
                  <a:gd name="connsiteX7" fmla="*/ 329616 w 613502"/>
                  <a:gd name="connsiteY7" fmla="*/ 174120 h 1732265"/>
                  <a:gd name="connsiteX8" fmla="*/ 244951 w 613502"/>
                  <a:gd name="connsiteY8" fmla="*/ 40014 h 1732265"/>
                  <a:gd name="connsiteX9" fmla="*/ 97074 w 613502"/>
                  <a:gd name="connsiteY9" fmla="*/ 48773 h 1732265"/>
                  <a:gd name="connsiteX10" fmla="*/ 96502 w 613502"/>
                  <a:gd name="connsiteY10" fmla="*/ 50106 h 1732265"/>
                  <a:gd name="connsiteX11" fmla="*/ 71115 w 613502"/>
                  <a:gd name="connsiteY11" fmla="*/ 197666 h 173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3502" h="1732265">
                    <a:moveTo>
                      <a:pt x="48204" y="645680"/>
                    </a:moveTo>
                    <a:cubicBezTo>
                      <a:pt x="32464" y="951971"/>
                      <a:pt x="16724" y="1258282"/>
                      <a:pt x="921" y="1564617"/>
                    </a:cubicBezTo>
                    <a:cubicBezTo>
                      <a:pt x="-856" y="1599588"/>
                      <a:pt x="-1872" y="1637477"/>
                      <a:pt x="15836" y="1666736"/>
                    </a:cubicBezTo>
                    <a:cubicBezTo>
                      <a:pt x="154130" y="1702023"/>
                      <a:pt x="294265" y="1728743"/>
                      <a:pt x="437573" y="1731980"/>
                    </a:cubicBezTo>
                    <a:cubicBezTo>
                      <a:pt x="472036" y="1732741"/>
                      <a:pt x="506372" y="1731980"/>
                      <a:pt x="540644" y="1729695"/>
                    </a:cubicBezTo>
                    <a:cubicBezTo>
                      <a:pt x="547562" y="1467449"/>
                      <a:pt x="572377" y="1204633"/>
                      <a:pt x="607158" y="944291"/>
                    </a:cubicBezTo>
                    <a:cubicBezTo>
                      <a:pt x="610394" y="846235"/>
                      <a:pt x="612616" y="748178"/>
                      <a:pt x="613504" y="650122"/>
                    </a:cubicBezTo>
                    <a:cubicBezTo>
                      <a:pt x="542929" y="478285"/>
                      <a:pt x="447284" y="317866"/>
                      <a:pt x="329616" y="174120"/>
                    </a:cubicBezTo>
                    <a:lnTo>
                      <a:pt x="244951" y="40014"/>
                    </a:lnTo>
                    <a:cubicBezTo>
                      <a:pt x="209219" y="-16535"/>
                      <a:pt x="124364" y="-12727"/>
                      <a:pt x="97074" y="48773"/>
                    </a:cubicBezTo>
                    <a:lnTo>
                      <a:pt x="96502" y="50106"/>
                    </a:lnTo>
                    <a:cubicBezTo>
                      <a:pt x="76954" y="95231"/>
                      <a:pt x="74035" y="147210"/>
                      <a:pt x="71115" y="197666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5" name=""/>
              <p:cNvSpPr/>
              <p:nvPr/>
            </p:nvSpPr>
            <p:spPr>
              <a:xfrm>
                <a:off x="7840368" y="3912270"/>
                <a:ext cx="717994" cy="732838"/>
              </a:xfrm>
              <a:custGeom>
                <a:avLst/>
                <a:gdLst>
                  <a:gd name="connsiteX0" fmla="*/ 717939 w 717938"/>
                  <a:gd name="connsiteY0" fmla="*/ 578057 h 731392"/>
                  <a:gd name="connsiteX1" fmla="*/ 83270 w 717938"/>
                  <a:gd name="connsiteY1" fmla="*/ 19040 h 731392"/>
                  <a:gd name="connsiteX2" fmla="*/ 1 w 717938"/>
                  <a:gd name="connsiteY2" fmla="*/ 0 h 731392"/>
                  <a:gd name="connsiteX3" fmla="*/ 646412 w 717938"/>
                  <a:gd name="connsiteY3" fmla="*/ 731393 h 731392"/>
                  <a:gd name="connsiteX4" fmla="*/ 717939 w 717938"/>
                  <a:gd name="connsiteY4" fmla="*/ 578057 h 73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7938" h="731392">
                    <a:moveTo>
                      <a:pt x="717939" y="578057"/>
                    </a:moveTo>
                    <a:lnTo>
                      <a:pt x="83270" y="19040"/>
                    </a:lnTo>
                    <a:lnTo>
                      <a:pt x="1" y="0"/>
                    </a:lnTo>
                    <a:cubicBezTo>
                      <a:pt x="1" y="0"/>
                      <a:pt x="352877" y="507228"/>
                      <a:pt x="646412" y="731393"/>
                    </a:cubicBezTo>
                    <a:cubicBezTo>
                      <a:pt x="664119" y="677636"/>
                      <a:pt x="688109" y="626165"/>
                      <a:pt x="717939" y="578057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6" name=""/>
              <p:cNvSpPr/>
              <p:nvPr/>
            </p:nvSpPr>
            <p:spPr>
              <a:xfrm>
                <a:off x="7741888" y="3116882"/>
                <a:ext cx="505462" cy="483468"/>
              </a:xfrm>
              <a:custGeom>
                <a:avLst/>
                <a:gdLst>
                  <a:gd name="connsiteX0" fmla="*/ 220520 w 505422"/>
                  <a:gd name="connsiteY0" fmla="*/ 267298 h 482514"/>
                  <a:gd name="connsiteX1" fmla="*/ 353103 w 505422"/>
                  <a:gd name="connsiteY1" fmla="*/ 144109 h 482514"/>
                  <a:gd name="connsiteX2" fmla="*/ 505423 w 505422"/>
                  <a:gd name="connsiteY2" fmla="*/ 28218 h 482514"/>
                  <a:gd name="connsiteX3" fmla="*/ 433261 w 505422"/>
                  <a:gd name="connsiteY3" fmla="*/ 927 h 482514"/>
                  <a:gd name="connsiteX4" fmla="*/ 173809 w 505422"/>
                  <a:gd name="connsiteY4" fmla="*/ 175842 h 482514"/>
                  <a:gd name="connsiteX5" fmla="*/ 1940 w 505422"/>
                  <a:gd name="connsiteY5" fmla="*/ 481562 h 482514"/>
                  <a:gd name="connsiteX6" fmla="*/ 65026 w 505422"/>
                  <a:gd name="connsiteY6" fmla="*/ 434787 h 482514"/>
                  <a:gd name="connsiteX7" fmla="*/ 220520 w 505422"/>
                  <a:gd name="connsiteY7" fmla="*/ 267298 h 4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5422" h="482514">
                    <a:moveTo>
                      <a:pt x="220520" y="267298"/>
                    </a:moveTo>
                    <a:cubicBezTo>
                      <a:pt x="261901" y="223315"/>
                      <a:pt x="306200" y="182163"/>
                      <a:pt x="353103" y="144109"/>
                    </a:cubicBezTo>
                    <a:cubicBezTo>
                      <a:pt x="401781" y="102823"/>
                      <a:pt x="452618" y="64140"/>
                      <a:pt x="505423" y="28218"/>
                    </a:cubicBezTo>
                    <a:cubicBezTo>
                      <a:pt x="483844" y="13544"/>
                      <a:pt x="459156" y="4196"/>
                      <a:pt x="433261" y="927"/>
                    </a:cubicBezTo>
                    <a:cubicBezTo>
                      <a:pt x="331714" y="-10624"/>
                      <a:pt x="247112" y="87940"/>
                      <a:pt x="173809" y="175842"/>
                    </a:cubicBezTo>
                    <a:cubicBezTo>
                      <a:pt x="64899" y="306584"/>
                      <a:pt x="-13482" y="467219"/>
                      <a:pt x="1940" y="481562"/>
                    </a:cubicBezTo>
                    <a:cubicBezTo>
                      <a:pt x="7652" y="486893"/>
                      <a:pt x="26882" y="469630"/>
                      <a:pt x="65026" y="434787"/>
                    </a:cubicBezTo>
                    <a:cubicBezTo>
                      <a:pt x="136934" y="369289"/>
                      <a:pt x="166256" y="325878"/>
                      <a:pt x="220520" y="267298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7" name=""/>
              <p:cNvSpPr/>
              <p:nvPr/>
            </p:nvSpPr>
            <p:spPr>
              <a:xfrm>
                <a:off x="7075912" y="3374782"/>
                <a:ext cx="169470" cy="396885"/>
              </a:xfrm>
              <a:custGeom>
                <a:avLst/>
                <a:gdLst>
                  <a:gd name="connsiteX0" fmla="*/ 1 w 169457"/>
                  <a:gd name="connsiteY0" fmla="*/ 396102 h 396102"/>
                  <a:gd name="connsiteX1" fmla="*/ 88411 w 169457"/>
                  <a:gd name="connsiteY1" fmla="*/ 27994 h 396102"/>
                  <a:gd name="connsiteX2" fmla="*/ 169458 w 169457"/>
                  <a:gd name="connsiteY2" fmla="*/ 18855 h 396102"/>
                  <a:gd name="connsiteX3" fmla="*/ 156765 w 169457"/>
                  <a:gd name="connsiteY3" fmla="*/ 66138 h 396102"/>
                  <a:gd name="connsiteX4" fmla="*/ 24246 w 169457"/>
                  <a:gd name="connsiteY4" fmla="*/ 378205 h 396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457" h="396102">
                    <a:moveTo>
                      <a:pt x="1" y="396102"/>
                    </a:moveTo>
                    <a:cubicBezTo>
                      <a:pt x="1" y="396102"/>
                      <a:pt x="20375" y="85114"/>
                      <a:pt x="88411" y="27994"/>
                    </a:cubicBezTo>
                    <a:cubicBezTo>
                      <a:pt x="156447" y="-29126"/>
                      <a:pt x="169458" y="18855"/>
                      <a:pt x="169458" y="18855"/>
                    </a:cubicBezTo>
                    <a:lnTo>
                      <a:pt x="156765" y="66138"/>
                    </a:lnTo>
                    <a:lnTo>
                      <a:pt x="24246" y="378205"/>
                    </a:ln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8" name=""/>
              <p:cNvSpPr/>
              <p:nvPr/>
            </p:nvSpPr>
            <p:spPr>
              <a:xfrm>
                <a:off x="7076166" y="3374760"/>
                <a:ext cx="169469" cy="396906"/>
              </a:xfrm>
              <a:custGeom>
                <a:avLst/>
                <a:gdLst>
                  <a:gd name="connsiteX0" fmla="*/ 111449 w 169456"/>
                  <a:gd name="connsiteY0" fmla="*/ 11070 h 396123"/>
                  <a:gd name="connsiteX1" fmla="*/ 33702 w 169456"/>
                  <a:gd name="connsiteY1" fmla="*/ 317108 h 396123"/>
                  <a:gd name="connsiteX2" fmla="*/ 1968 w 169456"/>
                  <a:gd name="connsiteY2" fmla="*/ 371372 h 396123"/>
                  <a:gd name="connsiteX3" fmla="*/ 1 w 169456"/>
                  <a:gd name="connsiteY3" fmla="*/ 396124 h 396123"/>
                  <a:gd name="connsiteX4" fmla="*/ 24245 w 169456"/>
                  <a:gd name="connsiteY4" fmla="*/ 378289 h 396123"/>
                  <a:gd name="connsiteX5" fmla="*/ 156764 w 169456"/>
                  <a:gd name="connsiteY5" fmla="*/ 66223 h 396123"/>
                  <a:gd name="connsiteX6" fmla="*/ 169458 w 169456"/>
                  <a:gd name="connsiteY6" fmla="*/ 18940 h 396123"/>
                  <a:gd name="connsiteX7" fmla="*/ 111449 w 169456"/>
                  <a:gd name="connsiteY7" fmla="*/ 11070 h 396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456" h="396123">
                    <a:moveTo>
                      <a:pt x="111449" y="11070"/>
                    </a:moveTo>
                    <a:cubicBezTo>
                      <a:pt x="94694" y="115600"/>
                      <a:pt x="65182" y="217337"/>
                      <a:pt x="33702" y="317108"/>
                    </a:cubicBezTo>
                    <a:cubicBezTo>
                      <a:pt x="27990" y="337645"/>
                      <a:pt x="17073" y="356343"/>
                      <a:pt x="1968" y="371372"/>
                    </a:cubicBezTo>
                    <a:cubicBezTo>
                      <a:pt x="572" y="386794"/>
                      <a:pt x="1" y="396124"/>
                      <a:pt x="1" y="396124"/>
                    </a:cubicBezTo>
                    <a:lnTo>
                      <a:pt x="24245" y="378289"/>
                    </a:lnTo>
                    <a:lnTo>
                      <a:pt x="156764" y="66223"/>
                    </a:lnTo>
                    <a:lnTo>
                      <a:pt x="169458" y="18940"/>
                    </a:lnTo>
                    <a:cubicBezTo>
                      <a:pt x="169458" y="18940"/>
                      <a:pt x="159303" y="-17808"/>
                      <a:pt x="111449" y="11070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9" name=""/>
              <p:cNvSpPr/>
              <p:nvPr/>
            </p:nvSpPr>
            <p:spPr>
              <a:xfrm>
                <a:off x="6979308" y="3576184"/>
                <a:ext cx="295007" cy="425528"/>
              </a:xfrm>
              <a:custGeom>
                <a:avLst/>
                <a:gdLst>
                  <a:gd name="connsiteX0" fmla="*/ 1 w 294984"/>
                  <a:gd name="connsiteY0" fmla="*/ 204110 h 424688"/>
                  <a:gd name="connsiteX1" fmla="*/ 53059 w 294984"/>
                  <a:gd name="connsiteY1" fmla="*/ 24562 h 424688"/>
                  <a:gd name="connsiteX2" fmla="*/ 228355 w 294984"/>
                  <a:gd name="connsiteY2" fmla="*/ 0 h 424688"/>
                  <a:gd name="connsiteX3" fmla="*/ 244540 w 294984"/>
                  <a:gd name="connsiteY3" fmla="*/ 115637 h 424688"/>
                  <a:gd name="connsiteX4" fmla="*/ 294679 w 294984"/>
                  <a:gd name="connsiteY4" fmla="*/ 276145 h 424688"/>
                  <a:gd name="connsiteX5" fmla="*/ 69815 w 294984"/>
                  <a:gd name="connsiteY5" fmla="*/ 423198 h 424688"/>
                  <a:gd name="connsiteX6" fmla="*/ 1 w 294984"/>
                  <a:gd name="connsiteY6" fmla="*/ 204110 h 42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984" h="424688">
                    <a:moveTo>
                      <a:pt x="1" y="204110"/>
                    </a:moveTo>
                    <a:cubicBezTo>
                      <a:pt x="1" y="204110"/>
                      <a:pt x="14662" y="29385"/>
                      <a:pt x="53059" y="24562"/>
                    </a:cubicBezTo>
                    <a:cubicBezTo>
                      <a:pt x="91457" y="19738"/>
                      <a:pt x="166158" y="64"/>
                      <a:pt x="228355" y="0"/>
                    </a:cubicBezTo>
                    <a:cubicBezTo>
                      <a:pt x="290553" y="-64"/>
                      <a:pt x="244540" y="115637"/>
                      <a:pt x="244540" y="115637"/>
                    </a:cubicBezTo>
                    <a:cubicBezTo>
                      <a:pt x="244540" y="115637"/>
                      <a:pt x="299565" y="234764"/>
                      <a:pt x="294679" y="276145"/>
                    </a:cubicBezTo>
                    <a:cubicBezTo>
                      <a:pt x="289792" y="317525"/>
                      <a:pt x="101612" y="439509"/>
                      <a:pt x="69815" y="423198"/>
                    </a:cubicBezTo>
                    <a:cubicBezTo>
                      <a:pt x="38018" y="406887"/>
                      <a:pt x="1" y="204110"/>
                      <a:pt x="1" y="20411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0" name=""/>
              <p:cNvSpPr/>
              <p:nvPr/>
            </p:nvSpPr>
            <p:spPr>
              <a:xfrm>
                <a:off x="7136261" y="3517545"/>
                <a:ext cx="143035" cy="315234"/>
              </a:xfrm>
              <a:custGeom>
                <a:avLst/>
                <a:gdLst>
                  <a:gd name="connsiteX0" fmla="*/ 14 w 143024"/>
                  <a:gd name="connsiteY0" fmla="*/ 64870 h 314612"/>
                  <a:gd name="connsiteX1" fmla="*/ 26860 w 143024"/>
                  <a:gd name="connsiteY1" fmla="*/ 7 h 314612"/>
                  <a:gd name="connsiteX2" fmla="*/ 93755 w 143024"/>
                  <a:gd name="connsiteY2" fmla="*/ 7242 h 314612"/>
                  <a:gd name="connsiteX3" fmla="*/ 133295 w 143024"/>
                  <a:gd name="connsiteY3" fmla="*/ 191296 h 314612"/>
                  <a:gd name="connsiteX4" fmla="*/ 134628 w 143024"/>
                  <a:gd name="connsiteY4" fmla="*/ 314612 h 314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024" h="314612">
                    <a:moveTo>
                      <a:pt x="14" y="64870"/>
                    </a:moveTo>
                    <a:cubicBezTo>
                      <a:pt x="14" y="64870"/>
                      <a:pt x="-1446" y="-755"/>
                      <a:pt x="26860" y="7"/>
                    </a:cubicBezTo>
                    <a:cubicBezTo>
                      <a:pt x="49264" y="1193"/>
                      <a:pt x="71605" y="3611"/>
                      <a:pt x="93755" y="7242"/>
                    </a:cubicBezTo>
                    <a:cubicBezTo>
                      <a:pt x="93755" y="7242"/>
                      <a:pt x="133358" y="149598"/>
                      <a:pt x="133295" y="191296"/>
                    </a:cubicBezTo>
                    <a:cubicBezTo>
                      <a:pt x="133231" y="232993"/>
                      <a:pt x="154302" y="302363"/>
                      <a:pt x="134628" y="314612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1" name=""/>
              <p:cNvSpPr/>
              <p:nvPr/>
            </p:nvSpPr>
            <p:spPr>
              <a:xfrm>
                <a:off x="7556485" y="3522258"/>
                <a:ext cx="568871" cy="583079"/>
              </a:xfrm>
              <a:custGeom>
                <a:avLst/>
                <a:gdLst>
                  <a:gd name="connsiteX0" fmla="*/ 483021 w 568827"/>
                  <a:gd name="connsiteY0" fmla="*/ 262436 h 581928"/>
                  <a:gd name="connsiteX1" fmla="*/ 378490 w 568827"/>
                  <a:gd name="connsiteY1" fmla="*/ 211662 h 581928"/>
                  <a:gd name="connsiteX2" fmla="*/ 297761 w 568827"/>
                  <a:gd name="connsiteY2" fmla="*/ 0 h 581928"/>
                  <a:gd name="connsiteX3" fmla="*/ 191962 w 568827"/>
                  <a:gd name="connsiteY3" fmla="*/ 68608 h 581928"/>
                  <a:gd name="connsiteX4" fmla="*/ 43449 w 568827"/>
                  <a:gd name="connsiteY4" fmla="*/ 20563 h 581928"/>
                  <a:gd name="connsiteX5" fmla="*/ 35706 w 568827"/>
                  <a:gd name="connsiteY5" fmla="*/ 155558 h 581928"/>
                  <a:gd name="connsiteX6" fmla="*/ 1307 w 568827"/>
                  <a:gd name="connsiteY6" fmla="*/ 301087 h 581928"/>
                  <a:gd name="connsiteX7" fmla="*/ 185361 w 568827"/>
                  <a:gd name="connsiteY7" fmla="*/ 435320 h 581928"/>
                  <a:gd name="connsiteX8" fmla="*/ 305187 w 568827"/>
                  <a:gd name="connsiteY8" fmla="*/ 447125 h 581928"/>
                  <a:gd name="connsiteX9" fmla="*/ 568829 w 568827"/>
                  <a:gd name="connsiteY9" fmla="*/ 581928 h 58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8827" h="581928">
                    <a:moveTo>
                      <a:pt x="483021" y="262436"/>
                    </a:moveTo>
                    <a:lnTo>
                      <a:pt x="378490" y="211662"/>
                    </a:lnTo>
                    <a:lnTo>
                      <a:pt x="297761" y="0"/>
                    </a:lnTo>
                    <a:lnTo>
                      <a:pt x="191962" y="68608"/>
                    </a:lnTo>
                    <a:cubicBezTo>
                      <a:pt x="191962" y="68608"/>
                      <a:pt x="54492" y="-17263"/>
                      <a:pt x="43449" y="20563"/>
                    </a:cubicBezTo>
                    <a:cubicBezTo>
                      <a:pt x="32406" y="58390"/>
                      <a:pt x="35706" y="155558"/>
                      <a:pt x="35706" y="155558"/>
                    </a:cubicBezTo>
                    <a:cubicBezTo>
                      <a:pt x="35706" y="155558"/>
                      <a:pt x="-8023" y="241809"/>
                      <a:pt x="1307" y="301087"/>
                    </a:cubicBezTo>
                    <a:cubicBezTo>
                      <a:pt x="10636" y="360365"/>
                      <a:pt x="185361" y="435320"/>
                      <a:pt x="185361" y="435320"/>
                    </a:cubicBezTo>
                    <a:cubicBezTo>
                      <a:pt x="185361" y="435320"/>
                      <a:pt x="281514" y="425609"/>
                      <a:pt x="305187" y="447125"/>
                    </a:cubicBezTo>
                    <a:cubicBezTo>
                      <a:pt x="328860" y="468640"/>
                      <a:pt x="568829" y="581928"/>
                      <a:pt x="568829" y="581928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2" name=""/>
              <p:cNvSpPr/>
              <p:nvPr/>
            </p:nvSpPr>
            <p:spPr>
              <a:xfrm>
                <a:off x="7556485" y="3533554"/>
                <a:ext cx="132837" cy="374073"/>
              </a:xfrm>
              <a:custGeom>
                <a:avLst/>
                <a:gdLst>
                  <a:gd name="connsiteX0" fmla="*/ 101013 w 132827"/>
                  <a:gd name="connsiteY0" fmla="*/ 287782 h 373335"/>
                  <a:gd name="connsiteX1" fmla="*/ 126781 w 132827"/>
                  <a:gd name="connsiteY1" fmla="*/ 84117 h 373335"/>
                  <a:gd name="connsiteX2" fmla="*/ 99299 w 132827"/>
                  <a:gd name="connsiteY2" fmla="*/ 9734 h 373335"/>
                  <a:gd name="connsiteX3" fmla="*/ 43449 w 132827"/>
                  <a:gd name="connsiteY3" fmla="*/ 9734 h 373335"/>
                  <a:gd name="connsiteX4" fmla="*/ 35706 w 132827"/>
                  <a:gd name="connsiteY4" fmla="*/ 144728 h 373335"/>
                  <a:gd name="connsiteX5" fmla="*/ 1307 w 132827"/>
                  <a:gd name="connsiteY5" fmla="*/ 290258 h 373335"/>
                  <a:gd name="connsiteX6" fmla="*/ 86606 w 132827"/>
                  <a:gd name="connsiteY6" fmla="*/ 373336 h 373335"/>
                  <a:gd name="connsiteX7" fmla="*/ 101013 w 132827"/>
                  <a:gd name="connsiteY7" fmla="*/ 287782 h 37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827" h="373335">
                    <a:moveTo>
                      <a:pt x="101013" y="287782"/>
                    </a:moveTo>
                    <a:cubicBezTo>
                      <a:pt x="116372" y="225394"/>
                      <a:pt x="145440" y="148980"/>
                      <a:pt x="126781" y="84117"/>
                    </a:cubicBezTo>
                    <a:cubicBezTo>
                      <a:pt x="119038" y="58812"/>
                      <a:pt x="109899" y="33978"/>
                      <a:pt x="99299" y="9734"/>
                    </a:cubicBezTo>
                    <a:cubicBezTo>
                      <a:pt x="71818" y="-929"/>
                      <a:pt x="47828" y="-5372"/>
                      <a:pt x="43449" y="9734"/>
                    </a:cubicBezTo>
                    <a:cubicBezTo>
                      <a:pt x="32469" y="47814"/>
                      <a:pt x="35706" y="144728"/>
                      <a:pt x="35706" y="144728"/>
                    </a:cubicBezTo>
                    <a:cubicBezTo>
                      <a:pt x="35706" y="144728"/>
                      <a:pt x="-8023" y="230979"/>
                      <a:pt x="1307" y="290258"/>
                    </a:cubicBezTo>
                    <a:cubicBezTo>
                      <a:pt x="5622" y="317612"/>
                      <a:pt x="45226" y="348266"/>
                      <a:pt x="86606" y="373336"/>
                    </a:cubicBezTo>
                    <a:cubicBezTo>
                      <a:pt x="89208" y="344490"/>
                      <a:pt x="94032" y="315885"/>
                      <a:pt x="101013" y="28778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3" name=""/>
              <p:cNvSpPr/>
              <p:nvPr/>
            </p:nvSpPr>
            <p:spPr>
              <a:xfrm>
                <a:off x="7832814" y="3153552"/>
                <a:ext cx="1172616" cy="1458860"/>
              </a:xfrm>
              <a:custGeom>
                <a:avLst/>
                <a:gdLst>
                  <a:gd name="connsiteX0" fmla="*/ 545119 w 1172524"/>
                  <a:gd name="connsiteY0" fmla="*/ 37380 h 1455981"/>
                  <a:gd name="connsiteX1" fmla="*/ 373758 w 1172524"/>
                  <a:gd name="connsiteY1" fmla="*/ 6598 h 1455981"/>
                  <a:gd name="connsiteX2" fmla="*/ 225563 w 1172524"/>
                  <a:gd name="connsiteY2" fmla="*/ 331866 h 1455981"/>
                  <a:gd name="connsiteX3" fmla="*/ 293409 w 1172524"/>
                  <a:gd name="connsiteY3" fmla="*/ 292072 h 1455981"/>
                  <a:gd name="connsiteX4" fmla="*/ 741866 w 1172524"/>
                  <a:gd name="connsiteY4" fmla="*/ 1129836 h 1455981"/>
                  <a:gd name="connsiteX5" fmla="*/ 763318 w 1172524"/>
                  <a:gd name="connsiteY5" fmla="*/ 803743 h 1455981"/>
                  <a:gd name="connsiteX6" fmla="*/ 456583 w 1172524"/>
                  <a:gd name="connsiteY6" fmla="*/ 685885 h 1455981"/>
                  <a:gd name="connsiteX7" fmla="*/ 84793 w 1172524"/>
                  <a:gd name="connsiteY7" fmla="*/ 597983 h 1455981"/>
                  <a:gd name="connsiteX8" fmla="*/ 84095 w 1172524"/>
                  <a:gd name="connsiteY8" fmla="*/ 605789 h 1455981"/>
                  <a:gd name="connsiteX9" fmla="*/ 1 w 1172524"/>
                  <a:gd name="connsiteY9" fmla="*/ 949590 h 1455981"/>
                  <a:gd name="connsiteX10" fmla="*/ 1158781 w 1172524"/>
                  <a:gd name="connsiteY10" fmla="*/ 1347147 h 1455981"/>
                  <a:gd name="connsiteX11" fmla="*/ 1058884 w 1172524"/>
                  <a:gd name="connsiteY11" fmla="*/ 873620 h 1455981"/>
                  <a:gd name="connsiteX12" fmla="*/ 682398 w 1172524"/>
                  <a:gd name="connsiteY12" fmla="*/ 183798 h 1455981"/>
                  <a:gd name="connsiteX13" fmla="*/ 545119 w 1172524"/>
                  <a:gd name="connsiteY13" fmla="*/ 37380 h 1455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72524" h="1455981">
                    <a:moveTo>
                      <a:pt x="545119" y="37380"/>
                    </a:moveTo>
                    <a:cubicBezTo>
                      <a:pt x="521128" y="24306"/>
                      <a:pt x="447634" y="-15615"/>
                      <a:pt x="373758" y="6598"/>
                    </a:cubicBezTo>
                    <a:cubicBezTo>
                      <a:pt x="226261" y="51025"/>
                      <a:pt x="187673" y="310605"/>
                      <a:pt x="225563" y="331866"/>
                    </a:cubicBezTo>
                    <a:cubicBezTo>
                      <a:pt x="235210" y="337261"/>
                      <a:pt x="254567" y="330089"/>
                      <a:pt x="293409" y="292072"/>
                    </a:cubicBezTo>
                    <a:cubicBezTo>
                      <a:pt x="529950" y="868860"/>
                      <a:pt x="679415" y="1148115"/>
                      <a:pt x="741866" y="1129836"/>
                    </a:cubicBezTo>
                    <a:cubicBezTo>
                      <a:pt x="777789" y="1119345"/>
                      <a:pt x="784961" y="1010645"/>
                      <a:pt x="763318" y="803743"/>
                    </a:cubicBezTo>
                    <a:cubicBezTo>
                      <a:pt x="636384" y="750431"/>
                      <a:pt x="530775" y="711653"/>
                      <a:pt x="456583" y="685885"/>
                    </a:cubicBezTo>
                    <a:cubicBezTo>
                      <a:pt x="335996" y="643933"/>
                      <a:pt x="102246" y="562442"/>
                      <a:pt x="84793" y="597983"/>
                    </a:cubicBezTo>
                    <a:cubicBezTo>
                      <a:pt x="83715" y="600446"/>
                      <a:pt x="83524" y="603181"/>
                      <a:pt x="84095" y="605789"/>
                    </a:cubicBezTo>
                    <a:cubicBezTo>
                      <a:pt x="84095" y="605789"/>
                      <a:pt x="92346" y="658277"/>
                      <a:pt x="1" y="949590"/>
                    </a:cubicBezTo>
                    <a:cubicBezTo>
                      <a:pt x="1" y="949590"/>
                      <a:pt x="1041938" y="1738230"/>
                      <a:pt x="1158781" y="1347147"/>
                    </a:cubicBezTo>
                    <a:cubicBezTo>
                      <a:pt x="1206698" y="1186703"/>
                      <a:pt x="1118606" y="1019023"/>
                      <a:pt x="1058884" y="873620"/>
                    </a:cubicBezTo>
                    <a:cubicBezTo>
                      <a:pt x="957337" y="626734"/>
                      <a:pt x="810791" y="415008"/>
                      <a:pt x="682398" y="183798"/>
                    </a:cubicBezTo>
                    <a:cubicBezTo>
                      <a:pt x="665135" y="152509"/>
                      <a:pt x="625976" y="81489"/>
                      <a:pt x="545119" y="3738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4" name=""/>
              <p:cNvSpPr/>
              <p:nvPr/>
            </p:nvSpPr>
            <p:spPr>
              <a:xfrm>
                <a:off x="7996112" y="3554818"/>
                <a:ext cx="479990" cy="342890"/>
              </a:xfrm>
              <a:custGeom>
                <a:avLst/>
                <a:gdLst>
                  <a:gd name="connsiteX0" fmla="*/ 479954 w 479952"/>
                  <a:gd name="connsiteY0" fmla="*/ 342214 h 342213"/>
                  <a:gd name="connsiteX1" fmla="*/ 269307 w 479952"/>
                  <a:gd name="connsiteY1" fmla="*/ 0 h 342213"/>
                  <a:gd name="connsiteX2" fmla="*/ 310878 w 479952"/>
                  <a:gd name="connsiteY2" fmla="*/ 250694 h 342213"/>
                  <a:gd name="connsiteX3" fmla="*/ 14360 w 479952"/>
                  <a:gd name="connsiteY3" fmla="*/ 135248 h 342213"/>
                  <a:gd name="connsiteX4" fmla="*/ 8013 w 479952"/>
                  <a:gd name="connsiteY4" fmla="*/ 153019 h 342213"/>
                  <a:gd name="connsiteX5" fmla="*/ 340962 w 479952"/>
                  <a:gd name="connsiteY5" fmla="*/ 283062 h 342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952" h="342213">
                    <a:moveTo>
                      <a:pt x="479954" y="342214"/>
                    </a:moveTo>
                    <a:lnTo>
                      <a:pt x="269307" y="0"/>
                    </a:lnTo>
                    <a:lnTo>
                      <a:pt x="310878" y="250694"/>
                    </a:lnTo>
                    <a:cubicBezTo>
                      <a:pt x="212504" y="211028"/>
                      <a:pt x="114131" y="172249"/>
                      <a:pt x="14360" y="135248"/>
                    </a:cubicBezTo>
                    <a:cubicBezTo>
                      <a:pt x="17" y="129917"/>
                      <a:pt x="-6140" y="147941"/>
                      <a:pt x="8013" y="153019"/>
                    </a:cubicBezTo>
                    <a:cubicBezTo>
                      <a:pt x="119716" y="194570"/>
                      <a:pt x="230719" y="237919"/>
                      <a:pt x="340962" y="283062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5" name=""/>
              <p:cNvSpPr/>
              <p:nvPr/>
            </p:nvSpPr>
            <p:spPr>
              <a:xfrm>
                <a:off x="7913852" y="3745159"/>
                <a:ext cx="189732" cy="441184"/>
              </a:xfrm>
              <a:custGeom>
                <a:avLst/>
                <a:gdLst>
                  <a:gd name="connsiteX0" fmla="*/ 166428 w 189717"/>
                  <a:gd name="connsiteY0" fmla="*/ 7479 h 440313"/>
                  <a:gd name="connsiteX1" fmla="*/ 907 w 189717"/>
                  <a:gd name="connsiteY1" fmla="*/ 424965 h 440313"/>
                  <a:gd name="connsiteX2" fmla="*/ 23311 w 189717"/>
                  <a:gd name="connsiteY2" fmla="*/ 432834 h 440313"/>
                  <a:gd name="connsiteX3" fmla="*/ 188832 w 189717"/>
                  <a:gd name="connsiteY3" fmla="*/ 15349 h 440313"/>
                  <a:gd name="connsiteX4" fmla="*/ 166428 w 189717"/>
                  <a:gd name="connsiteY4" fmla="*/ 7479 h 440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717" h="440313">
                    <a:moveTo>
                      <a:pt x="166428" y="7479"/>
                    </a:moveTo>
                    <a:cubicBezTo>
                      <a:pt x="111403" y="146643"/>
                      <a:pt x="56250" y="285801"/>
                      <a:pt x="907" y="424965"/>
                    </a:cubicBezTo>
                    <a:cubicBezTo>
                      <a:pt x="-4742" y="439181"/>
                      <a:pt x="17662" y="446987"/>
                      <a:pt x="23311" y="432834"/>
                    </a:cubicBezTo>
                    <a:cubicBezTo>
                      <a:pt x="78336" y="293670"/>
                      <a:pt x="133489" y="154513"/>
                      <a:pt x="188832" y="15349"/>
                    </a:cubicBezTo>
                    <a:cubicBezTo>
                      <a:pt x="194417" y="1132"/>
                      <a:pt x="172013" y="-6674"/>
                      <a:pt x="166428" y="74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6" name=""/>
              <p:cNvSpPr/>
              <p:nvPr/>
            </p:nvSpPr>
            <p:spPr>
              <a:xfrm>
                <a:off x="8391453" y="3841642"/>
                <a:ext cx="175221" cy="94962"/>
              </a:xfrm>
              <a:custGeom>
                <a:avLst/>
                <a:gdLst>
                  <a:gd name="connsiteX0" fmla="*/ 7278 w 175207"/>
                  <a:gd name="connsiteY0" fmla="*/ 23524 h 94775"/>
                  <a:gd name="connsiteX1" fmla="*/ 160170 w 175207"/>
                  <a:gd name="connsiteY1" fmla="*/ 93655 h 94775"/>
                  <a:gd name="connsiteX2" fmla="*/ 167976 w 175207"/>
                  <a:gd name="connsiteY2" fmla="*/ 71251 h 94775"/>
                  <a:gd name="connsiteX3" fmla="*/ 15084 w 175207"/>
                  <a:gd name="connsiteY3" fmla="*/ 1120 h 94775"/>
                  <a:gd name="connsiteX4" fmla="*/ 7278 w 175207"/>
                  <a:gd name="connsiteY4" fmla="*/ 23524 h 9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07" h="94775">
                    <a:moveTo>
                      <a:pt x="7278" y="23524"/>
                    </a:moveTo>
                    <a:lnTo>
                      <a:pt x="160170" y="93655"/>
                    </a:lnTo>
                    <a:cubicBezTo>
                      <a:pt x="174006" y="100002"/>
                      <a:pt x="181748" y="77598"/>
                      <a:pt x="167976" y="71251"/>
                    </a:cubicBezTo>
                    <a:lnTo>
                      <a:pt x="15084" y="1120"/>
                    </a:lnTo>
                    <a:cubicBezTo>
                      <a:pt x="1185" y="-5226"/>
                      <a:pt x="-6558" y="17177"/>
                      <a:pt x="7278" y="235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7" name=""/>
              <p:cNvSpPr/>
              <p:nvPr/>
            </p:nvSpPr>
            <p:spPr>
              <a:xfrm>
                <a:off x="7305553" y="2535631"/>
                <a:ext cx="495017" cy="775245"/>
              </a:xfrm>
              <a:custGeom>
                <a:avLst/>
                <a:gdLst>
                  <a:gd name="connsiteX0" fmla="*/ 421104 w 494978"/>
                  <a:gd name="connsiteY0" fmla="*/ 412842 h 773715"/>
                  <a:gd name="connsiteX1" fmla="*/ 310989 w 494978"/>
                  <a:gd name="connsiteY1" fmla="*/ 179601 h 773715"/>
                  <a:gd name="connsiteX2" fmla="*/ 272909 w 494978"/>
                  <a:gd name="connsiteY2" fmla="*/ 65995 h 773715"/>
                  <a:gd name="connsiteX3" fmla="*/ 261866 w 494978"/>
                  <a:gd name="connsiteY3" fmla="*/ 4623 h 773715"/>
                  <a:gd name="connsiteX4" fmla="*/ 261485 w 494978"/>
                  <a:gd name="connsiteY4" fmla="*/ 2846 h 773715"/>
                  <a:gd name="connsiteX5" fmla="*/ 253615 w 494978"/>
                  <a:gd name="connsiteY5" fmla="*/ 117 h 773715"/>
                  <a:gd name="connsiteX6" fmla="*/ 225245 w 494978"/>
                  <a:gd name="connsiteY6" fmla="*/ 6463 h 773715"/>
                  <a:gd name="connsiteX7" fmla="*/ 1 w 494978"/>
                  <a:gd name="connsiteY7" fmla="*/ 104456 h 773715"/>
                  <a:gd name="connsiteX8" fmla="*/ 160572 w 494978"/>
                  <a:gd name="connsiteY8" fmla="*/ 596198 h 773715"/>
                  <a:gd name="connsiteX9" fmla="*/ 196495 w 494978"/>
                  <a:gd name="connsiteY9" fmla="*/ 711898 h 773715"/>
                  <a:gd name="connsiteX10" fmla="*/ 238891 w 494978"/>
                  <a:gd name="connsiteY10" fmla="*/ 754167 h 773715"/>
                  <a:gd name="connsiteX11" fmla="*/ 244856 w 494978"/>
                  <a:gd name="connsiteY11" fmla="*/ 761847 h 773715"/>
                  <a:gd name="connsiteX12" fmla="*/ 252663 w 494978"/>
                  <a:gd name="connsiteY12" fmla="*/ 769907 h 773715"/>
                  <a:gd name="connsiteX13" fmla="*/ 254440 w 494978"/>
                  <a:gd name="connsiteY13" fmla="*/ 772065 h 773715"/>
                  <a:gd name="connsiteX14" fmla="*/ 329395 w 494978"/>
                  <a:gd name="connsiteY14" fmla="*/ 773715 h 773715"/>
                  <a:gd name="connsiteX15" fmla="*/ 494980 w 494978"/>
                  <a:gd name="connsiteY15" fmla="*/ 575571 h 773715"/>
                  <a:gd name="connsiteX16" fmla="*/ 421104 w 494978"/>
                  <a:gd name="connsiteY16" fmla="*/ 412842 h 773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4978" h="773715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02183" y="408336"/>
                      <a:pt x="143818" y="538951"/>
                      <a:pt x="160572" y="596198"/>
                    </a:cubicBezTo>
                    <a:cubicBezTo>
                      <a:pt x="166221" y="615238"/>
                      <a:pt x="177709" y="656111"/>
                      <a:pt x="196495" y="711898"/>
                    </a:cubicBezTo>
                    <a:cubicBezTo>
                      <a:pt x="211346" y="725226"/>
                      <a:pt x="225372" y="739506"/>
                      <a:pt x="238891" y="754167"/>
                    </a:cubicBezTo>
                    <a:cubicBezTo>
                      <a:pt x="240985" y="756624"/>
                      <a:pt x="243016" y="759188"/>
                      <a:pt x="244856" y="761847"/>
                    </a:cubicBezTo>
                    <a:lnTo>
                      <a:pt x="252663" y="769907"/>
                    </a:lnTo>
                    <a:cubicBezTo>
                      <a:pt x="253361" y="770605"/>
                      <a:pt x="253805" y="771367"/>
                      <a:pt x="254440" y="772065"/>
                    </a:cubicBezTo>
                    <a:cubicBezTo>
                      <a:pt x="279446" y="770777"/>
                      <a:pt x="304452" y="771329"/>
                      <a:pt x="329395" y="773715"/>
                    </a:cubicBezTo>
                    <a:cubicBezTo>
                      <a:pt x="372870" y="740585"/>
                      <a:pt x="435321" y="672168"/>
                      <a:pt x="494980" y="575571"/>
                    </a:cubicBezTo>
                    <a:cubicBezTo>
                      <a:pt x="464770" y="505313"/>
                      <a:pt x="439383" y="449145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8" name=""/>
              <p:cNvSpPr/>
              <p:nvPr/>
            </p:nvSpPr>
            <p:spPr>
              <a:xfrm>
                <a:off x="7305553" y="2535631"/>
                <a:ext cx="456109" cy="502826"/>
              </a:xfrm>
              <a:custGeom>
                <a:avLst/>
                <a:gdLst>
                  <a:gd name="connsiteX0" fmla="*/ 421104 w 456073"/>
                  <a:gd name="connsiteY0" fmla="*/ 412842 h 501834"/>
                  <a:gd name="connsiteX1" fmla="*/ 310989 w 456073"/>
                  <a:gd name="connsiteY1" fmla="*/ 179601 h 501834"/>
                  <a:gd name="connsiteX2" fmla="*/ 272909 w 456073"/>
                  <a:gd name="connsiteY2" fmla="*/ 65995 h 501834"/>
                  <a:gd name="connsiteX3" fmla="*/ 261866 w 456073"/>
                  <a:gd name="connsiteY3" fmla="*/ 4623 h 501834"/>
                  <a:gd name="connsiteX4" fmla="*/ 261485 w 456073"/>
                  <a:gd name="connsiteY4" fmla="*/ 2846 h 501834"/>
                  <a:gd name="connsiteX5" fmla="*/ 253615 w 456073"/>
                  <a:gd name="connsiteY5" fmla="*/ 117 h 501834"/>
                  <a:gd name="connsiteX6" fmla="*/ 225245 w 456073"/>
                  <a:gd name="connsiteY6" fmla="*/ 6463 h 501834"/>
                  <a:gd name="connsiteX7" fmla="*/ 1 w 456073"/>
                  <a:gd name="connsiteY7" fmla="*/ 104456 h 501834"/>
                  <a:gd name="connsiteX8" fmla="*/ 57121 w 456073"/>
                  <a:gd name="connsiteY8" fmla="*/ 235389 h 501834"/>
                  <a:gd name="connsiteX9" fmla="*/ 98248 w 456073"/>
                  <a:gd name="connsiteY9" fmla="*/ 274484 h 501834"/>
                  <a:gd name="connsiteX10" fmla="*/ 160446 w 456073"/>
                  <a:gd name="connsiteY10" fmla="*/ 391390 h 501834"/>
                  <a:gd name="connsiteX11" fmla="*/ 379026 w 456073"/>
                  <a:gd name="connsiteY11" fmla="*/ 501696 h 501834"/>
                  <a:gd name="connsiteX12" fmla="*/ 456075 w 456073"/>
                  <a:gd name="connsiteY12" fmla="*/ 485258 h 501834"/>
                  <a:gd name="connsiteX13" fmla="*/ 421104 w 456073"/>
                  <a:gd name="connsiteY13" fmla="*/ 412842 h 501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56073" h="501834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9105" y="148077"/>
                      <a:pt x="38145" y="191723"/>
                      <a:pt x="57121" y="235389"/>
                    </a:cubicBezTo>
                    <a:cubicBezTo>
                      <a:pt x="72100" y="247009"/>
                      <a:pt x="85872" y="260109"/>
                      <a:pt x="98248" y="274484"/>
                    </a:cubicBezTo>
                    <a:cubicBezTo>
                      <a:pt x="139120" y="321957"/>
                      <a:pt x="138613" y="353881"/>
                      <a:pt x="160446" y="391390"/>
                    </a:cubicBezTo>
                    <a:cubicBezTo>
                      <a:pt x="203286" y="465012"/>
                      <a:pt x="300073" y="504488"/>
                      <a:pt x="379026" y="501696"/>
                    </a:cubicBezTo>
                    <a:cubicBezTo>
                      <a:pt x="405428" y="500661"/>
                      <a:pt x="431513" y="495102"/>
                      <a:pt x="456075" y="485258"/>
                    </a:cubicBezTo>
                    <a:cubicBezTo>
                      <a:pt x="444904" y="461077"/>
                      <a:pt x="433417" y="436959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19" name=""/>
              <p:cNvSpPr/>
              <p:nvPr/>
            </p:nvSpPr>
            <p:spPr>
              <a:xfrm>
                <a:off x="7228508" y="2322747"/>
                <a:ext cx="577875" cy="617692"/>
              </a:xfrm>
              <a:custGeom>
                <a:avLst/>
                <a:gdLst>
                  <a:gd name="connsiteX0" fmla="*/ 567196 w 577830"/>
                  <a:gd name="connsiteY0" fmla="*/ 317619 h 616473"/>
                  <a:gd name="connsiteX1" fmla="*/ 395835 w 577830"/>
                  <a:gd name="connsiteY1" fmla="*/ 26051 h 616473"/>
                  <a:gd name="connsiteX2" fmla="*/ 359659 w 577830"/>
                  <a:gd name="connsiteY2" fmla="*/ 2569 h 616473"/>
                  <a:gd name="connsiteX3" fmla="*/ 305585 w 577830"/>
                  <a:gd name="connsiteY3" fmla="*/ 4219 h 616473"/>
                  <a:gd name="connsiteX4" fmla="*/ 67964 w 577830"/>
                  <a:gd name="connsiteY4" fmla="*/ 54992 h 616473"/>
                  <a:gd name="connsiteX5" fmla="*/ 6211 w 577830"/>
                  <a:gd name="connsiteY5" fmla="*/ 159332 h 616473"/>
                  <a:gd name="connsiteX6" fmla="*/ 106426 w 577830"/>
                  <a:gd name="connsiteY6" fmla="*/ 492026 h 616473"/>
                  <a:gd name="connsiteX7" fmla="*/ 381999 w 577830"/>
                  <a:gd name="connsiteY7" fmla="*/ 615532 h 616473"/>
                  <a:gd name="connsiteX8" fmla="*/ 501190 w 577830"/>
                  <a:gd name="connsiteY8" fmla="*/ 575929 h 616473"/>
                  <a:gd name="connsiteX9" fmla="*/ 569988 w 577830"/>
                  <a:gd name="connsiteY9" fmla="*/ 329550 h 616473"/>
                  <a:gd name="connsiteX10" fmla="*/ 567196 w 577830"/>
                  <a:gd name="connsiteY10" fmla="*/ 317619 h 61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830" h="616473">
                    <a:moveTo>
                      <a:pt x="567196" y="317619"/>
                    </a:moveTo>
                    <a:cubicBezTo>
                      <a:pt x="542697" y="212708"/>
                      <a:pt x="479358" y="103037"/>
                      <a:pt x="395835" y="26051"/>
                    </a:cubicBezTo>
                    <a:cubicBezTo>
                      <a:pt x="385744" y="15529"/>
                      <a:pt x="373367" y="7494"/>
                      <a:pt x="359659" y="2569"/>
                    </a:cubicBezTo>
                    <a:cubicBezTo>
                      <a:pt x="342586" y="-2445"/>
                      <a:pt x="323609" y="855"/>
                      <a:pt x="305585" y="4219"/>
                    </a:cubicBezTo>
                    <a:cubicBezTo>
                      <a:pt x="227013" y="19134"/>
                      <a:pt x="144696" y="31827"/>
                      <a:pt x="67964" y="54992"/>
                    </a:cubicBezTo>
                    <a:cubicBezTo>
                      <a:pt x="55" y="75302"/>
                      <a:pt x="-8703" y="93073"/>
                      <a:pt x="6211" y="159332"/>
                    </a:cubicBezTo>
                    <a:cubicBezTo>
                      <a:pt x="31154" y="270653"/>
                      <a:pt x="39722" y="394985"/>
                      <a:pt x="106426" y="492026"/>
                    </a:cubicBezTo>
                    <a:cubicBezTo>
                      <a:pt x="163546" y="575040"/>
                      <a:pt x="272709" y="623974"/>
                      <a:pt x="381999" y="615532"/>
                    </a:cubicBezTo>
                    <a:cubicBezTo>
                      <a:pt x="424204" y="612296"/>
                      <a:pt x="467172" y="600554"/>
                      <a:pt x="501190" y="575929"/>
                    </a:cubicBezTo>
                    <a:cubicBezTo>
                      <a:pt x="578683" y="519824"/>
                      <a:pt x="588076" y="415548"/>
                      <a:pt x="569988" y="329550"/>
                    </a:cubicBezTo>
                    <a:cubicBezTo>
                      <a:pt x="569290" y="325425"/>
                      <a:pt x="568401" y="321490"/>
                      <a:pt x="567196" y="317619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0" name=""/>
              <p:cNvSpPr/>
              <p:nvPr/>
            </p:nvSpPr>
            <p:spPr>
              <a:xfrm>
                <a:off x="7119731" y="2082443"/>
                <a:ext cx="588261" cy="708046"/>
              </a:xfrm>
              <a:custGeom>
                <a:avLst/>
                <a:gdLst>
                  <a:gd name="connsiteX0" fmla="*/ 535703 w 588215"/>
                  <a:gd name="connsiteY0" fmla="*/ 25025 h 706649"/>
                  <a:gd name="connsiteX1" fmla="*/ 568896 w 588215"/>
                  <a:gd name="connsiteY1" fmla="*/ 214410 h 706649"/>
                  <a:gd name="connsiteX2" fmla="*/ 374370 w 588215"/>
                  <a:gd name="connsiteY2" fmla="*/ 318559 h 706649"/>
                  <a:gd name="connsiteX3" fmla="*/ 344096 w 588215"/>
                  <a:gd name="connsiteY3" fmla="*/ 336457 h 706649"/>
                  <a:gd name="connsiteX4" fmla="*/ 325056 w 588215"/>
                  <a:gd name="connsiteY4" fmla="*/ 394339 h 706649"/>
                  <a:gd name="connsiteX5" fmla="*/ 248896 w 588215"/>
                  <a:gd name="connsiteY5" fmla="*/ 463201 h 706649"/>
                  <a:gd name="connsiteX6" fmla="*/ 271427 w 588215"/>
                  <a:gd name="connsiteY6" fmla="*/ 670357 h 706649"/>
                  <a:gd name="connsiteX7" fmla="*/ 205167 w 588215"/>
                  <a:gd name="connsiteY7" fmla="*/ 706215 h 706649"/>
                  <a:gd name="connsiteX8" fmla="*/ 46499 w 588215"/>
                  <a:gd name="connsiteY8" fmla="*/ 572300 h 706649"/>
                  <a:gd name="connsiteX9" fmla="*/ 22319 w 588215"/>
                  <a:gd name="connsiteY9" fmla="*/ 331634 h 706649"/>
                  <a:gd name="connsiteX10" fmla="*/ 195330 w 588215"/>
                  <a:gd name="connsiteY10" fmla="*/ 218281 h 706649"/>
                  <a:gd name="connsiteX11" fmla="*/ 247245 w 588215"/>
                  <a:gd name="connsiteY11" fmla="*/ 83097 h 706649"/>
                  <a:gd name="connsiteX12" fmla="*/ 444945 w 588215"/>
                  <a:gd name="connsiteY12" fmla="*/ 82 h 706649"/>
                  <a:gd name="connsiteX13" fmla="*/ 535703 w 588215"/>
                  <a:gd name="connsiteY13" fmla="*/ 25025 h 70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88215" h="706649">
                    <a:moveTo>
                      <a:pt x="535703" y="25025"/>
                    </a:moveTo>
                    <a:cubicBezTo>
                      <a:pt x="588889" y="66723"/>
                      <a:pt x="604819" y="162050"/>
                      <a:pt x="568896" y="214410"/>
                    </a:cubicBezTo>
                    <a:cubicBezTo>
                      <a:pt x="530816" y="269499"/>
                      <a:pt x="415369" y="302819"/>
                      <a:pt x="374370" y="318559"/>
                    </a:cubicBezTo>
                    <a:cubicBezTo>
                      <a:pt x="363073" y="322132"/>
                      <a:pt x="352665" y="328257"/>
                      <a:pt x="344096" y="336457"/>
                    </a:cubicBezTo>
                    <a:cubicBezTo>
                      <a:pt x="329943" y="352070"/>
                      <a:pt x="331022" y="374537"/>
                      <a:pt x="325056" y="394339"/>
                    </a:cubicBezTo>
                    <a:cubicBezTo>
                      <a:pt x="312363" y="434387"/>
                      <a:pt x="270919" y="439337"/>
                      <a:pt x="248896" y="463201"/>
                    </a:cubicBezTo>
                    <a:cubicBezTo>
                      <a:pt x="225731" y="488587"/>
                      <a:pt x="216337" y="543105"/>
                      <a:pt x="271427" y="670357"/>
                    </a:cubicBezTo>
                    <a:cubicBezTo>
                      <a:pt x="257464" y="684827"/>
                      <a:pt x="234870" y="703169"/>
                      <a:pt x="205167" y="706215"/>
                    </a:cubicBezTo>
                    <a:cubicBezTo>
                      <a:pt x="121581" y="714783"/>
                      <a:pt x="58368" y="593879"/>
                      <a:pt x="46499" y="572300"/>
                    </a:cubicBezTo>
                    <a:cubicBezTo>
                      <a:pt x="38693" y="558274"/>
                      <a:pt x="-36515" y="419408"/>
                      <a:pt x="22319" y="331634"/>
                    </a:cubicBezTo>
                    <a:cubicBezTo>
                      <a:pt x="66111" y="266326"/>
                      <a:pt x="141763" y="296156"/>
                      <a:pt x="195330" y="218281"/>
                    </a:cubicBezTo>
                    <a:cubicBezTo>
                      <a:pt x="233410" y="162811"/>
                      <a:pt x="206246" y="136219"/>
                      <a:pt x="247245" y="83097"/>
                    </a:cubicBezTo>
                    <a:cubicBezTo>
                      <a:pt x="313759" y="-3155"/>
                      <a:pt x="437139" y="-235"/>
                      <a:pt x="444945" y="82"/>
                    </a:cubicBezTo>
                    <a:cubicBezTo>
                      <a:pt x="474457" y="1225"/>
                      <a:pt x="506889" y="2431"/>
                      <a:pt x="535703" y="2502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1" name=""/>
              <p:cNvSpPr/>
              <p:nvPr/>
            </p:nvSpPr>
            <p:spPr>
              <a:xfrm>
                <a:off x="7203131" y="2703175"/>
                <a:ext cx="234550" cy="212730"/>
              </a:xfrm>
              <a:custGeom>
                <a:avLst/>
                <a:gdLst>
                  <a:gd name="connsiteX0" fmla="*/ 3724 w 234532"/>
                  <a:gd name="connsiteY0" fmla="*/ 68620 h 212310"/>
                  <a:gd name="connsiteX1" fmla="*/ 118917 w 234532"/>
                  <a:gd name="connsiteY1" fmla="*/ 212309 h 212310"/>
                  <a:gd name="connsiteX2" fmla="*/ 233158 w 234532"/>
                  <a:gd name="connsiteY2" fmla="*/ 108350 h 212310"/>
                  <a:gd name="connsiteX3" fmla="*/ 203709 w 234532"/>
                  <a:gd name="connsiteY3" fmla="*/ 76617 h 212310"/>
                  <a:gd name="connsiteX4" fmla="*/ 193872 w 234532"/>
                  <a:gd name="connsiteY4" fmla="*/ 58910 h 212310"/>
                  <a:gd name="connsiteX5" fmla="*/ 3724 w 234532"/>
                  <a:gd name="connsiteY5" fmla="*/ 68620 h 2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4532" h="212310">
                    <a:moveTo>
                      <a:pt x="3724" y="68620"/>
                    </a:moveTo>
                    <a:cubicBezTo>
                      <a:pt x="-16077" y="131008"/>
                      <a:pt x="46121" y="212055"/>
                      <a:pt x="118917" y="212309"/>
                    </a:cubicBezTo>
                    <a:cubicBezTo>
                      <a:pt x="189238" y="212627"/>
                      <a:pt x="244010" y="131706"/>
                      <a:pt x="233158" y="108350"/>
                    </a:cubicBezTo>
                    <a:cubicBezTo>
                      <a:pt x="229540" y="100544"/>
                      <a:pt x="217798" y="97371"/>
                      <a:pt x="203709" y="76617"/>
                    </a:cubicBezTo>
                    <a:cubicBezTo>
                      <a:pt x="199964" y="70975"/>
                      <a:pt x="196664" y="65053"/>
                      <a:pt x="193872" y="58910"/>
                    </a:cubicBezTo>
                    <a:cubicBezTo>
                      <a:pt x="154649" y="-21186"/>
                      <a:pt x="32221" y="-21186"/>
                      <a:pt x="3724" y="6862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2" name=""/>
              <p:cNvSpPr/>
              <p:nvPr/>
            </p:nvSpPr>
            <p:spPr>
              <a:xfrm>
                <a:off x="7420087" y="3127031"/>
                <a:ext cx="181626" cy="292016"/>
              </a:xfrm>
              <a:custGeom>
                <a:avLst/>
                <a:gdLst>
                  <a:gd name="connsiteX0" fmla="*/ 4668 w 181612"/>
                  <a:gd name="connsiteY0" fmla="*/ 94502 h 291440"/>
                  <a:gd name="connsiteX1" fmla="*/ 43763 w 181612"/>
                  <a:gd name="connsiteY1" fmla="*/ 0 h 291440"/>
                  <a:gd name="connsiteX2" fmla="*/ 181614 w 181612"/>
                  <a:gd name="connsiteY2" fmla="*/ 173265 h 291440"/>
                  <a:gd name="connsiteX3" fmla="*/ 130840 w 181612"/>
                  <a:gd name="connsiteY3" fmla="*/ 291440 h 291440"/>
                  <a:gd name="connsiteX4" fmla="*/ 4668 w 181612"/>
                  <a:gd name="connsiteY4" fmla="*/ 94502 h 2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2" h="291440">
                    <a:moveTo>
                      <a:pt x="4668" y="94502"/>
                    </a:moveTo>
                    <a:lnTo>
                      <a:pt x="43763" y="0"/>
                    </a:lnTo>
                    <a:cubicBezTo>
                      <a:pt x="61153" y="75627"/>
                      <a:pt x="111863" y="139316"/>
                      <a:pt x="181614" y="173265"/>
                    </a:cubicBezTo>
                    <a:lnTo>
                      <a:pt x="130840" y="291440"/>
                    </a:lnTo>
                    <a:cubicBezTo>
                      <a:pt x="130840" y="291440"/>
                      <a:pt x="-29033" y="196874"/>
                      <a:pt x="4668" y="94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3" name=""/>
              <p:cNvSpPr/>
              <p:nvPr/>
            </p:nvSpPr>
            <p:spPr>
              <a:xfrm>
                <a:off x="7586290" y="3000736"/>
                <a:ext cx="299269" cy="426196"/>
              </a:xfrm>
              <a:custGeom>
                <a:avLst/>
                <a:gdLst>
                  <a:gd name="connsiteX0" fmla="*/ 1 w 299246"/>
                  <a:gd name="connsiteY0" fmla="*/ 307180 h 425355"/>
                  <a:gd name="connsiteX1" fmla="*/ 94504 w 299246"/>
                  <a:gd name="connsiteY1" fmla="*/ 232353 h 425355"/>
                  <a:gd name="connsiteX2" fmla="*/ 165396 w 299246"/>
                  <a:gd name="connsiteY2" fmla="*/ 0 h 425355"/>
                  <a:gd name="connsiteX3" fmla="*/ 299248 w 299246"/>
                  <a:gd name="connsiteY3" fmla="*/ 126045 h 425355"/>
                  <a:gd name="connsiteX4" fmla="*/ 102500 w 299246"/>
                  <a:gd name="connsiteY4" fmla="*/ 425356 h 425355"/>
                  <a:gd name="connsiteX5" fmla="*/ 1 w 299246"/>
                  <a:gd name="connsiteY5" fmla="*/ 307180 h 42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246" h="425355">
                    <a:moveTo>
                      <a:pt x="1" y="307180"/>
                    </a:moveTo>
                    <a:cubicBezTo>
                      <a:pt x="36177" y="288819"/>
                      <a:pt x="68355" y="263375"/>
                      <a:pt x="94504" y="232353"/>
                    </a:cubicBezTo>
                    <a:cubicBezTo>
                      <a:pt x="171806" y="140135"/>
                      <a:pt x="167491" y="29830"/>
                      <a:pt x="165396" y="0"/>
                    </a:cubicBezTo>
                    <a:cubicBezTo>
                      <a:pt x="165396" y="0"/>
                      <a:pt x="299248" y="7870"/>
                      <a:pt x="299248" y="126045"/>
                    </a:cubicBezTo>
                    <a:cubicBezTo>
                      <a:pt x="299248" y="244221"/>
                      <a:pt x="102500" y="425356"/>
                      <a:pt x="102500" y="425356"/>
                    </a:cubicBezTo>
                    <a:cubicBezTo>
                      <a:pt x="68038" y="385923"/>
                      <a:pt x="33829" y="346529"/>
                      <a:pt x="1" y="307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6" name=""/>
              <p:cNvSpPr/>
              <p:nvPr/>
            </p:nvSpPr>
            <p:spPr>
              <a:xfrm>
                <a:off x="7623738" y="2646845"/>
                <a:ext cx="37156" cy="39207"/>
              </a:xfrm>
              <a:custGeom>
                <a:avLst/>
                <a:gdLst>
                  <a:gd name="connsiteX0" fmla="*/ 1 w 37153"/>
                  <a:gd name="connsiteY0" fmla="*/ 30972 h 39130"/>
                  <a:gd name="connsiteX1" fmla="*/ 31037 w 37153"/>
                  <a:gd name="connsiteY1" fmla="*/ 37319 h 39130"/>
                  <a:gd name="connsiteX2" fmla="*/ 31037 w 37153"/>
                  <a:gd name="connsiteY2" fmla="*/ 6347 h 39130"/>
                  <a:gd name="connsiteX3" fmla="*/ 23992 w 37153"/>
                  <a:gd name="connsiteY3" fmla="*/ 0 h 39130"/>
                  <a:gd name="connsiteX4" fmla="*/ 1 w 37153"/>
                  <a:gd name="connsiteY4" fmla="*/ 30972 h 3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53" h="39130">
                    <a:moveTo>
                      <a:pt x="1" y="30972"/>
                    </a:moveTo>
                    <a:cubicBezTo>
                      <a:pt x="12695" y="39032"/>
                      <a:pt x="24943" y="41063"/>
                      <a:pt x="31037" y="37319"/>
                    </a:cubicBezTo>
                    <a:cubicBezTo>
                      <a:pt x="38906" y="32685"/>
                      <a:pt x="39477" y="17199"/>
                      <a:pt x="31037" y="6347"/>
                    </a:cubicBezTo>
                    <a:cubicBezTo>
                      <a:pt x="29069" y="3859"/>
                      <a:pt x="26657" y="1714"/>
                      <a:pt x="23992" y="0"/>
                    </a:cubicBezTo>
                    <a:cubicBezTo>
                      <a:pt x="17962" y="11710"/>
                      <a:pt x="9838" y="22207"/>
                      <a:pt x="1" y="3097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7" name=""/>
              <p:cNvSpPr/>
              <p:nvPr/>
            </p:nvSpPr>
            <p:spPr>
              <a:xfrm>
                <a:off x="7482323" y="2651787"/>
                <a:ext cx="57905" cy="39321"/>
              </a:xfrm>
              <a:custGeom>
                <a:avLst/>
                <a:gdLst>
                  <a:gd name="connsiteX0" fmla="*/ 57629 w 57900"/>
                  <a:gd name="connsiteY0" fmla="*/ 13282 h 39243"/>
                  <a:gd name="connsiteX1" fmla="*/ 22659 w 57900"/>
                  <a:gd name="connsiteY1" fmla="*/ 1541 h 39243"/>
                  <a:gd name="connsiteX2" fmla="*/ 1 w 57900"/>
                  <a:gd name="connsiteY2" fmla="*/ 36575 h 39243"/>
                  <a:gd name="connsiteX3" fmla="*/ 4888 w 57900"/>
                  <a:gd name="connsiteY3" fmla="*/ 37717 h 39243"/>
                  <a:gd name="connsiteX4" fmla="*/ 25134 w 57900"/>
                  <a:gd name="connsiteY4" fmla="*/ 7189 h 39243"/>
                  <a:gd name="connsiteX5" fmla="*/ 55789 w 57900"/>
                  <a:gd name="connsiteY5" fmla="*/ 15630 h 39243"/>
                  <a:gd name="connsiteX6" fmla="*/ 57629 w 57900"/>
                  <a:gd name="connsiteY6" fmla="*/ 13282 h 39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00" h="39243">
                    <a:moveTo>
                      <a:pt x="57629" y="13282"/>
                    </a:moveTo>
                    <a:cubicBezTo>
                      <a:pt x="49823" y="2061"/>
                      <a:pt x="35606" y="-2718"/>
                      <a:pt x="22659" y="1541"/>
                    </a:cubicBezTo>
                    <a:cubicBezTo>
                      <a:pt x="9394" y="6491"/>
                      <a:pt x="890" y="23247"/>
                      <a:pt x="1" y="36575"/>
                    </a:cubicBezTo>
                    <a:cubicBezTo>
                      <a:pt x="1" y="39367"/>
                      <a:pt x="3238" y="40319"/>
                      <a:pt x="4888" y="37717"/>
                    </a:cubicBezTo>
                    <a:cubicBezTo>
                      <a:pt x="11870" y="26864"/>
                      <a:pt x="10219" y="11822"/>
                      <a:pt x="25134" y="7189"/>
                    </a:cubicBezTo>
                    <a:cubicBezTo>
                      <a:pt x="37320" y="3445"/>
                      <a:pt x="46586" y="10363"/>
                      <a:pt x="55789" y="15630"/>
                    </a:cubicBezTo>
                    <a:cubicBezTo>
                      <a:pt x="57058" y="16392"/>
                      <a:pt x="58518" y="14425"/>
                      <a:pt x="57629" y="1328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8" name=""/>
              <p:cNvSpPr/>
              <p:nvPr/>
            </p:nvSpPr>
            <p:spPr>
              <a:xfrm>
                <a:off x="7478736" y="2647946"/>
                <a:ext cx="65681" cy="46884"/>
              </a:xfrm>
              <a:custGeom>
                <a:avLst/>
                <a:gdLst>
                  <a:gd name="connsiteX0" fmla="*/ 63120 w 65676"/>
                  <a:gd name="connsiteY0" fmla="*/ 22129 h 46791"/>
                  <a:gd name="connsiteX1" fmla="*/ 57217 w 65676"/>
                  <a:gd name="connsiteY1" fmla="*/ 22891 h 46791"/>
                  <a:gd name="connsiteX2" fmla="*/ 54107 w 65676"/>
                  <a:gd name="connsiteY2" fmla="*/ 21050 h 46791"/>
                  <a:gd name="connsiteX3" fmla="*/ 29418 w 65676"/>
                  <a:gd name="connsiteY3" fmla="*/ 14703 h 46791"/>
                  <a:gd name="connsiteX4" fmla="*/ 17487 w 65676"/>
                  <a:gd name="connsiteY4" fmla="*/ 30316 h 46791"/>
                  <a:gd name="connsiteX5" fmla="*/ 11965 w 65676"/>
                  <a:gd name="connsiteY5" fmla="*/ 43010 h 46791"/>
                  <a:gd name="connsiteX6" fmla="*/ 4603 w 65676"/>
                  <a:gd name="connsiteY6" fmla="*/ 46754 h 46791"/>
                  <a:gd name="connsiteX7" fmla="*/ 34 w 65676"/>
                  <a:gd name="connsiteY7" fmla="*/ 40915 h 46791"/>
                  <a:gd name="connsiteX8" fmla="*/ 25928 w 65676"/>
                  <a:gd name="connsiteY8" fmla="*/ 1820 h 46791"/>
                  <a:gd name="connsiteX9" fmla="*/ 64770 w 65676"/>
                  <a:gd name="connsiteY9" fmla="*/ 14513 h 46791"/>
                  <a:gd name="connsiteX10" fmla="*/ 64770 w 65676"/>
                  <a:gd name="connsiteY10" fmla="*/ 14513 h 46791"/>
                  <a:gd name="connsiteX11" fmla="*/ 63945 w 65676"/>
                  <a:gd name="connsiteY11" fmla="*/ 21431 h 46791"/>
                  <a:gd name="connsiteX12" fmla="*/ 11394 w 65676"/>
                  <a:gd name="connsiteY12" fmla="*/ 25810 h 46791"/>
                  <a:gd name="connsiteX13" fmla="*/ 8792 w 65676"/>
                  <a:gd name="connsiteY13" fmla="*/ 33299 h 46791"/>
                  <a:gd name="connsiteX14" fmla="*/ 10188 w 65676"/>
                  <a:gd name="connsiteY14" fmla="*/ 29428 h 46791"/>
                  <a:gd name="connsiteX15" fmla="*/ 11077 w 65676"/>
                  <a:gd name="connsiteY15" fmla="*/ 25810 h 4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676" h="46791">
                    <a:moveTo>
                      <a:pt x="63120" y="22129"/>
                    </a:moveTo>
                    <a:cubicBezTo>
                      <a:pt x="61470" y="23576"/>
                      <a:pt x="59185" y="23881"/>
                      <a:pt x="57217" y="22891"/>
                    </a:cubicBezTo>
                    <a:lnTo>
                      <a:pt x="54107" y="21050"/>
                    </a:lnTo>
                    <a:cubicBezTo>
                      <a:pt x="46174" y="16290"/>
                      <a:pt x="38685" y="11848"/>
                      <a:pt x="29418" y="14703"/>
                    </a:cubicBezTo>
                    <a:cubicBezTo>
                      <a:pt x="22310" y="16861"/>
                      <a:pt x="20343" y="21812"/>
                      <a:pt x="17487" y="30316"/>
                    </a:cubicBezTo>
                    <a:cubicBezTo>
                      <a:pt x="16218" y="34772"/>
                      <a:pt x="14377" y="39037"/>
                      <a:pt x="11965" y="43010"/>
                    </a:cubicBezTo>
                    <a:cubicBezTo>
                      <a:pt x="10442" y="45586"/>
                      <a:pt x="7586" y="47046"/>
                      <a:pt x="4603" y="46754"/>
                    </a:cubicBezTo>
                    <a:cubicBezTo>
                      <a:pt x="1747" y="46393"/>
                      <a:pt x="-284" y="43784"/>
                      <a:pt x="34" y="40915"/>
                    </a:cubicBezTo>
                    <a:cubicBezTo>
                      <a:pt x="1049" y="26191"/>
                      <a:pt x="10505" y="7468"/>
                      <a:pt x="25928" y="1820"/>
                    </a:cubicBezTo>
                    <a:cubicBezTo>
                      <a:pt x="40272" y="-3061"/>
                      <a:pt x="56075" y="2112"/>
                      <a:pt x="64770" y="14513"/>
                    </a:cubicBezTo>
                    <a:lnTo>
                      <a:pt x="64770" y="14513"/>
                    </a:lnTo>
                    <a:cubicBezTo>
                      <a:pt x="66230" y="16703"/>
                      <a:pt x="65912" y="19648"/>
                      <a:pt x="63945" y="21431"/>
                    </a:cubicBezTo>
                    <a:close/>
                    <a:moveTo>
                      <a:pt x="11394" y="25810"/>
                    </a:moveTo>
                    <a:cubicBezTo>
                      <a:pt x="10316" y="28228"/>
                      <a:pt x="9427" y="30729"/>
                      <a:pt x="8792" y="33299"/>
                    </a:cubicBezTo>
                    <a:cubicBezTo>
                      <a:pt x="9300" y="32030"/>
                      <a:pt x="9744" y="30761"/>
                      <a:pt x="10188" y="29428"/>
                    </a:cubicBezTo>
                    <a:cubicBezTo>
                      <a:pt x="10632" y="28095"/>
                      <a:pt x="10632" y="27016"/>
                      <a:pt x="11077" y="2581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9" name=""/>
              <p:cNvSpPr/>
              <p:nvPr/>
            </p:nvSpPr>
            <p:spPr>
              <a:xfrm>
                <a:off x="7714493" y="2560851"/>
                <a:ext cx="59703" cy="41230"/>
              </a:xfrm>
              <a:custGeom>
                <a:avLst/>
                <a:gdLst>
                  <a:gd name="connsiteX0" fmla="*/ 59353 w 59698"/>
                  <a:gd name="connsiteY0" fmla="*/ 17216 h 41149"/>
                  <a:gd name="connsiteX1" fmla="*/ 21272 w 59698"/>
                  <a:gd name="connsiteY1" fmla="*/ 1222 h 41149"/>
                  <a:gd name="connsiteX2" fmla="*/ 10 w 59698"/>
                  <a:gd name="connsiteY2" fmla="*/ 38097 h 41149"/>
                  <a:gd name="connsiteX3" fmla="*/ 2676 w 59698"/>
                  <a:gd name="connsiteY3" fmla="*/ 41143 h 41149"/>
                  <a:gd name="connsiteX4" fmla="*/ 5279 w 59698"/>
                  <a:gd name="connsiteY4" fmla="*/ 39810 h 41149"/>
                  <a:gd name="connsiteX5" fmla="*/ 24319 w 59698"/>
                  <a:gd name="connsiteY5" fmla="*/ 7696 h 41149"/>
                  <a:gd name="connsiteX6" fmla="*/ 57575 w 59698"/>
                  <a:gd name="connsiteY6" fmla="*/ 19691 h 41149"/>
                  <a:gd name="connsiteX7" fmla="*/ 59353 w 59698"/>
                  <a:gd name="connsiteY7" fmla="*/ 17216 h 4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698" h="41149">
                    <a:moveTo>
                      <a:pt x="59353" y="17216"/>
                    </a:moveTo>
                    <a:cubicBezTo>
                      <a:pt x="50213" y="5538"/>
                      <a:pt x="35869" y="-3347"/>
                      <a:pt x="21272" y="1222"/>
                    </a:cubicBezTo>
                    <a:cubicBezTo>
                      <a:pt x="6675" y="5792"/>
                      <a:pt x="-116" y="23436"/>
                      <a:pt x="10" y="38097"/>
                    </a:cubicBezTo>
                    <a:cubicBezTo>
                      <a:pt x="-116" y="39670"/>
                      <a:pt x="1090" y="41035"/>
                      <a:pt x="2676" y="41143"/>
                    </a:cubicBezTo>
                    <a:cubicBezTo>
                      <a:pt x="3692" y="41213"/>
                      <a:pt x="4707" y="40699"/>
                      <a:pt x="5279" y="39810"/>
                    </a:cubicBezTo>
                    <a:cubicBezTo>
                      <a:pt x="11625" y="28386"/>
                      <a:pt x="8832" y="11504"/>
                      <a:pt x="24319" y="7696"/>
                    </a:cubicBezTo>
                    <a:cubicBezTo>
                      <a:pt x="37012" y="4586"/>
                      <a:pt x="47421" y="13027"/>
                      <a:pt x="57575" y="19691"/>
                    </a:cubicBezTo>
                    <a:cubicBezTo>
                      <a:pt x="58971" y="20580"/>
                      <a:pt x="60367" y="18549"/>
                      <a:pt x="59353" y="1721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0" name=""/>
              <p:cNvSpPr/>
              <p:nvPr/>
            </p:nvSpPr>
            <p:spPr>
              <a:xfrm>
                <a:off x="7710378" y="2556667"/>
                <a:ext cx="67725" cy="49422"/>
              </a:xfrm>
              <a:custGeom>
                <a:avLst/>
                <a:gdLst>
                  <a:gd name="connsiteX0" fmla="*/ 65499 w 67720"/>
                  <a:gd name="connsiteY0" fmla="*/ 27104 h 49324"/>
                  <a:gd name="connsiteX1" fmla="*/ 59152 w 67720"/>
                  <a:gd name="connsiteY1" fmla="*/ 27421 h 49324"/>
                  <a:gd name="connsiteX2" fmla="*/ 55725 w 67720"/>
                  <a:gd name="connsiteY2" fmla="*/ 25137 h 49324"/>
                  <a:gd name="connsiteX3" fmla="*/ 28942 w 67720"/>
                  <a:gd name="connsiteY3" fmla="*/ 15934 h 49324"/>
                  <a:gd name="connsiteX4" fmla="*/ 17518 w 67720"/>
                  <a:gd name="connsiteY4" fmla="*/ 32245 h 49324"/>
                  <a:gd name="connsiteX5" fmla="*/ 12695 w 67720"/>
                  <a:gd name="connsiteY5" fmla="*/ 45890 h 49324"/>
                  <a:gd name="connsiteX6" fmla="*/ 3428 w 67720"/>
                  <a:gd name="connsiteY6" fmla="*/ 48435 h 49324"/>
                  <a:gd name="connsiteX7" fmla="*/ 1 w 67720"/>
                  <a:gd name="connsiteY7" fmla="*/ 42590 h 49324"/>
                  <a:gd name="connsiteX8" fmla="*/ 24372 w 67720"/>
                  <a:gd name="connsiteY8" fmla="*/ 1400 h 49324"/>
                  <a:gd name="connsiteX9" fmla="*/ 66642 w 67720"/>
                  <a:gd name="connsiteY9" fmla="*/ 18663 h 49324"/>
                  <a:gd name="connsiteX10" fmla="*/ 66642 w 67720"/>
                  <a:gd name="connsiteY10" fmla="*/ 18663 h 49324"/>
                  <a:gd name="connsiteX11" fmla="*/ 66260 w 67720"/>
                  <a:gd name="connsiteY11" fmla="*/ 26279 h 49324"/>
                  <a:gd name="connsiteX12" fmla="*/ 65499 w 67720"/>
                  <a:gd name="connsiteY12" fmla="*/ 27104 h 49324"/>
                  <a:gd name="connsiteX13" fmla="*/ 10917 w 67720"/>
                  <a:gd name="connsiteY13" fmla="*/ 26723 h 49324"/>
                  <a:gd name="connsiteX14" fmla="*/ 8760 w 67720"/>
                  <a:gd name="connsiteY14" fmla="*/ 34847 h 49324"/>
                  <a:gd name="connsiteX15" fmla="*/ 9838 w 67720"/>
                  <a:gd name="connsiteY15" fmla="*/ 30595 h 49324"/>
                  <a:gd name="connsiteX16" fmla="*/ 10917 w 67720"/>
                  <a:gd name="connsiteY16" fmla="*/ 26723 h 4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720" h="49324">
                    <a:moveTo>
                      <a:pt x="65499" y="27104"/>
                    </a:moveTo>
                    <a:cubicBezTo>
                      <a:pt x="63722" y="28615"/>
                      <a:pt x="61120" y="28748"/>
                      <a:pt x="59152" y="27421"/>
                    </a:cubicBezTo>
                    <a:lnTo>
                      <a:pt x="55725" y="25137"/>
                    </a:lnTo>
                    <a:cubicBezTo>
                      <a:pt x="46903" y="19171"/>
                      <a:pt x="38525" y="13586"/>
                      <a:pt x="28942" y="15934"/>
                    </a:cubicBezTo>
                    <a:cubicBezTo>
                      <a:pt x="21579" y="17711"/>
                      <a:pt x="19866" y="23042"/>
                      <a:pt x="17518" y="32245"/>
                    </a:cubicBezTo>
                    <a:cubicBezTo>
                      <a:pt x="16502" y="36992"/>
                      <a:pt x="14916" y="41581"/>
                      <a:pt x="12695" y="45890"/>
                    </a:cubicBezTo>
                    <a:cubicBezTo>
                      <a:pt x="10854" y="49152"/>
                      <a:pt x="6665" y="50289"/>
                      <a:pt x="3428" y="48435"/>
                    </a:cubicBezTo>
                    <a:cubicBezTo>
                      <a:pt x="1334" y="47236"/>
                      <a:pt x="1" y="45008"/>
                      <a:pt x="1" y="42590"/>
                    </a:cubicBezTo>
                    <a:cubicBezTo>
                      <a:pt x="1" y="26343"/>
                      <a:pt x="8442" y="6414"/>
                      <a:pt x="24372" y="1400"/>
                    </a:cubicBezTo>
                    <a:cubicBezTo>
                      <a:pt x="41381" y="-3931"/>
                      <a:pt x="57375" y="6858"/>
                      <a:pt x="66642" y="18663"/>
                    </a:cubicBezTo>
                    <a:lnTo>
                      <a:pt x="66642" y="18663"/>
                    </a:lnTo>
                    <a:cubicBezTo>
                      <a:pt x="68228" y="21005"/>
                      <a:pt x="68038" y="24109"/>
                      <a:pt x="66260" y="26279"/>
                    </a:cubicBezTo>
                    <a:cubicBezTo>
                      <a:pt x="66006" y="26571"/>
                      <a:pt x="65753" y="26844"/>
                      <a:pt x="65499" y="27104"/>
                    </a:cubicBezTo>
                    <a:close/>
                    <a:moveTo>
                      <a:pt x="10917" y="26723"/>
                    </a:moveTo>
                    <a:cubicBezTo>
                      <a:pt x="9902" y="29351"/>
                      <a:pt x="9204" y="32073"/>
                      <a:pt x="8760" y="34847"/>
                    </a:cubicBezTo>
                    <a:cubicBezTo>
                      <a:pt x="9140" y="33451"/>
                      <a:pt x="9521" y="32054"/>
                      <a:pt x="9838" y="30595"/>
                    </a:cubicBezTo>
                    <a:cubicBezTo>
                      <a:pt x="10156" y="29135"/>
                      <a:pt x="10536" y="28056"/>
                      <a:pt x="10917" y="26723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1" name=""/>
              <p:cNvSpPr/>
              <p:nvPr/>
            </p:nvSpPr>
            <p:spPr>
              <a:xfrm rot="21200401">
                <a:off x="7456601" y="2708326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7 w 50011"/>
                  <a:gd name="connsiteY1" fmla="*/ 28306 h 28306"/>
                  <a:gd name="connsiteX2" fmla="*/ 2 w 50011"/>
                  <a:gd name="connsiteY2" fmla="*/ 14153 h 28306"/>
                  <a:gd name="connsiteX3" fmla="*/ 25007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7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7"/>
                      <a:pt x="11197" y="0"/>
                      <a:pt x="25007" y="0"/>
                    </a:cubicBezTo>
                    <a:cubicBezTo>
                      <a:pt x="38818" y="0"/>
                      <a:pt x="50013" y="6337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2" name=""/>
              <p:cNvSpPr/>
              <p:nvPr/>
            </p:nvSpPr>
            <p:spPr>
              <a:xfrm rot="19879800">
                <a:off x="7747964" y="2594020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8 w 50011"/>
                  <a:gd name="connsiteY1" fmla="*/ 28306 h 28306"/>
                  <a:gd name="connsiteX2" fmla="*/ 2 w 50011"/>
                  <a:gd name="connsiteY2" fmla="*/ 14153 h 28306"/>
                  <a:gd name="connsiteX3" fmla="*/ 25008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8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6"/>
                      <a:pt x="11198" y="0"/>
                      <a:pt x="25008" y="0"/>
                    </a:cubicBezTo>
                    <a:cubicBezTo>
                      <a:pt x="38818" y="0"/>
                      <a:pt x="50013" y="6336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3" name=""/>
              <p:cNvSpPr/>
              <p:nvPr/>
            </p:nvSpPr>
            <p:spPr>
              <a:xfrm>
                <a:off x="7603063" y="2739140"/>
                <a:ext cx="113669" cy="79097"/>
              </a:xfrm>
              <a:custGeom>
                <a:avLst/>
                <a:gdLst>
                  <a:gd name="connsiteX0" fmla="*/ 111940 w 113660"/>
                  <a:gd name="connsiteY0" fmla="*/ 7467 h 78941"/>
                  <a:gd name="connsiteX1" fmla="*/ 70052 w 113660"/>
                  <a:gd name="connsiteY1" fmla="*/ 77217 h 78941"/>
                  <a:gd name="connsiteX2" fmla="*/ 301 w 113660"/>
                  <a:gd name="connsiteY2" fmla="*/ 35329 h 78941"/>
                  <a:gd name="connsiteX3" fmla="*/ 301 w 113660"/>
                  <a:gd name="connsiteY3" fmla="*/ 35329 h 78941"/>
                  <a:gd name="connsiteX4" fmla="*/ 7536 w 113660"/>
                  <a:gd name="connsiteY4" fmla="*/ 23270 h 78941"/>
                  <a:gd name="connsiteX5" fmla="*/ 99690 w 113660"/>
                  <a:gd name="connsiteY5" fmla="*/ 295 h 78941"/>
                  <a:gd name="connsiteX6" fmla="*/ 111749 w 113660"/>
                  <a:gd name="connsiteY6" fmla="*/ 7530 h 7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660" h="78941">
                    <a:moveTo>
                      <a:pt x="111940" y="7467"/>
                    </a:moveTo>
                    <a:cubicBezTo>
                      <a:pt x="119619" y="38292"/>
                      <a:pt x="100897" y="69525"/>
                      <a:pt x="70052" y="77217"/>
                    </a:cubicBezTo>
                    <a:cubicBezTo>
                      <a:pt x="39206" y="84909"/>
                      <a:pt x="7981" y="66155"/>
                      <a:pt x="301" y="35329"/>
                    </a:cubicBezTo>
                    <a:lnTo>
                      <a:pt x="301" y="35329"/>
                    </a:lnTo>
                    <a:cubicBezTo>
                      <a:pt x="-1032" y="30004"/>
                      <a:pt x="2205" y="24609"/>
                      <a:pt x="7536" y="23270"/>
                    </a:cubicBezTo>
                    <a:lnTo>
                      <a:pt x="99690" y="295"/>
                    </a:lnTo>
                    <a:cubicBezTo>
                      <a:pt x="105021" y="-1025"/>
                      <a:pt x="110417" y="2212"/>
                      <a:pt x="111749" y="7530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4" name=""/>
              <p:cNvSpPr/>
              <p:nvPr/>
            </p:nvSpPr>
            <p:spPr>
              <a:xfrm>
                <a:off x="7646017" y="2794252"/>
                <a:ext cx="59726" cy="23908"/>
              </a:xfrm>
              <a:custGeom>
                <a:avLst/>
                <a:gdLst>
                  <a:gd name="connsiteX0" fmla="*/ 1 w 59721"/>
                  <a:gd name="connsiteY0" fmla="*/ 22213 h 23861"/>
                  <a:gd name="connsiteX1" fmla="*/ 59723 w 59721"/>
                  <a:gd name="connsiteY1" fmla="*/ 0 h 23861"/>
                  <a:gd name="connsiteX2" fmla="*/ 1 w 59721"/>
                  <a:gd name="connsiteY2" fmla="*/ 22213 h 2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721" h="23861">
                    <a:moveTo>
                      <a:pt x="1" y="22213"/>
                    </a:moveTo>
                    <a:cubicBezTo>
                      <a:pt x="22595" y="27780"/>
                      <a:pt x="46268" y="18970"/>
                      <a:pt x="59723" y="0"/>
                    </a:cubicBezTo>
                    <a:cubicBezTo>
                      <a:pt x="38335" y="2564"/>
                      <a:pt x="17835" y="10174"/>
                      <a:pt x="1" y="22213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5" name=""/>
              <p:cNvSpPr/>
              <p:nvPr/>
            </p:nvSpPr>
            <p:spPr>
              <a:xfrm>
                <a:off x="7645129" y="2775290"/>
                <a:ext cx="68168" cy="42872"/>
              </a:xfrm>
              <a:custGeom>
                <a:avLst/>
                <a:gdLst>
                  <a:gd name="connsiteX0" fmla="*/ 9013 w 68163"/>
                  <a:gd name="connsiteY0" fmla="*/ 20764 h 42787"/>
                  <a:gd name="connsiteX1" fmla="*/ 1 w 68163"/>
                  <a:gd name="connsiteY1" fmla="*/ 41074 h 42787"/>
                  <a:gd name="connsiteX2" fmla="*/ 27990 w 68163"/>
                  <a:gd name="connsiteY2" fmla="*/ 41074 h 42787"/>
                  <a:gd name="connsiteX3" fmla="*/ 68165 w 68163"/>
                  <a:gd name="connsiteY3" fmla="*/ 4517 h 42787"/>
                  <a:gd name="connsiteX4" fmla="*/ 42333 w 68163"/>
                  <a:gd name="connsiteY4" fmla="*/ 264 h 42787"/>
                  <a:gd name="connsiteX5" fmla="*/ 9013 w 68163"/>
                  <a:gd name="connsiteY5" fmla="*/ 20764 h 42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163" h="42787">
                    <a:moveTo>
                      <a:pt x="9013" y="20764"/>
                    </a:moveTo>
                    <a:cubicBezTo>
                      <a:pt x="5078" y="27066"/>
                      <a:pt x="2032" y="33908"/>
                      <a:pt x="1" y="41074"/>
                    </a:cubicBezTo>
                    <a:cubicBezTo>
                      <a:pt x="9204" y="43358"/>
                      <a:pt x="18787" y="43358"/>
                      <a:pt x="27990" y="41074"/>
                    </a:cubicBezTo>
                    <a:cubicBezTo>
                      <a:pt x="46713" y="36440"/>
                      <a:pt x="61818" y="22700"/>
                      <a:pt x="68165" y="4517"/>
                    </a:cubicBezTo>
                    <a:cubicBezTo>
                      <a:pt x="60104" y="816"/>
                      <a:pt x="51155" y="-650"/>
                      <a:pt x="42333" y="264"/>
                    </a:cubicBezTo>
                    <a:cubicBezTo>
                      <a:pt x="28625" y="1445"/>
                      <a:pt x="16248" y="9042"/>
                      <a:pt x="9013" y="20764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6" name=""/>
              <p:cNvSpPr/>
              <p:nvPr/>
            </p:nvSpPr>
            <p:spPr>
              <a:xfrm rot="20508601">
                <a:off x="7653376" y="2491301"/>
                <a:ext cx="199302" cy="202732"/>
              </a:xfrm>
              <a:custGeom>
                <a:avLst/>
                <a:gdLst>
                  <a:gd name="connsiteX0" fmla="*/ 199287 w 199286"/>
                  <a:gd name="connsiteY0" fmla="*/ 101166 h 202332"/>
                  <a:gd name="connsiteX1" fmla="*/ 99644 w 199286"/>
                  <a:gd name="connsiteY1" fmla="*/ 202333 h 202332"/>
                  <a:gd name="connsiteX2" fmla="*/ 2 w 199286"/>
                  <a:gd name="connsiteY2" fmla="*/ 101166 h 202332"/>
                  <a:gd name="connsiteX3" fmla="*/ 99644 w 199286"/>
                  <a:gd name="connsiteY3" fmla="*/ 0 h 202332"/>
                  <a:gd name="connsiteX4" fmla="*/ 199287 w 199286"/>
                  <a:gd name="connsiteY4" fmla="*/ 101166 h 20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286" h="202332">
                    <a:moveTo>
                      <a:pt x="199287" y="101166"/>
                    </a:moveTo>
                    <a:cubicBezTo>
                      <a:pt x="199287" y="157039"/>
                      <a:pt x="154675" y="202333"/>
                      <a:pt x="99644" y="202333"/>
                    </a:cubicBezTo>
                    <a:cubicBezTo>
                      <a:pt x="44613" y="202333"/>
                      <a:pt x="2" y="157039"/>
                      <a:pt x="2" y="101166"/>
                    </a:cubicBezTo>
                    <a:cubicBezTo>
                      <a:pt x="2" y="45294"/>
                      <a:pt x="44614" y="0"/>
                      <a:pt x="99644" y="0"/>
                    </a:cubicBezTo>
                    <a:cubicBezTo>
                      <a:pt x="154676" y="0"/>
                      <a:pt x="199287" y="45294"/>
                      <a:pt x="199287" y="101166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7" name=""/>
              <p:cNvSpPr/>
              <p:nvPr/>
            </p:nvSpPr>
            <p:spPr>
              <a:xfrm>
                <a:off x="7404663" y="2571989"/>
                <a:ext cx="211517" cy="210370"/>
              </a:xfrm>
              <a:custGeom>
                <a:avLst/>
                <a:gdLst>
                  <a:gd name="connsiteX0" fmla="*/ 205922 w 211500"/>
                  <a:gd name="connsiteY0" fmla="*/ 71851 h 209955"/>
                  <a:gd name="connsiteX1" fmla="*/ 140805 w 211500"/>
                  <a:gd name="connsiteY1" fmla="*/ 204174 h 209955"/>
                  <a:gd name="connsiteX2" fmla="*/ 139663 w 211500"/>
                  <a:gd name="connsiteY2" fmla="*/ 204561 h 209955"/>
                  <a:gd name="connsiteX3" fmla="*/ 5620 w 211500"/>
                  <a:gd name="connsiteY3" fmla="*/ 138048 h 209955"/>
                  <a:gd name="connsiteX4" fmla="*/ 70547 w 211500"/>
                  <a:gd name="connsiteY4" fmla="*/ 5846 h 209955"/>
                  <a:gd name="connsiteX5" fmla="*/ 71880 w 211500"/>
                  <a:gd name="connsiteY5" fmla="*/ 5402 h 209955"/>
                  <a:gd name="connsiteX6" fmla="*/ 205922 w 211500"/>
                  <a:gd name="connsiteY6" fmla="*/ 71851 h 20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500" h="209955">
                    <a:moveTo>
                      <a:pt x="205922" y="71851"/>
                    </a:moveTo>
                    <a:cubicBezTo>
                      <a:pt x="224454" y="126370"/>
                      <a:pt x="195323" y="185610"/>
                      <a:pt x="140805" y="204174"/>
                    </a:cubicBezTo>
                    <a:cubicBezTo>
                      <a:pt x="140424" y="204307"/>
                      <a:pt x="140043" y="204434"/>
                      <a:pt x="139663" y="204561"/>
                    </a:cubicBezTo>
                    <a:cubicBezTo>
                      <a:pt x="84320" y="222839"/>
                      <a:pt x="24534" y="193188"/>
                      <a:pt x="5620" y="138048"/>
                    </a:cubicBezTo>
                    <a:cubicBezTo>
                      <a:pt x="-12976" y="83612"/>
                      <a:pt x="16093" y="24423"/>
                      <a:pt x="70547" y="5846"/>
                    </a:cubicBezTo>
                    <a:cubicBezTo>
                      <a:pt x="70991" y="5694"/>
                      <a:pt x="71436" y="5548"/>
                      <a:pt x="71880" y="5402"/>
                    </a:cubicBezTo>
                    <a:cubicBezTo>
                      <a:pt x="127223" y="-12883"/>
                      <a:pt x="186945" y="16737"/>
                      <a:pt x="205922" y="71851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8" name=""/>
              <p:cNvSpPr/>
              <p:nvPr/>
            </p:nvSpPr>
            <p:spPr>
              <a:xfrm>
                <a:off x="7608251" y="2622043"/>
                <a:ext cx="55728" cy="18441"/>
              </a:xfrm>
              <a:custGeom>
                <a:avLst/>
                <a:gdLst>
                  <a:gd name="connsiteX0" fmla="*/ 55725 w 55724"/>
                  <a:gd name="connsiteY0" fmla="*/ 0 h 18405"/>
                  <a:gd name="connsiteX1" fmla="*/ 1 w 55724"/>
                  <a:gd name="connsiteY1" fmla="*/ 18405 h 18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724" h="18405">
                    <a:moveTo>
                      <a:pt x="55725" y="0"/>
                    </a:moveTo>
                    <a:cubicBezTo>
                      <a:pt x="55725" y="0"/>
                      <a:pt x="11997" y="8060"/>
                      <a:pt x="1" y="18405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9" name=""/>
              <p:cNvSpPr/>
              <p:nvPr/>
            </p:nvSpPr>
            <p:spPr>
              <a:xfrm>
                <a:off x="7420293" y="2527224"/>
                <a:ext cx="80382" cy="51833"/>
              </a:xfrm>
              <a:custGeom>
                <a:avLst/>
                <a:gdLst>
                  <a:gd name="connsiteX0" fmla="*/ 83 w 80376"/>
                  <a:gd name="connsiteY0" fmla="*/ 49635 h 51731"/>
                  <a:gd name="connsiteX1" fmla="*/ 18679 w 80376"/>
                  <a:gd name="connsiteY1" fmla="*/ 17266 h 51731"/>
                  <a:gd name="connsiteX2" fmla="*/ 77513 w 80376"/>
                  <a:gd name="connsiteY2" fmla="*/ 5081 h 51731"/>
                  <a:gd name="connsiteX3" fmla="*/ 79353 w 80376"/>
                  <a:gd name="connsiteY3" fmla="*/ 13865 h 51731"/>
                  <a:gd name="connsiteX4" fmla="*/ 74783 w 80376"/>
                  <a:gd name="connsiteY4" fmla="*/ 16695 h 51731"/>
                  <a:gd name="connsiteX5" fmla="*/ 39877 w 80376"/>
                  <a:gd name="connsiteY5" fmla="*/ 20503 h 51731"/>
                  <a:gd name="connsiteX6" fmla="*/ 4208 w 80376"/>
                  <a:gd name="connsiteY6" fmla="*/ 50777 h 51731"/>
                  <a:gd name="connsiteX7" fmla="*/ 83 w 80376"/>
                  <a:gd name="connsiteY7" fmla="*/ 49635 h 5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376" h="51731">
                    <a:moveTo>
                      <a:pt x="83" y="49635"/>
                    </a:moveTo>
                    <a:cubicBezTo>
                      <a:pt x="2876" y="40813"/>
                      <a:pt x="1415" y="35101"/>
                      <a:pt x="18679" y="17266"/>
                    </a:cubicBezTo>
                    <a:cubicBezTo>
                      <a:pt x="37719" y="-2345"/>
                      <a:pt x="65263" y="-3487"/>
                      <a:pt x="77513" y="5081"/>
                    </a:cubicBezTo>
                    <a:cubicBezTo>
                      <a:pt x="80432" y="6997"/>
                      <a:pt x="81257" y="10932"/>
                      <a:pt x="79353" y="13865"/>
                    </a:cubicBezTo>
                    <a:cubicBezTo>
                      <a:pt x="78337" y="15439"/>
                      <a:pt x="76624" y="16473"/>
                      <a:pt x="74783" y="16695"/>
                    </a:cubicBezTo>
                    <a:cubicBezTo>
                      <a:pt x="63233" y="19234"/>
                      <a:pt x="51618" y="16695"/>
                      <a:pt x="39877" y="20503"/>
                    </a:cubicBezTo>
                    <a:cubicBezTo>
                      <a:pt x="22867" y="26088"/>
                      <a:pt x="15124" y="38591"/>
                      <a:pt x="4208" y="50777"/>
                    </a:cubicBezTo>
                    <a:cubicBezTo>
                      <a:pt x="2685" y="52554"/>
                      <a:pt x="-552" y="51665"/>
                      <a:pt x="83" y="4963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0" name=""/>
              <p:cNvSpPr/>
              <p:nvPr/>
            </p:nvSpPr>
            <p:spPr>
              <a:xfrm>
                <a:off x="7646414" y="2449176"/>
                <a:ext cx="75849" cy="38186"/>
              </a:xfrm>
              <a:custGeom>
                <a:avLst/>
                <a:gdLst>
                  <a:gd name="connsiteX0" fmla="*/ 73544 w 75843"/>
                  <a:gd name="connsiteY0" fmla="*/ 17096 h 38111"/>
                  <a:gd name="connsiteX1" fmla="*/ 34194 w 75843"/>
                  <a:gd name="connsiteY1" fmla="*/ 17096 h 38111"/>
                  <a:gd name="connsiteX2" fmla="*/ 9314 w 75843"/>
                  <a:gd name="connsiteY2" fmla="*/ 37025 h 38111"/>
                  <a:gd name="connsiteX3" fmla="*/ 1064 w 75843"/>
                  <a:gd name="connsiteY3" fmla="*/ 35622 h 38111"/>
                  <a:gd name="connsiteX4" fmla="*/ 112 w 75843"/>
                  <a:gd name="connsiteY4" fmla="*/ 31059 h 38111"/>
                  <a:gd name="connsiteX5" fmla="*/ 75447 w 75843"/>
                  <a:gd name="connsiteY5" fmla="*/ 13986 h 38111"/>
                  <a:gd name="connsiteX6" fmla="*/ 74940 w 75843"/>
                  <a:gd name="connsiteY6" fmla="*/ 16906 h 38111"/>
                  <a:gd name="connsiteX7" fmla="*/ 73544 w 75843"/>
                  <a:gd name="connsiteY7" fmla="*/ 17286 h 3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843" h="38111">
                    <a:moveTo>
                      <a:pt x="73544" y="17096"/>
                    </a:moveTo>
                    <a:cubicBezTo>
                      <a:pt x="59834" y="14811"/>
                      <a:pt x="48157" y="10749"/>
                      <a:pt x="34194" y="17096"/>
                    </a:cubicBezTo>
                    <a:cubicBezTo>
                      <a:pt x="24103" y="21666"/>
                      <a:pt x="18010" y="30424"/>
                      <a:pt x="9314" y="37025"/>
                    </a:cubicBezTo>
                    <a:cubicBezTo>
                      <a:pt x="6649" y="38910"/>
                      <a:pt x="2968" y="38281"/>
                      <a:pt x="1064" y="35622"/>
                    </a:cubicBezTo>
                    <a:cubicBezTo>
                      <a:pt x="175" y="34302"/>
                      <a:pt x="-206" y="32652"/>
                      <a:pt x="112" y="31059"/>
                    </a:cubicBezTo>
                    <a:cubicBezTo>
                      <a:pt x="9314" y="-1881"/>
                      <a:pt x="55518" y="-10322"/>
                      <a:pt x="75447" y="13986"/>
                    </a:cubicBezTo>
                    <a:cubicBezTo>
                      <a:pt x="76145" y="14926"/>
                      <a:pt x="75892" y="16233"/>
                      <a:pt x="74940" y="16906"/>
                    </a:cubicBezTo>
                    <a:cubicBezTo>
                      <a:pt x="74558" y="17198"/>
                      <a:pt x="74051" y="17331"/>
                      <a:pt x="73544" y="1728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1" name=""/>
              <p:cNvSpPr/>
              <p:nvPr/>
            </p:nvSpPr>
            <p:spPr>
              <a:xfrm>
                <a:off x="7272976" y="2763982"/>
                <a:ext cx="86528" cy="100539"/>
              </a:xfrm>
              <a:custGeom>
                <a:avLst/>
                <a:gdLst>
                  <a:gd name="connsiteX0" fmla="*/ 51045 w 86521"/>
                  <a:gd name="connsiteY0" fmla="*/ 0 h 100341"/>
                  <a:gd name="connsiteX1" fmla="*/ 7760 w 86521"/>
                  <a:gd name="connsiteY1" fmla="*/ 64990 h 100341"/>
                  <a:gd name="connsiteX2" fmla="*/ 86522 w 86521"/>
                  <a:gd name="connsiteY2" fmla="*/ 96724 h 1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521" h="100341">
                    <a:moveTo>
                      <a:pt x="51045" y="0"/>
                    </a:moveTo>
                    <a:cubicBezTo>
                      <a:pt x="51045" y="0"/>
                      <a:pt x="-23783" y="13836"/>
                      <a:pt x="7760" y="64990"/>
                    </a:cubicBezTo>
                    <a:cubicBezTo>
                      <a:pt x="39303" y="116144"/>
                      <a:pt x="80620" y="96724"/>
                      <a:pt x="86522" y="96724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2" name=""/>
              <p:cNvSpPr/>
              <p:nvPr/>
            </p:nvSpPr>
            <p:spPr>
              <a:xfrm>
                <a:off x="7195530" y="2681502"/>
                <a:ext cx="203199" cy="133861"/>
              </a:xfrm>
              <a:custGeom>
                <a:avLst/>
                <a:gdLst>
                  <a:gd name="connsiteX0" fmla="*/ 203184 w 203183"/>
                  <a:gd name="connsiteY0" fmla="*/ 0 h 133597"/>
                  <a:gd name="connsiteX1" fmla="*/ 92879 w 203183"/>
                  <a:gd name="connsiteY1" fmla="*/ 25387 h 133597"/>
                  <a:gd name="connsiteX2" fmla="*/ 8532 w 203183"/>
                  <a:gd name="connsiteY2" fmla="*/ 60992 h 133597"/>
                  <a:gd name="connsiteX3" fmla="*/ 10372 w 203183"/>
                  <a:gd name="connsiteY3" fmla="*/ 133598 h 13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183" h="133597">
                    <a:moveTo>
                      <a:pt x="203184" y="0"/>
                    </a:moveTo>
                    <a:lnTo>
                      <a:pt x="92879" y="25387"/>
                    </a:lnTo>
                    <a:cubicBezTo>
                      <a:pt x="64319" y="31733"/>
                      <a:pt x="26810" y="34463"/>
                      <a:pt x="8532" y="60992"/>
                    </a:cubicBezTo>
                    <a:cubicBezTo>
                      <a:pt x="-4923" y="80476"/>
                      <a:pt x="-1052" y="114177"/>
                      <a:pt x="10372" y="133598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3" name=""/>
              <p:cNvSpPr/>
              <p:nvPr/>
            </p:nvSpPr>
            <p:spPr>
              <a:xfrm>
                <a:off x="9155207" y="2188349"/>
                <a:ext cx="1594538" cy="933617"/>
              </a:xfrm>
              <a:custGeom>
                <a:avLst/>
                <a:gdLst>
                  <a:gd name="connsiteX0" fmla="*/ 1534740 w 1594413"/>
                  <a:gd name="connsiteY0" fmla="*/ 569292 h 931774"/>
                  <a:gd name="connsiteX1" fmla="*/ 1445886 w 1594413"/>
                  <a:gd name="connsiteY1" fmla="*/ 519026 h 931774"/>
                  <a:gd name="connsiteX2" fmla="*/ 1387687 w 1594413"/>
                  <a:gd name="connsiteY2" fmla="*/ 441914 h 931774"/>
                  <a:gd name="connsiteX3" fmla="*/ 1402285 w 1594413"/>
                  <a:gd name="connsiteY3" fmla="*/ 394568 h 931774"/>
                  <a:gd name="connsiteX4" fmla="*/ 1288044 w 1594413"/>
                  <a:gd name="connsiteY4" fmla="*/ 230696 h 931774"/>
                  <a:gd name="connsiteX5" fmla="*/ 937580 w 1594413"/>
                  <a:gd name="connsiteY5" fmla="*/ 223080 h 931774"/>
                  <a:gd name="connsiteX6" fmla="*/ 684092 w 1594413"/>
                  <a:gd name="connsiteY6" fmla="*/ 211339 h 931774"/>
                  <a:gd name="connsiteX7" fmla="*/ 575120 w 1594413"/>
                  <a:gd name="connsiteY7" fmla="*/ 90751 h 931774"/>
                  <a:gd name="connsiteX8" fmla="*/ 172295 w 1594413"/>
                  <a:gd name="connsiteY8" fmla="*/ 76471 h 931774"/>
                  <a:gd name="connsiteX9" fmla="*/ 125330 w 1594413"/>
                  <a:gd name="connsiteY9" fmla="*/ 133211 h 931774"/>
                  <a:gd name="connsiteX10" fmla="*/ 90232 w 1594413"/>
                  <a:gd name="connsiteY10" fmla="*/ 159169 h 931774"/>
                  <a:gd name="connsiteX11" fmla="*/ 5631 w 1594413"/>
                  <a:gd name="connsiteY11" fmla="*/ 231648 h 931774"/>
                  <a:gd name="connsiteX12" fmla="*/ 13184 w 1594413"/>
                  <a:gd name="connsiteY12" fmla="*/ 327293 h 931774"/>
                  <a:gd name="connsiteX13" fmla="*/ 32731 w 1594413"/>
                  <a:gd name="connsiteY13" fmla="*/ 364548 h 931774"/>
                  <a:gd name="connsiteX14" fmla="*/ 117079 w 1594413"/>
                  <a:gd name="connsiteY14" fmla="*/ 256654 h 931774"/>
                  <a:gd name="connsiteX15" fmla="*/ 251628 w 1594413"/>
                  <a:gd name="connsiteY15" fmla="*/ 710252 h 931774"/>
                  <a:gd name="connsiteX16" fmla="*/ 451042 w 1594413"/>
                  <a:gd name="connsiteY16" fmla="*/ 819733 h 931774"/>
                  <a:gd name="connsiteX17" fmla="*/ 591494 w 1594413"/>
                  <a:gd name="connsiteY17" fmla="*/ 855845 h 931774"/>
                  <a:gd name="connsiteX18" fmla="*/ 753842 w 1594413"/>
                  <a:gd name="connsiteY18" fmla="*/ 784128 h 931774"/>
                  <a:gd name="connsiteX19" fmla="*/ 1153684 w 1594413"/>
                  <a:gd name="connsiteY19" fmla="*/ 924770 h 931774"/>
                  <a:gd name="connsiteX20" fmla="*/ 1270209 w 1594413"/>
                  <a:gd name="connsiteY20" fmla="*/ 827666 h 931774"/>
                  <a:gd name="connsiteX21" fmla="*/ 1380325 w 1594413"/>
                  <a:gd name="connsiteY21" fmla="*/ 885929 h 931774"/>
                  <a:gd name="connsiteX22" fmla="*/ 1535692 w 1594413"/>
                  <a:gd name="connsiteY22" fmla="*/ 885929 h 931774"/>
                  <a:gd name="connsiteX23" fmla="*/ 1593954 w 1594413"/>
                  <a:gd name="connsiteY23" fmla="*/ 743509 h 931774"/>
                  <a:gd name="connsiteX24" fmla="*/ 1534740 w 1594413"/>
                  <a:gd name="connsiteY24" fmla="*/ 569292 h 931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94413" h="931774">
                    <a:moveTo>
                      <a:pt x="1534740" y="569292"/>
                    </a:moveTo>
                    <a:cubicBezTo>
                      <a:pt x="1507132" y="546952"/>
                      <a:pt x="1498374" y="545302"/>
                      <a:pt x="1445886" y="519026"/>
                    </a:cubicBezTo>
                    <a:cubicBezTo>
                      <a:pt x="1415296" y="503667"/>
                      <a:pt x="1385149" y="476059"/>
                      <a:pt x="1387687" y="441914"/>
                    </a:cubicBezTo>
                    <a:cubicBezTo>
                      <a:pt x="1388893" y="425412"/>
                      <a:pt x="1397715" y="410498"/>
                      <a:pt x="1402285" y="394568"/>
                    </a:cubicBezTo>
                    <a:cubicBezTo>
                      <a:pt x="1422530" y="324183"/>
                      <a:pt x="1356080" y="257415"/>
                      <a:pt x="1288044" y="230696"/>
                    </a:cubicBezTo>
                    <a:cubicBezTo>
                      <a:pt x="1177738" y="187411"/>
                      <a:pt x="1053851" y="200486"/>
                      <a:pt x="937580" y="223080"/>
                    </a:cubicBezTo>
                    <a:cubicBezTo>
                      <a:pt x="852280" y="239708"/>
                      <a:pt x="756699" y="259256"/>
                      <a:pt x="684092" y="211339"/>
                    </a:cubicBezTo>
                    <a:cubicBezTo>
                      <a:pt x="638777" y="181445"/>
                      <a:pt x="612248" y="130609"/>
                      <a:pt x="575120" y="90751"/>
                    </a:cubicBezTo>
                    <a:cubicBezTo>
                      <a:pt x="467797" y="-24435"/>
                      <a:pt x="287487" y="-30826"/>
                      <a:pt x="172295" y="76471"/>
                    </a:cubicBezTo>
                    <a:cubicBezTo>
                      <a:pt x="154270" y="93277"/>
                      <a:pt x="138467" y="112349"/>
                      <a:pt x="125330" y="133211"/>
                    </a:cubicBezTo>
                    <a:cubicBezTo>
                      <a:pt x="114667" y="143188"/>
                      <a:pt x="102862" y="151895"/>
                      <a:pt x="90232" y="159169"/>
                    </a:cubicBezTo>
                    <a:cubicBezTo>
                      <a:pt x="57420" y="178209"/>
                      <a:pt x="19594" y="196424"/>
                      <a:pt x="5631" y="231648"/>
                    </a:cubicBezTo>
                    <a:cubicBezTo>
                      <a:pt x="-6428" y="262049"/>
                      <a:pt x="3156" y="296194"/>
                      <a:pt x="13184" y="327293"/>
                    </a:cubicBezTo>
                    <a:cubicBezTo>
                      <a:pt x="16928" y="340982"/>
                      <a:pt x="23592" y="353688"/>
                      <a:pt x="32731" y="364548"/>
                    </a:cubicBezTo>
                    <a:cubicBezTo>
                      <a:pt x="57801" y="326277"/>
                      <a:pt x="85980" y="290190"/>
                      <a:pt x="117079" y="256654"/>
                    </a:cubicBezTo>
                    <a:lnTo>
                      <a:pt x="251628" y="710252"/>
                    </a:lnTo>
                    <a:cubicBezTo>
                      <a:pt x="316302" y="749855"/>
                      <a:pt x="382815" y="786349"/>
                      <a:pt x="451042" y="819733"/>
                    </a:cubicBezTo>
                    <a:cubicBezTo>
                      <a:pt x="495088" y="841248"/>
                      <a:pt x="542815" y="862002"/>
                      <a:pt x="591494" y="855845"/>
                    </a:cubicBezTo>
                    <a:cubicBezTo>
                      <a:pt x="672097" y="845691"/>
                      <a:pt x="685997" y="801264"/>
                      <a:pt x="753842" y="784128"/>
                    </a:cubicBezTo>
                    <a:cubicBezTo>
                      <a:pt x="909147" y="744905"/>
                      <a:pt x="1038746" y="974148"/>
                      <a:pt x="1153684" y="924770"/>
                    </a:cubicBezTo>
                    <a:cubicBezTo>
                      <a:pt x="1210805" y="900336"/>
                      <a:pt x="1214676" y="828808"/>
                      <a:pt x="1270209" y="827666"/>
                    </a:cubicBezTo>
                    <a:cubicBezTo>
                      <a:pt x="1309178" y="826841"/>
                      <a:pt x="1316858" y="861748"/>
                      <a:pt x="1380325" y="885929"/>
                    </a:cubicBezTo>
                    <a:cubicBezTo>
                      <a:pt x="1400317" y="893545"/>
                      <a:pt x="1478763" y="923501"/>
                      <a:pt x="1535692" y="885929"/>
                    </a:cubicBezTo>
                    <a:cubicBezTo>
                      <a:pt x="1588306" y="851212"/>
                      <a:pt x="1592114" y="778860"/>
                      <a:pt x="1593954" y="743509"/>
                    </a:cubicBezTo>
                    <a:cubicBezTo>
                      <a:pt x="1594780" y="727706"/>
                      <a:pt x="1600301" y="622477"/>
                      <a:pt x="1534740" y="56929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4" name=""/>
              <p:cNvSpPr/>
              <p:nvPr/>
            </p:nvSpPr>
            <p:spPr>
              <a:xfrm>
                <a:off x="8998817" y="4476018"/>
                <a:ext cx="155735" cy="290486"/>
              </a:xfrm>
              <a:custGeom>
                <a:avLst/>
                <a:gdLst>
                  <a:gd name="connsiteX0" fmla="*/ 84833 w 155723"/>
                  <a:gd name="connsiteY0" fmla="*/ 0 h 289913"/>
                  <a:gd name="connsiteX1" fmla="*/ 13940 w 155723"/>
                  <a:gd name="connsiteY1" fmla="*/ 267005 h 289913"/>
                  <a:gd name="connsiteX2" fmla="*/ 155725 w 155723"/>
                  <a:gd name="connsiteY2" fmla="*/ 203539 h 28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723" h="289913">
                    <a:moveTo>
                      <a:pt x="84833" y="0"/>
                    </a:moveTo>
                    <a:cubicBezTo>
                      <a:pt x="84833" y="0"/>
                      <a:pt x="-41149" y="190401"/>
                      <a:pt x="13940" y="267005"/>
                    </a:cubicBezTo>
                    <a:cubicBezTo>
                      <a:pt x="69030" y="343610"/>
                      <a:pt x="155725" y="203539"/>
                      <a:pt x="155725" y="203539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5" name=""/>
              <p:cNvSpPr/>
              <p:nvPr/>
            </p:nvSpPr>
            <p:spPr>
              <a:xfrm>
                <a:off x="9178006" y="3031066"/>
                <a:ext cx="893650" cy="546053"/>
              </a:xfrm>
              <a:custGeom>
                <a:avLst/>
                <a:gdLst>
                  <a:gd name="connsiteX0" fmla="*/ 110465 w 893580"/>
                  <a:gd name="connsiteY0" fmla="*/ 465597 h 544975"/>
                  <a:gd name="connsiteX1" fmla="*/ 195955 w 893580"/>
                  <a:gd name="connsiteY1" fmla="*/ 544868 h 544975"/>
                  <a:gd name="connsiteX2" fmla="*/ 117193 w 893580"/>
                  <a:gd name="connsiteY2" fmla="*/ 442432 h 544975"/>
                  <a:gd name="connsiteX3" fmla="*/ 223 w 893580"/>
                  <a:gd name="connsiteY3" fmla="*/ 276530 h 544975"/>
                  <a:gd name="connsiteX4" fmla="*/ 606650 w 893580"/>
                  <a:gd name="connsiteY4" fmla="*/ 893 h 544975"/>
                  <a:gd name="connsiteX5" fmla="*/ 883492 w 893580"/>
                  <a:gd name="connsiteY5" fmla="*/ 107136 h 544975"/>
                  <a:gd name="connsiteX6" fmla="*/ 841795 w 893580"/>
                  <a:gd name="connsiteY6" fmla="*/ 292777 h 544975"/>
                  <a:gd name="connsiteX7" fmla="*/ 499771 w 893580"/>
                  <a:gd name="connsiteY7" fmla="*/ 419330 h 544975"/>
                  <a:gd name="connsiteX8" fmla="*/ 488030 w 893580"/>
                  <a:gd name="connsiteY8" fmla="*/ 422123 h 54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3580" h="544975">
                    <a:moveTo>
                      <a:pt x="110465" y="465597"/>
                    </a:moveTo>
                    <a:cubicBezTo>
                      <a:pt x="178375" y="533697"/>
                      <a:pt x="194305" y="546327"/>
                      <a:pt x="195955" y="544868"/>
                    </a:cubicBezTo>
                    <a:cubicBezTo>
                      <a:pt x="197605" y="543408"/>
                      <a:pt x="164920" y="503297"/>
                      <a:pt x="117193" y="442432"/>
                    </a:cubicBezTo>
                    <a:cubicBezTo>
                      <a:pt x="40207" y="344312"/>
                      <a:pt x="1747" y="295252"/>
                      <a:pt x="223" y="276530"/>
                    </a:cubicBezTo>
                    <a:cubicBezTo>
                      <a:pt x="-9551" y="156831"/>
                      <a:pt x="304865" y="-13832"/>
                      <a:pt x="606650" y="893"/>
                    </a:cubicBezTo>
                    <a:cubicBezTo>
                      <a:pt x="687379" y="4827"/>
                      <a:pt x="842873" y="13586"/>
                      <a:pt x="883492" y="107136"/>
                    </a:cubicBezTo>
                    <a:cubicBezTo>
                      <a:pt x="909704" y="167620"/>
                      <a:pt x="880954" y="247144"/>
                      <a:pt x="841795" y="292777"/>
                    </a:cubicBezTo>
                    <a:cubicBezTo>
                      <a:pt x="792861" y="349897"/>
                      <a:pt x="695123" y="372999"/>
                      <a:pt x="499771" y="419330"/>
                    </a:cubicBezTo>
                    <a:lnTo>
                      <a:pt x="488030" y="422123"/>
                    </a:ln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6" name=""/>
              <p:cNvSpPr/>
              <p:nvPr/>
            </p:nvSpPr>
            <p:spPr>
              <a:xfrm>
                <a:off x="9373151" y="3118655"/>
                <a:ext cx="529506" cy="270312"/>
              </a:xfrm>
              <a:custGeom>
                <a:avLst/>
                <a:gdLst>
                  <a:gd name="connsiteX0" fmla="*/ 528173 w 529465"/>
                  <a:gd name="connsiteY0" fmla="*/ 70240 h 269779"/>
                  <a:gd name="connsiteX1" fmla="*/ 490093 w 529465"/>
                  <a:gd name="connsiteY1" fmla="*/ 19086 h 269779"/>
                  <a:gd name="connsiteX2" fmla="*/ 353448 w 529465"/>
                  <a:gd name="connsiteY2" fmla="*/ 7789 h 269779"/>
                  <a:gd name="connsiteX3" fmla="*/ 1 w 529465"/>
                  <a:gd name="connsiteY3" fmla="*/ 147416 h 269779"/>
                  <a:gd name="connsiteX4" fmla="*/ 12695 w 529465"/>
                  <a:gd name="connsiteY4" fmla="*/ 191843 h 269779"/>
                  <a:gd name="connsiteX5" fmla="*/ 22595 w 529465"/>
                  <a:gd name="connsiteY5" fmla="*/ 269780 h 269779"/>
                  <a:gd name="connsiteX6" fmla="*/ 278558 w 529465"/>
                  <a:gd name="connsiteY6" fmla="*/ 254738 h 269779"/>
                  <a:gd name="connsiteX7" fmla="*/ 521001 w 529465"/>
                  <a:gd name="connsiteY7" fmla="*/ 118602 h 269779"/>
                  <a:gd name="connsiteX8" fmla="*/ 528173 w 529465"/>
                  <a:gd name="connsiteY8" fmla="*/ 70240 h 26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9465" h="269779">
                    <a:moveTo>
                      <a:pt x="528173" y="70240"/>
                    </a:moveTo>
                    <a:cubicBezTo>
                      <a:pt x="521826" y="40601"/>
                      <a:pt x="496439" y="23465"/>
                      <a:pt x="490093" y="19086"/>
                    </a:cubicBezTo>
                    <a:cubicBezTo>
                      <a:pt x="449093" y="-8967"/>
                      <a:pt x="393560" y="46"/>
                      <a:pt x="353448" y="7789"/>
                    </a:cubicBezTo>
                    <a:cubicBezTo>
                      <a:pt x="337328" y="10898"/>
                      <a:pt x="134234" y="54373"/>
                      <a:pt x="1" y="147416"/>
                    </a:cubicBezTo>
                    <a:cubicBezTo>
                      <a:pt x="8251" y="160763"/>
                      <a:pt x="12631" y="176147"/>
                      <a:pt x="12695" y="191843"/>
                    </a:cubicBezTo>
                    <a:cubicBezTo>
                      <a:pt x="13647" y="218067"/>
                      <a:pt x="16946" y="244146"/>
                      <a:pt x="22595" y="269780"/>
                    </a:cubicBezTo>
                    <a:lnTo>
                      <a:pt x="278558" y="254738"/>
                    </a:lnTo>
                    <a:cubicBezTo>
                      <a:pt x="278558" y="254738"/>
                      <a:pt x="478986" y="200474"/>
                      <a:pt x="521001" y="118602"/>
                    </a:cubicBezTo>
                    <a:cubicBezTo>
                      <a:pt x="528744" y="103744"/>
                      <a:pt x="531283" y="86710"/>
                      <a:pt x="528173" y="7024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7" name=""/>
              <p:cNvSpPr/>
              <p:nvPr/>
            </p:nvSpPr>
            <p:spPr>
              <a:xfrm>
                <a:off x="8383306" y="4588923"/>
                <a:ext cx="2940019" cy="2269077"/>
              </a:xfrm>
              <a:custGeom>
                <a:avLst/>
                <a:gdLst>
                  <a:gd name="connsiteX0" fmla="*/ 2924115 w 2939789"/>
                  <a:gd name="connsiteY0" fmla="*/ 1953801 h 2264599"/>
                  <a:gd name="connsiteX1" fmla="*/ 2836022 w 2939789"/>
                  <a:gd name="connsiteY1" fmla="*/ 1923464 h 2264599"/>
                  <a:gd name="connsiteX2" fmla="*/ 1970206 w 2939789"/>
                  <a:gd name="connsiteY2" fmla="*/ 1625169 h 2264599"/>
                  <a:gd name="connsiteX3" fmla="*/ 1822645 w 2939789"/>
                  <a:gd name="connsiteY3" fmla="*/ 125699 h 2264599"/>
                  <a:gd name="connsiteX4" fmla="*/ 733172 w 2939789"/>
                  <a:gd name="connsiteY4" fmla="*/ 289 h 2264599"/>
                  <a:gd name="connsiteX5" fmla="*/ 710831 w 2939789"/>
                  <a:gd name="connsiteY5" fmla="*/ 8540 h 2264599"/>
                  <a:gd name="connsiteX6" fmla="*/ 1 w 2939789"/>
                  <a:gd name="connsiteY6" fmla="*/ 2264282 h 2264599"/>
                  <a:gd name="connsiteX7" fmla="*/ 516813 w 2939789"/>
                  <a:gd name="connsiteY7" fmla="*/ 2264282 h 2264599"/>
                  <a:gd name="connsiteX8" fmla="*/ 1162589 w 2939789"/>
                  <a:gd name="connsiteY8" fmla="*/ 732316 h 2264599"/>
                  <a:gd name="connsiteX9" fmla="*/ 1608699 w 2939789"/>
                  <a:gd name="connsiteY9" fmla="*/ 2082385 h 2264599"/>
                  <a:gd name="connsiteX10" fmla="*/ 2428818 w 2939789"/>
                  <a:gd name="connsiteY10" fmla="*/ 2264599 h 2264599"/>
                  <a:gd name="connsiteX11" fmla="*/ 2939791 w 2939789"/>
                  <a:gd name="connsiteY11" fmla="*/ 2264599 h 226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39789" h="2264599">
                    <a:moveTo>
                      <a:pt x="2924115" y="1953801"/>
                    </a:moveTo>
                    <a:lnTo>
                      <a:pt x="2836022" y="1923464"/>
                    </a:lnTo>
                    <a:lnTo>
                      <a:pt x="1970206" y="1625169"/>
                    </a:lnTo>
                    <a:lnTo>
                      <a:pt x="1822645" y="125699"/>
                    </a:lnTo>
                    <a:cubicBezTo>
                      <a:pt x="1461709" y="44335"/>
                      <a:pt x="1100074" y="-4217"/>
                      <a:pt x="733172" y="289"/>
                    </a:cubicBezTo>
                    <a:lnTo>
                      <a:pt x="710831" y="8540"/>
                    </a:lnTo>
                    <a:cubicBezTo>
                      <a:pt x="710831" y="8540"/>
                      <a:pt x="223405" y="1349025"/>
                      <a:pt x="1" y="2264282"/>
                    </a:cubicBezTo>
                    <a:lnTo>
                      <a:pt x="516813" y="2264282"/>
                    </a:lnTo>
                    <a:lnTo>
                      <a:pt x="1162589" y="732316"/>
                    </a:lnTo>
                    <a:cubicBezTo>
                      <a:pt x="1369491" y="1383043"/>
                      <a:pt x="1311293" y="1991628"/>
                      <a:pt x="1608699" y="2082385"/>
                    </a:cubicBezTo>
                    <a:cubicBezTo>
                      <a:pt x="1853681" y="2157086"/>
                      <a:pt x="2167208" y="2219601"/>
                      <a:pt x="2428818" y="2264599"/>
                    </a:cubicBezTo>
                    <a:lnTo>
                      <a:pt x="2939791" y="2264599"/>
                    </a:ln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8" name=""/>
              <p:cNvSpPr/>
              <p:nvPr/>
            </p:nvSpPr>
            <p:spPr>
              <a:xfrm>
                <a:off x="10006338" y="4783117"/>
                <a:ext cx="260663" cy="473037"/>
              </a:xfrm>
              <a:custGeom>
                <a:avLst/>
                <a:gdLst>
                  <a:gd name="connsiteX0" fmla="*/ 9 w 260643"/>
                  <a:gd name="connsiteY0" fmla="*/ 11349 h 472103"/>
                  <a:gd name="connsiteX1" fmla="*/ 74075 w 260643"/>
                  <a:gd name="connsiteY1" fmla="*/ 330524 h 472103"/>
                  <a:gd name="connsiteX2" fmla="*/ 131195 w 260643"/>
                  <a:gd name="connsiteY2" fmla="*/ 430485 h 472103"/>
                  <a:gd name="connsiteX3" fmla="*/ 250513 w 260643"/>
                  <a:gd name="connsiteY3" fmla="*/ 471929 h 472103"/>
                  <a:gd name="connsiteX4" fmla="*/ 251973 w 260643"/>
                  <a:gd name="connsiteY4" fmla="*/ 452381 h 472103"/>
                  <a:gd name="connsiteX5" fmla="*/ 134052 w 260643"/>
                  <a:gd name="connsiteY5" fmla="*/ 407383 h 472103"/>
                  <a:gd name="connsiteX6" fmla="*/ 85055 w 260643"/>
                  <a:gd name="connsiteY6" fmla="*/ 291492 h 472103"/>
                  <a:gd name="connsiteX7" fmla="*/ 19366 w 260643"/>
                  <a:gd name="connsiteY7" fmla="*/ 7541 h 472103"/>
                  <a:gd name="connsiteX8" fmla="*/ 326 w 260643"/>
                  <a:gd name="connsiteY8" fmla="*/ 11349 h 472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643" h="472103">
                    <a:moveTo>
                      <a:pt x="9" y="11349"/>
                    </a:moveTo>
                    <a:cubicBezTo>
                      <a:pt x="24571" y="117593"/>
                      <a:pt x="46721" y="224852"/>
                      <a:pt x="74075" y="330524"/>
                    </a:cubicBezTo>
                    <a:cubicBezTo>
                      <a:pt x="83976" y="368604"/>
                      <a:pt x="98891" y="405733"/>
                      <a:pt x="131195" y="430485"/>
                    </a:cubicBezTo>
                    <a:cubicBezTo>
                      <a:pt x="165151" y="456633"/>
                      <a:pt x="209323" y="464630"/>
                      <a:pt x="250513" y="471929"/>
                    </a:cubicBezTo>
                    <a:cubicBezTo>
                      <a:pt x="263207" y="474150"/>
                      <a:pt x="264286" y="454539"/>
                      <a:pt x="251973" y="452381"/>
                    </a:cubicBezTo>
                    <a:cubicBezTo>
                      <a:pt x="211164" y="445145"/>
                      <a:pt x="165277" y="437022"/>
                      <a:pt x="134052" y="407383"/>
                    </a:cubicBezTo>
                    <a:cubicBezTo>
                      <a:pt x="102826" y="377744"/>
                      <a:pt x="94448" y="331984"/>
                      <a:pt x="85055" y="291492"/>
                    </a:cubicBezTo>
                    <a:lnTo>
                      <a:pt x="19366" y="7541"/>
                    </a:lnTo>
                    <a:cubicBezTo>
                      <a:pt x="16574" y="-4708"/>
                      <a:pt x="-2720" y="-1027"/>
                      <a:pt x="326" y="1134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9" name=""/>
              <p:cNvSpPr/>
              <p:nvPr/>
            </p:nvSpPr>
            <p:spPr>
              <a:xfrm>
                <a:off x="9335243" y="5167003"/>
                <a:ext cx="185685" cy="101386"/>
              </a:xfrm>
              <a:custGeom>
                <a:avLst/>
                <a:gdLst>
                  <a:gd name="connsiteX0" fmla="*/ 5157 w 185670"/>
                  <a:gd name="connsiteY0" fmla="*/ 18669 h 101186"/>
                  <a:gd name="connsiteX1" fmla="*/ 170171 w 185670"/>
                  <a:gd name="connsiteY1" fmla="*/ 100034 h 101186"/>
                  <a:gd name="connsiteX2" fmla="*/ 180516 w 185670"/>
                  <a:gd name="connsiteY2" fmla="*/ 82517 h 101186"/>
                  <a:gd name="connsiteX3" fmla="*/ 15502 w 185670"/>
                  <a:gd name="connsiteY3" fmla="*/ 1152 h 101186"/>
                  <a:gd name="connsiteX4" fmla="*/ 5157 w 185670"/>
                  <a:gd name="connsiteY4" fmla="*/ 18669 h 101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670" h="101186">
                    <a:moveTo>
                      <a:pt x="5157" y="18669"/>
                    </a:moveTo>
                    <a:lnTo>
                      <a:pt x="170171" y="100034"/>
                    </a:lnTo>
                    <a:cubicBezTo>
                      <a:pt x="181849" y="105809"/>
                      <a:pt x="192257" y="88292"/>
                      <a:pt x="180516" y="82517"/>
                    </a:cubicBezTo>
                    <a:lnTo>
                      <a:pt x="15502" y="1152"/>
                    </a:lnTo>
                    <a:cubicBezTo>
                      <a:pt x="3824" y="-4623"/>
                      <a:pt x="-6584" y="12894"/>
                      <a:pt x="5157" y="1866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0" name=""/>
              <p:cNvSpPr/>
              <p:nvPr/>
            </p:nvSpPr>
            <p:spPr>
              <a:xfrm>
                <a:off x="9248050" y="5000241"/>
                <a:ext cx="336267" cy="268317"/>
              </a:xfrm>
              <a:custGeom>
                <a:avLst/>
                <a:gdLst>
                  <a:gd name="connsiteX0" fmla="*/ 3743 w 336241"/>
                  <a:gd name="connsiteY0" fmla="*/ 17487 h 267787"/>
                  <a:gd name="connsiteX1" fmla="*/ 318476 w 336241"/>
                  <a:gd name="connsiteY1" fmla="*/ 265008 h 267787"/>
                  <a:gd name="connsiteX2" fmla="*/ 333327 w 336241"/>
                  <a:gd name="connsiteY2" fmla="*/ 252315 h 267787"/>
                  <a:gd name="connsiteX3" fmla="*/ 14850 w 336241"/>
                  <a:gd name="connsiteY3" fmla="*/ 1366 h 267787"/>
                  <a:gd name="connsiteX4" fmla="*/ 1395 w 336241"/>
                  <a:gd name="connsiteY4" fmla="*/ 4838 h 267787"/>
                  <a:gd name="connsiteX5" fmla="*/ 3743 w 336241"/>
                  <a:gd name="connsiteY5" fmla="*/ 17550 h 26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241" h="267787">
                    <a:moveTo>
                      <a:pt x="3743" y="17487"/>
                    </a:moveTo>
                    <a:cubicBezTo>
                      <a:pt x="115127" y="91458"/>
                      <a:pt x="220356" y="174225"/>
                      <a:pt x="318476" y="265008"/>
                    </a:cubicBezTo>
                    <a:cubicBezTo>
                      <a:pt x="327615" y="273449"/>
                      <a:pt x="342593" y="260756"/>
                      <a:pt x="333327" y="252315"/>
                    </a:cubicBezTo>
                    <a:cubicBezTo>
                      <a:pt x="234001" y="160319"/>
                      <a:pt x="127504" y="76397"/>
                      <a:pt x="14850" y="1366"/>
                    </a:cubicBezTo>
                    <a:cubicBezTo>
                      <a:pt x="10153" y="-1394"/>
                      <a:pt x="4124" y="161"/>
                      <a:pt x="1395" y="4838"/>
                    </a:cubicBezTo>
                    <a:cubicBezTo>
                      <a:pt x="-1144" y="9071"/>
                      <a:pt x="-128" y="14498"/>
                      <a:pt x="3743" y="1755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1" name=""/>
              <p:cNvSpPr/>
              <p:nvPr/>
            </p:nvSpPr>
            <p:spPr>
              <a:xfrm>
                <a:off x="8600902" y="3269796"/>
                <a:ext cx="1005063" cy="1420782"/>
              </a:xfrm>
              <a:custGeom>
                <a:avLst/>
                <a:gdLst>
                  <a:gd name="connsiteX0" fmla="*/ 1004986 w 1004984"/>
                  <a:gd name="connsiteY0" fmla="*/ 0 h 1417978"/>
                  <a:gd name="connsiteX1" fmla="*/ 827977 w 1004984"/>
                  <a:gd name="connsiteY1" fmla="*/ 86315 h 1417978"/>
                  <a:gd name="connsiteX2" fmla="*/ 722685 w 1004984"/>
                  <a:gd name="connsiteY2" fmla="*/ 133408 h 1417978"/>
                  <a:gd name="connsiteX3" fmla="*/ 652046 w 1004984"/>
                  <a:gd name="connsiteY3" fmla="*/ 73622 h 1417978"/>
                  <a:gd name="connsiteX4" fmla="*/ 548087 w 1004984"/>
                  <a:gd name="connsiteY4" fmla="*/ 214455 h 1417978"/>
                  <a:gd name="connsiteX5" fmla="*/ 516862 w 1004984"/>
                  <a:gd name="connsiteY5" fmla="*/ 241238 h 1417978"/>
                  <a:gd name="connsiteX6" fmla="*/ 473895 w 1004984"/>
                  <a:gd name="connsiteY6" fmla="*/ 315304 h 1417978"/>
                  <a:gd name="connsiteX7" fmla="*/ 461201 w 1004984"/>
                  <a:gd name="connsiteY7" fmla="*/ 347037 h 1417978"/>
                  <a:gd name="connsiteX8" fmla="*/ 36734 w 1004984"/>
                  <a:gd name="connsiteY8" fmla="*/ 853313 h 1417978"/>
                  <a:gd name="connsiteX9" fmla="*/ 277909 w 1004984"/>
                  <a:gd name="connsiteY9" fmla="*/ 1219581 h 1417978"/>
                  <a:gd name="connsiteX10" fmla="*/ 450602 w 1004984"/>
                  <a:gd name="connsiteY10" fmla="*/ 1014011 h 1417978"/>
                  <a:gd name="connsiteX11" fmla="*/ 443303 w 1004984"/>
                  <a:gd name="connsiteY11" fmla="*/ 1109212 h 1417978"/>
                  <a:gd name="connsiteX12" fmla="*/ 447429 w 1004984"/>
                  <a:gd name="connsiteY12" fmla="*/ 1405412 h 1417978"/>
                  <a:gd name="connsiteX13" fmla="*/ 454728 w 1004984"/>
                  <a:gd name="connsiteY13" fmla="*/ 1407062 h 1417978"/>
                  <a:gd name="connsiteX14" fmla="*/ 459044 w 1004984"/>
                  <a:gd name="connsiteY14" fmla="*/ 1376979 h 1417978"/>
                  <a:gd name="connsiteX15" fmla="*/ 458663 w 1004984"/>
                  <a:gd name="connsiteY15" fmla="*/ 1407951 h 1417978"/>
                  <a:gd name="connsiteX16" fmla="*/ 503978 w 1004984"/>
                  <a:gd name="connsiteY16" fmla="*/ 1417978 h 1417978"/>
                  <a:gd name="connsiteX17" fmla="*/ 787548 w 1004984"/>
                  <a:gd name="connsiteY17" fmla="*/ 1359018 h 1417978"/>
                  <a:gd name="connsiteX18" fmla="*/ 819281 w 1004984"/>
                  <a:gd name="connsiteY18" fmla="*/ 1174964 h 1417978"/>
                  <a:gd name="connsiteX19" fmla="*/ 946787 w 1004984"/>
                  <a:gd name="connsiteY19" fmla="*/ 1156812 h 1417978"/>
                  <a:gd name="connsiteX20" fmla="*/ 965382 w 1004984"/>
                  <a:gd name="connsiteY20" fmla="*/ 500374 h 1417978"/>
                  <a:gd name="connsiteX21" fmla="*/ 1004986 w 1004984"/>
                  <a:gd name="connsiteY21" fmla="*/ 0 h 1417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04984" h="1417978">
                    <a:moveTo>
                      <a:pt x="1004986" y="0"/>
                    </a:moveTo>
                    <a:cubicBezTo>
                      <a:pt x="947485" y="31803"/>
                      <a:pt x="888397" y="60611"/>
                      <a:pt x="827977" y="86315"/>
                    </a:cubicBezTo>
                    <a:cubicBezTo>
                      <a:pt x="782851" y="105990"/>
                      <a:pt x="756894" y="142103"/>
                      <a:pt x="722685" y="133408"/>
                    </a:cubicBezTo>
                    <a:cubicBezTo>
                      <a:pt x="684034" y="123507"/>
                      <a:pt x="679337" y="76795"/>
                      <a:pt x="652046" y="73622"/>
                    </a:cubicBezTo>
                    <a:cubicBezTo>
                      <a:pt x="631039" y="71147"/>
                      <a:pt x="598290" y="94947"/>
                      <a:pt x="548087" y="214455"/>
                    </a:cubicBezTo>
                    <a:cubicBezTo>
                      <a:pt x="536664" y="222090"/>
                      <a:pt x="526128" y="231083"/>
                      <a:pt x="516862" y="241238"/>
                    </a:cubicBezTo>
                    <a:cubicBezTo>
                      <a:pt x="497822" y="262309"/>
                      <a:pt x="485129" y="288775"/>
                      <a:pt x="473895" y="315304"/>
                    </a:cubicBezTo>
                    <a:cubicBezTo>
                      <a:pt x="469389" y="325776"/>
                      <a:pt x="465644" y="336502"/>
                      <a:pt x="461201" y="347037"/>
                    </a:cubicBezTo>
                    <a:cubicBezTo>
                      <a:pt x="306469" y="507736"/>
                      <a:pt x="137520" y="654217"/>
                      <a:pt x="36734" y="853313"/>
                    </a:cubicBezTo>
                    <a:cubicBezTo>
                      <a:pt x="-59736" y="1044095"/>
                      <a:pt x="38321" y="1284063"/>
                      <a:pt x="277909" y="1219581"/>
                    </a:cubicBezTo>
                    <a:cubicBezTo>
                      <a:pt x="351086" y="1199843"/>
                      <a:pt x="420202" y="1121778"/>
                      <a:pt x="450602" y="1014011"/>
                    </a:cubicBezTo>
                    <a:cubicBezTo>
                      <a:pt x="447683" y="1043523"/>
                      <a:pt x="445144" y="1075384"/>
                      <a:pt x="443303" y="1109212"/>
                    </a:cubicBezTo>
                    <a:cubicBezTo>
                      <a:pt x="436513" y="1235765"/>
                      <a:pt x="440955" y="1367268"/>
                      <a:pt x="447429" y="1405412"/>
                    </a:cubicBezTo>
                    <a:lnTo>
                      <a:pt x="454728" y="1407062"/>
                    </a:lnTo>
                    <a:cubicBezTo>
                      <a:pt x="456949" y="1395384"/>
                      <a:pt x="458599" y="1376915"/>
                      <a:pt x="459044" y="1376979"/>
                    </a:cubicBezTo>
                    <a:cubicBezTo>
                      <a:pt x="460757" y="1387242"/>
                      <a:pt x="460630" y="1397732"/>
                      <a:pt x="458663" y="1407951"/>
                    </a:cubicBezTo>
                    <a:cubicBezTo>
                      <a:pt x="473704" y="1411460"/>
                      <a:pt x="488809" y="1414805"/>
                      <a:pt x="503978" y="1417978"/>
                    </a:cubicBezTo>
                    <a:cubicBezTo>
                      <a:pt x="587945" y="1362445"/>
                      <a:pt x="685176" y="1352607"/>
                      <a:pt x="787548" y="1359018"/>
                    </a:cubicBezTo>
                    <a:cubicBezTo>
                      <a:pt x="792435" y="1309894"/>
                      <a:pt x="769333" y="1207459"/>
                      <a:pt x="819281" y="1174964"/>
                    </a:cubicBezTo>
                    <a:cubicBezTo>
                      <a:pt x="849619" y="1155225"/>
                      <a:pt x="908135" y="1178518"/>
                      <a:pt x="946787" y="1156812"/>
                    </a:cubicBezTo>
                    <a:cubicBezTo>
                      <a:pt x="878306" y="955749"/>
                      <a:pt x="938790" y="686141"/>
                      <a:pt x="965382" y="500374"/>
                    </a:cubicBezTo>
                    <a:cubicBezTo>
                      <a:pt x="988168" y="344118"/>
                      <a:pt x="979662" y="165712"/>
                      <a:pt x="1004986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2" name=""/>
              <p:cNvSpPr/>
              <p:nvPr/>
            </p:nvSpPr>
            <p:spPr>
              <a:xfrm>
                <a:off x="9169152" y="3269796"/>
                <a:ext cx="436813" cy="1387905"/>
              </a:xfrm>
              <a:custGeom>
                <a:avLst/>
                <a:gdLst>
                  <a:gd name="connsiteX0" fmla="*/ 436780 w 436779"/>
                  <a:gd name="connsiteY0" fmla="*/ 0 h 1385166"/>
                  <a:gd name="connsiteX1" fmla="*/ 259772 w 436779"/>
                  <a:gd name="connsiteY1" fmla="*/ 86315 h 1385166"/>
                  <a:gd name="connsiteX2" fmla="*/ 247078 w 436779"/>
                  <a:gd name="connsiteY2" fmla="*/ 104276 h 1385166"/>
                  <a:gd name="connsiteX3" fmla="*/ 189259 w 436779"/>
                  <a:gd name="connsiteY3" fmla="*/ 93804 h 1385166"/>
                  <a:gd name="connsiteX4" fmla="*/ 15995 w 436779"/>
                  <a:gd name="connsiteY4" fmla="*/ 608394 h 1385166"/>
                  <a:gd name="connsiteX5" fmla="*/ 58010 w 436779"/>
                  <a:gd name="connsiteY5" fmla="*/ 776328 h 1385166"/>
                  <a:gd name="connsiteX6" fmla="*/ 1 w 436779"/>
                  <a:gd name="connsiteY6" fmla="*/ 1385166 h 1385166"/>
                  <a:gd name="connsiteX7" fmla="*/ 219660 w 436779"/>
                  <a:gd name="connsiteY7" fmla="*/ 1359145 h 1385166"/>
                  <a:gd name="connsiteX8" fmla="*/ 251394 w 436779"/>
                  <a:gd name="connsiteY8" fmla="*/ 1175091 h 1385166"/>
                  <a:gd name="connsiteX9" fmla="*/ 378899 w 436779"/>
                  <a:gd name="connsiteY9" fmla="*/ 1156939 h 1385166"/>
                  <a:gd name="connsiteX10" fmla="*/ 397495 w 436779"/>
                  <a:gd name="connsiteY10" fmla="*/ 500500 h 1385166"/>
                  <a:gd name="connsiteX11" fmla="*/ 436780 w 436779"/>
                  <a:gd name="connsiteY11" fmla="*/ 0 h 13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779" h="1385166">
                    <a:moveTo>
                      <a:pt x="436780" y="0"/>
                    </a:moveTo>
                    <a:cubicBezTo>
                      <a:pt x="305023" y="38080"/>
                      <a:pt x="267006" y="66577"/>
                      <a:pt x="259772" y="86315"/>
                    </a:cubicBezTo>
                    <a:cubicBezTo>
                      <a:pt x="257740" y="93589"/>
                      <a:pt x="253234" y="99929"/>
                      <a:pt x="247078" y="104276"/>
                    </a:cubicBezTo>
                    <a:cubicBezTo>
                      <a:pt x="231021" y="114113"/>
                      <a:pt x="206776" y="103705"/>
                      <a:pt x="189259" y="93804"/>
                    </a:cubicBezTo>
                    <a:cubicBezTo>
                      <a:pt x="19168" y="213186"/>
                      <a:pt x="-15738" y="415391"/>
                      <a:pt x="15995" y="608394"/>
                    </a:cubicBezTo>
                    <a:cubicBezTo>
                      <a:pt x="30339" y="695344"/>
                      <a:pt x="39605" y="683031"/>
                      <a:pt x="58010" y="776328"/>
                    </a:cubicBezTo>
                    <a:cubicBezTo>
                      <a:pt x="98439" y="981136"/>
                      <a:pt x="84602" y="1193115"/>
                      <a:pt x="1" y="1385166"/>
                    </a:cubicBezTo>
                    <a:cubicBezTo>
                      <a:pt x="67911" y="1358764"/>
                      <a:pt x="142294" y="1354321"/>
                      <a:pt x="219660" y="1359145"/>
                    </a:cubicBezTo>
                    <a:cubicBezTo>
                      <a:pt x="224547" y="1310021"/>
                      <a:pt x="201445" y="1207586"/>
                      <a:pt x="251394" y="1175091"/>
                    </a:cubicBezTo>
                    <a:cubicBezTo>
                      <a:pt x="281731" y="1155352"/>
                      <a:pt x="340247" y="1178645"/>
                      <a:pt x="378899" y="1156939"/>
                    </a:cubicBezTo>
                    <a:cubicBezTo>
                      <a:pt x="310418" y="955876"/>
                      <a:pt x="370902" y="686268"/>
                      <a:pt x="397495" y="500500"/>
                    </a:cubicBezTo>
                    <a:cubicBezTo>
                      <a:pt x="419962" y="344118"/>
                      <a:pt x="411457" y="165712"/>
                      <a:pt x="436780" y="0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3" name=""/>
              <p:cNvSpPr/>
              <p:nvPr/>
            </p:nvSpPr>
            <p:spPr>
              <a:xfrm>
                <a:off x="8889647" y="4074508"/>
                <a:ext cx="134270" cy="260334"/>
              </a:xfrm>
              <a:custGeom>
                <a:avLst/>
                <a:gdLst>
                  <a:gd name="connsiteX0" fmla="*/ 112567 w 134260"/>
                  <a:gd name="connsiteY0" fmla="*/ 6714 h 259820"/>
                  <a:gd name="connsiteX1" fmla="*/ 1183 w 134260"/>
                  <a:gd name="connsiteY1" fmla="*/ 246047 h 259820"/>
                  <a:gd name="connsiteX2" fmla="*/ 21936 w 134260"/>
                  <a:gd name="connsiteY2" fmla="*/ 253219 h 259820"/>
                  <a:gd name="connsiteX3" fmla="*/ 133257 w 134260"/>
                  <a:gd name="connsiteY3" fmla="*/ 13885 h 259820"/>
                  <a:gd name="connsiteX4" fmla="*/ 112567 w 134260"/>
                  <a:gd name="connsiteY4" fmla="*/ 6714 h 25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60" h="259820">
                    <a:moveTo>
                      <a:pt x="112567" y="6714"/>
                    </a:moveTo>
                    <a:cubicBezTo>
                      <a:pt x="76645" y="87107"/>
                      <a:pt x="39516" y="166885"/>
                      <a:pt x="1183" y="246047"/>
                    </a:cubicBezTo>
                    <a:cubicBezTo>
                      <a:pt x="-5164" y="258741"/>
                      <a:pt x="15843" y="265786"/>
                      <a:pt x="21936" y="253219"/>
                    </a:cubicBezTo>
                    <a:cubicBezTo>
                      <a:pt x="60270" y="174013"/>
                      <a:pt x="97398" y="94235"/>
                      <a:pt x="133257" y="13885"/>
                    </a:cubicBezTo>
                    <a:cubicBezTo>
                      <a:pt x="139033" y="1192"/>
                      <a:pt x="118279" y="-6107"/>
                      <a:pt x="112567" y="67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4" name=""/>
              <p:cNvSpPr/>
              <p:nvPr/>
            </p:nvSpPr>
            <p:spPr>
              <a:xfrm>
                <a:off x="9467142" y="3272015"/>
                <a:ext cx="1470457" cy="1605143"/>
              </a:xfrm>
              <a:custGeom>
                <a:avLst/>
                <a:gdLst>
                  <a:gd name="connsiteX0" fmla="*/ 133482 w 1470342"/>
                  <a:gd name="connsiteY0" fmla="*/ 1203848 h 1601975"/>
                  <a:gd name="connsiteX1" fmla="*/ 639314 w 1470342"/>
                  <a:gd name="connsiteY1" fmla="*/ 1533876 h 1601975"/>
                  <a:gd name="connsiteX2" fmla="*/ 816006 w 1470342"/>
                  <a:gd name="connsiteY2" fmla="*/ 1601976 h 1601975"/>
                  <a:gd name="connsiteX3" fmla="*/ 900036 w 1470342"/>
                  <a:gd name="connsiteY3" fmla="*/ 1593281 h 1601975"/>
                  <a:gd name="connsiteX4" fmla="*/ 1333325 w 1470342"/>
                  <a:gd name="connsiteY4" fmla="*/ 1391583 h 1601975"/>
                  <a:gd name="connsiteX5" fmla="*/ 1450549 w 1470342"/>
                  <a:gd name="connsiteY5" fmla="*/ 944141 h 1601975"/>
                  <a:gd name="connsiteX6" fmla="*/ 1379529 w 1470342"/>
                  <a:gd name="connsiteY6" fmla="*/ 805910 h 1601975"/>
                  <a:gd name="connsiteX7" fmla="*/ 966232 w 1470342"/>
                  <a:gd name="connsiteY7" fmla="*/ 197453 h 1601975"/>
                  <a:gd name="connsiteX8" fmla="*/ 781734 w 1470342"/>
                  <a:gd name="connsiteY8" fmla="*/ 24188 h 1601975"/>
                  <a:gd name="connsiteX9" fmla="*/ 359552 w 1470342"/>
                  <a:gd name="connsiteY9" fmla="*/ 88607 h 1601975"/>
                  <a:gd name="connsiteX10" fmla="*/ 29143 w 1470342"/>
                  <a:gd name="connsiteY10" fmla="*/ 1151043 h 1601975"/>
                  <a:gd name="connsiteX11" fmla="*/ 133482 w 1470342"/>
                  <a:gd name="connsiteY11" fmla="*/ 1203848 h 160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70342" h="1601975">
                    <a:moveTo>
                      <a:pt x="133482" y="1203848"/>
                    </a:moveTo>
                    <a:cubicBezTo>
                      <a:pt x="266319" y="1367656"/>
                      <a:pt x="445232" y="1460318"/>
                      <a:pt x="639314" y="1533876"/>
                    </a:cubicBezTo>
                    <a:cubicBezTo>
                      <a:pt x="697958" y="1556153"/>
                      <a:pt x="756855" y="1579255"/>
                      <a:pt x="816006" y="1601976"/>
                    </a:cubicBezTo>
                    <a:cubicBezTo>
                      <a:pt x="844058" y="1599945"/>
                      <a:pt x="872111" y="1597343"/>
                      <a:pt x="900036" y="1593281"/>
                    </a:cubicBezTo>
                    <a:cubicBezTo>
                      <a:pt x="1060671" y="1570242"/>
                      <a:pt x="1220608" y="1508299"/>
                      <a:pt x="1333325" y="1391583"/>
                    </a:cubicBezTo>
                    <a:cubicBezTo>
                      <a:pt x="1446043" y="1274867"/>
                      <a:pt x="1503289" y="1097604"/>
                      <a:pt x="1450549" y="944141"/>
                    </a:cubicBezTo>
                    <a:cubicBezTo>
                      <a:pt x="1433666" y="895018"/>
                      <a:pt x="1406693" y="850146"/>
                      <a:pt x="1379529" y="805910"/>
                    </a:cubicBezTo>
                    <a:cubicBezTo>
                      <a:pt x="1251008" y="597021"/>
                      <a:pt x="1113285" y="394200"/>
                      <a:pt x="966232" y="197453"/>
                    </a:cubicBezTo>
                    <a:cubicBezTo>
                      <a:pt x="915458" y="129098"/>
                      <a:pt x="859735" y="58841"/>
                      <a:pt x="781734" y="24188"/>
                    </a:cubicBezTo>
                    <a:cubicBezTo>
                      <a:pt x="647374" y="-35598"/>
                      <a:pt x="492959" y="26790"/>
                      <a:pt x="359552" y="88607"/>
                    </a:cubicBezTo>
                    <a:cubicBezTo>
                      <a:pt x="359552" y="88607"/>
                      <a:pt x="-121274" y="650035"/>
                      <a:pt x="29143" y="1151043"/>
                    </a:cubicBezTo>
                    <a:cubicBezTo>
                      <a:pt x="65700" y="1150916"/>
                      <a:pt x="102955" y="1166212"/>
                      <a:pt x="133482" y="1203848"/>
                    </a:cubicBezTo>
                    <a:close/>
                  </a:path>
                </a:pathLst>
              </a:custGeom>
              <a:solidFill>
                <a:srgbClr val="838F6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5" name=""/>
              <p:cNvSpPr/>
              <p:nvPr/>
            </p:nvSpPr>
            <p:spPr>
              <a:xfrm>
                <a:off x="10388577" y="3567957"/>
                <a:ext cx="342939" cy="404980"/>
              </a:xfrm>
              <a:custGeom>
                <a:avLst/>
                <a:gdLst>
                  <a:gd name="connsiteX0" fmla="*/ 824 w 342912"/>
                  <a:gd name="connsiteY0" fmla="*/ 108108 h 404181"/>
                  <a:gd name="connsiteX1" fmla="*/ 83774 w 342912"/>
                  <a:gd name="connsiteY1" fmla="*/ 301619 h 404181"/>
                  <a:gd name="connsiteX2" fmla="*/ 168884 w 342912"/>
                  <a:gd name="connsiteY2" fmla="*/ 401198 h 404181"/>
                  <a:gd name="connsiteX3" fmla="*/ 340245 w 342912"/>
                  <a:gd name="connsiteY3" fmla="*/ 295018 h 404181"/>
                  <a:gd name="connsiteX4" fmla="*/ 272081 w 342912"/>
                  <a:gd name="connsiteY4" fmla="*/ 138635 h 404181"/>
                  <a:gd name="connsiteX5" fmla="*/ 147940 w 342912"/>
                  <a:gd name="connsiteY5" fmla="*/ 24 h 404181"/>
                  <a:gd name="connsiteX6" fmla="*/ 95517 w 342912"/>
                  <a:gd name="connsiteY6" fmla="*/ 17160 h 404181"/>
                  <a:gd name="connsiteX7" fmla="*/ 824 w 342912"/>
                  <a:gd name="connsiteY7" fmla="*/ 108108 h 404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12" h="404181">
                    <a:moveTo>
                      <a:pt x="824" y="108108"/>
                    </a:moveTo>
                    <a:cubicBezTo>
                      <a:pt x="-6348" y="154185"/>
                      <a:pt x="34398" y="209338"/>
                      <a:pt x="83774" y="301619"/>
                    </a:cubicBezTo>
                    <a:cubicBezTo>
                      <a:pt x="105798" y="342809"/>
                      <a:pt x="131058" y="387109"/>
                      <a:pt x="168884" y="401198"/>
                    </a:cubicBezTo>
                    <a:cubicBezTo>
                      <a:pt x="217119" y="419223"/>
                      <a:pt x="323553" y="352012"/>
                      <a:pt x="340245" y="295018"/>
                    </a:cubicBezTo>
                    <a:cubicBezTo>
                      <a:pt x="356936" y="238025"/>
                      <a:pt x="290614" y="196962"/>
                      <a:pt x="272081" y="138635"/>
                    </a:cubicBezTo>
                    <a:cubicBezTo>
                      <a:pt x="250375" y="70408"/>
                      <a:pt x="206012" y="-1499"/>
                      <a:pt x="147940" y="24"/>
                    </a:cubicBezTo>
                    <a:cubicBezTo>
                      <a:pt x="129535" y="532"/>
                      <a:pt x="112208" y="8592"/>
                      <a:pt x="95517" y="17160"/>
                    </a:cubicBezTo>
                    <a:cubicBezTo>
                      <a:pt x="33064" y="49274"/>
                      <a:pt x="5711" y="76565"/>
                      <a:pt x="824" y="108108"/>
                    </a:cubicBezTo>
                    <a:close/>
                  </a:path>
                </a:pathLst>
              </a:custGeom>
              <a:solidFill>
                <a:srgbClr val="D1A24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6" name=""/>
              <p:cNvSpPr/>
              <p:nvPr/>
            </p:nvSpPr>
            <p:spPr>
              <a:xfrm>
                <a:off x="8968263" y="3458289"/>
                <a:ext cx="198222" cy="363807"/>
              </a:xfrm>
              <a:custGeom>
                <a:avLst/>
                <a:gdLst>
                  <a:gd name="connsiteX0" fmla="*/ 38652 w 198207"/>
                  <a:gd name="connsiteY0" fmla="*/ 290039 h 363089"/>
                  <a:gd name="connsiteX1" fmla="*/ 1715 w 198207"/>
                  <a:gd name="connsiteY1" fmla="*/ 340051 h 363089"/>
                  <a:gd name="connsiteX2" fmla="*/ 1 w 198207"/>
                  <a:gd name="connsiteY2" fmla="*/ 363089 h 363089"/>
                  <a:gd name="connsiteX3" fmla="*/ 28625 w 198207"/>
                  <a:gd name="connsiteY3" fmla="*/ 346905 h 363089"/>
                  <a:gd name="connsiteX4" fmla="*/ 174599 w 198207"/>
                  <a:gd name="connsiteY4" fmla="*/ 66635 h 363089"/>
                  <a:gd name="connsiteX5" fmla="*/ 198208 w 198207"/>
                  <a:gd name="connsiteY5" fmla="*/ 7547 h 363089"/>
                  <a:gd name="connsiteX6" fmla="*/ 150989 w 198207"/>
                  <a:gd name="connsiteY6" fmla="*/ 3612 h 363089"/>
                  <a:gd name="connsiteX7" fmla="*/ 119256 w 198207"/>
                  <a:gd name="connsiteY7" fmla="*/ 43025 h 363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8207" h="363089">
                    <a:moveTo>
                      <a:pt x="38652" y="290039"/>
                    </a:moveTo>
                    <a:cubicBezTo>
                      <a:pt x="31544" y="310005"/>
                      <a:pt x="18724" y="327414"/>
                      <a:pt x="1715" y="340051"/>
                    </a:cubicBezTo>
                    <a:cubicBezTo>
                      <a:pt x="509" y="354457"/>
                      <a:pt x="1" y="363089"/>
                      <a:pt x="1" y="363089"/>
                    </a:cubicBezTo>
                    <a:lnTo>
                      <a:pt x="28625" y="346905"/>
                    </a:lnTo>
                    <a:cubicBezTo>
                      <a:pt x="84856" y="257639"/>
                      <a:pt x="133727" y="163898"/>
                      <a:pt x="174599" y="66635"/>
                    </a:cubicBezTo>
                    <a:cubicBezTo>
                      <a:pt x="183040" y="46751"/>
                      <a:pt x="190910" y="27051"/>
                      <a:pt x="198208" y="7547"/>
                    </a:cubicBezTo>
                    <a:cubicBezTo>
                      <a:pt x="183865" y="-881"/>
                      <a:pt x="166538" y="-2335"/>
                      <a:pt x="150989" y="3612"/>
                    </a:cubicBezTo>
                    <a:cubicBezTo>
                      <a:pt x="134678" y="10854"/>
                      <a:pt x="122873" y="25534"/>
                      <a:pt x="119256" y="43025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7" name=""/>
              <p:cNvSpPr/>
              <p:nvPr/>
            </p:nvSpPr>
            <p:spPr>
              <a:xfrm>
                <a:off x="8993749" y="4045496"/>
                <a:ext cx="67118" cy="512300"/>
              </a:xfrm>
              <a:custGeom>
                <a:avLst/>
                <a:gdLst>
                  <a:gd name="connsiteX0" fmla="*/ 67115 w 67113"/>
                  <a:gd name="connsiteY0" fmla="*/ 4253 h 511289"/>
                  <a:gd name="connsiteX1" fmla="*/ 49027 w 67113"/>
                  <a:gd name="connsiteY1" fmla="*/ 511290 h 511289"/>
                  <a:gd name="connsiteX2" fmla="*/ 665 w 67113"/>
                  <a:gd name="connsiteY2" fmla="*/ 333582 h 511289"/>
                  <a:gd name="connsiteX3" fmla="*/ 32399 w 67113"/>
                  <a:gd name="connsiteY3" fmla="*/ 0 h 5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113" h="511289">
                    <a:moveTo>
                      <a:pt x="67115" y="4253"/>
                    </a:moveTo>
                    <a:lnTo>
                      <a:pt x="49027" y="511290"/>
                    </a:lnTo>
                    <a:cubicBezTo>
                      <a:pt x="49027" y="511290"/>
                      <a:pt x="6759" y="357065"/>
                      <a:pt x="665" y="333582"/>
                    </a:cubicBezTo>
                    <a:cubicBezTo>
                      <a:pt x="-5427" y="310100"/>
                      <a:pt x="32399" y="0"/>
                      <a:pt x="32399" y="0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8" name=""/>
              <p:cNvSpPr/>
              <p:nvPr/>
            </p:nvSpPr>
            <p:spPr>
              <a:xfrm>
                <a:off x="8993752" y="4187244"/>
                <a:ext cx="60707" cy="370552"/>
              </a:xfrm>
              <a:custGeom>
                <a:avLst/>
                <a:gdLst>
                  <a:gd name="connsiteX0" fmla="*/ 60703 w 60702"/>
                  <a:gd name="connsiteY0" fmla="*/ 42142 h 369821"/>
                  <a:gd name="connsiteX1" fmla="*/ 49025 w 60702"/>
                  <a:gd name="connsiteY1" fmla="*/ 369822 h 369821"/>
                  <a:gd name="connsiteX2" fmla="*/ 663 w 60702"/>
                  <a:gd name="connsiteY2" fmla="*/ 192114 h 369821"/>
                  <a:gd name="connsiteX3" fmla="*/ 15895 w 60702"/>
                  <a:gd name="connsiteY3" fmla="*/ 0 h 369821"/>
                  <a:gd name="connsiteX4" fmla="*/ 60703 w 60702"/>
                  <a:gd name="connsiteY4" fmla="*/ 42142 h 369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02" h="369821">
                    <a:moveTo>
                      <a:pt x="60703" y="42142"/>
                    </a:moveTo>
                    <a:lnTo>
                      <a:pt x="49025" y="369822"/>
                    </a:lnTo>
                    <a:cubicBezTo>
                      <a:pt x="49025" y="369822"/>
                      <a:pt x="6757" y="215597"/>
                      <a:pt x="663" y="192114"/>
                    </a:cubicBezTo>
                    <a:cubicBezTo>
                      <a:pt x="-2574" y="179421"/>
                      <a:pt x="6629" y="85236"/>
                      <a:pt x="15895" y="0"/>
                    </a:cubicBezTo>
                    <a:cubicBezTo>
                      <a:pt x="30937" y="13918"/>
                      <a:pt x="45852" y="27970"/>
                      <a:pt x="60703" y="42142"/>
                    </a:cubicBezTo>
                    <a:close/>
                  </a:path>
                </a:pathLst>
              </a:custGeom>
              <a:solidFill>
                <a:srgbClr val="4D559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9" name=""/>
              <p:cNvSpPr/>
              <p:nvPr/>
            </p:nvSpPr>
            <p:spPr>
              <a:xfrm>
                <a:off x="9252745" y="4631247"/>
                <a:ext cx="973404" cy="290617"/>
              </a:xfrm>
              <a:custGeom>
                <a:avLst/>
                <a:gdLst>
                  <a:gd name="connsiteX0" fmla="*/ 567713 w 973328"/>
                  <a:gd name="connsiteY0" fmla="*/ 195542 h 290043"/>
                  <a:gd name="connsiteX1" fmla="*/ 886634 w 973328"/>
                  <a:gd name="connsiteY1" fmla="*/ 266434 h 290043"/>
                  <a:gd name="connsiteX2" fmla="*/ 973330 w 973328"/>
                  <a:gd name="connsiteY2" fmla="*/ 290044 h 290043"/>
                  <a:gd name="connsiteX3" fmla="*/ 955369 w 973328"/>
                  <a:gd name="connsiteY3" fmla="*/ 1713 h 290043"/>
                  <a:gd name="connsiteX4" fmla="*/ 1 w 973328"/>
                  <a:gd name="connsiteY4" fmla="*/ 0 h 290043"/>
                  <a:gd name="connsiteX5" fmla="*/ 10156 w 973328"/>
                  <a:gd name="connsiteY5" fmla="*/ 22594 h 290043"/>
                  <a:gd name="connsiteX6" fmla="*/ 567713 w 973328"/>
                  <a:gd name="connsiteY6" fmla="*/ 195542 h 29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3328" h="290043">
                    <a:moveTo>
                      <a:pt x="567713" y="195542"/>
                    </a:moveTo>
                    <a:cubicBezTo>
                      <a:pt x="596907" y="201000"/>
                      <a:pt x="721366" y="223150"/>
                      <a:pt x="886634" y="266434"/>
                    </a:cubicBezTo>
                    <a:cubicBezTo>
                      <a:pt x="923318" y="276018"/>
                      <a:pt x="953338" y="284395"/>
                      <a:pt x="973330" y="290044"/>
                    </a:cubicBezTo>
                    <a:cubicBezTo>
                      <a:pt x="967300" y="193955"/>
                      <a:pt x="961335" y="97847"/>
                      <a:pt x="955369" y="1713"/>
                    </a:cubicBezTo>
                    <a:lnTo>
                      <a:pt x="1" y="0"/>
                    </a:lnTo>
                    <a:cubicBezTo>
                      <a:pt x="1" y="0"/>
                      <a:pt x="3555" y="7997"/>
                      <a:pt x="10156" y="22594"/>
                    </a:cubicBezTo>
                    <a:cubicBezTo>
                      <a:pt x="297471" y="132201"/>
                      <a:pt x="465086" y="176502"/>
                      <a:pt x="567713" y="195542"/>
                    </a:cubicBezTo>
                    <a:close/>
                  </a:path>
                </a:pathLst>
              </a:custGeom>
              <a:solidFill>
                <a:srgbClr val="42466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0" name=""/>
              <p:cNvSpPr/>
              <p:nvPr/>
            </p:nvSpPr>
            <p:spPr>
              <a:xfrm>
                <a:off x="9211831" y="3218950"/>
                <a:ext cx="900068" cy="1481926"/>
              </a:xfrm>
              <a:custGeom>
                <a:avLst/>
                <a:gdLst>
                  <a:gd name="connsiteX0" fmla="*/ 640928 w 899998"/>
                  <a:gd name="connsiteY0" fmla="*/ 51888 h 1479001"/>
                  <a:gd name="connsiteX1" fmla="*/ 635851 w 899998"/>
                  <a:gd name="connsiteY1" fmla="*/ 45541 h 1479001"/>
                  <a:gd name="connsiteX2" fmla="*/ 594216 w 899998"/>
                  <a:gd name="connsiteY2" fmla="*/ 23328 h 1479001"/>
                  <a:gd name="connsiteX3" fmla="*/ 18444 w 899998"/>
                  <a:gd name="connsiteY3" fmla="*/ 625121 h 1479001"/>
                  <a:gd name="connsiteX4" fmla="*/ 115612 w 899998"/>
                  <a:gd name="connsiteY4" fmla="*/ 985106 h 1479001"/>
                  <a:gd name="connsiteX5" fmla="*/ 69725 w 899998"/>
                  <a:gd name="connsiteY5" fmla="*/ 1321481 h 1479001"/>
                  <a:gd name="connsiteX6" fmla="*/ 63378 w 899998"/>
                  <a:gd name="connsiteY6" fmla="*/ 1416681 h 1479001"/>
                  <a:gd name="connsiteX7" fmla="*/ 119991 w 899998"/>
                  <a:gd name="connsiteY7" fmla="*/ 1442068 h 1479001"/>
                  <a:gd name="connsiteX8" fmla="*/ 900000 w 899998"/>
                  <a:gd name="connsiteY8" fmla="*/ 1455904 h 1479001"/>
                  <a:gd name="connsiteX9" fmla="*/ 656223 w 899998"/>
                  <a:gd name="connsiteY9" fmla="*/ 106596 h 1479001"/>
                  <a:gd name="connsiteX10" fmla="*/ 640928 w 899998"/>
                  <a:gd name="connsiteY10" fmla="*/ 51888 h 147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9998" h="1479001">
                    <a:moveTo>
                      <a:pt x="640928" y="51888"/>
                    </a:moveTo>
                    <a:cubicBezTo>
                      <a:pt x="639405" y="49635"/>
                      <a:pt x="637691" y="47508"/>
                      <a:pt x="635851" y="45541"/>
                    </a:cubicBezTo>
                    <a:cubicBezTo>
                      <a:pt x="624997" y="33863"/>
                      <a:pt x="609448" y="28024"/>
                      <a:pt x="594216" y="23328"/>
                    </a:cubicBezTo>
                    <a:cubicBezTo>
                      <a:pt x="205037" y="-96752"/>
                      <a:pt x="-76185" y="268310"/>
                      <a:pt x="18444" y="625121"/>
                    </a:cubicBezTo>
                    <a:cubicBezTo>
                      <a:pt x="50178" y="745708"/>
                      <a:pt x="100190" y="861599"/>
                      <a:pt x="115612" y="985106"/>
                    </a:cubicBezTo>
                    <a:cubicBezTo>
                      <a:pt x="129765" y="1099315"/>
                      <a:pt x="113962" y="1215230"/>
                      <a:pt x="69725" y="1321481"/>
                    </a:cubicBezTo>
                    <a:cubicBezTo>
                      <a:pt x="57032" y="1352453"/>
                      <a:pt x="42244" y="1390469"/>
                      <a:pt x="63378" y="1416681"/>
                    </a:cubicBezTo>
                    <a:cubicBezTo>
                      <a:pt x="76453" y="1433246"/>
                      <a:pt x="99174" y="1438196"/>
                      <a:pt x="119991" y="1442068"/>
                    </a:cubicBezTo>
                    <a:cubicBezTo>
                      <a:pt x="377794" y="1486133"/>
                      <a:pt x="640801" y="1490798"/>
                      <a:pt x="900000" y="1455904"/>
                    </a:cubicBezTo>
                    <a:cubicBezTo>
                      <a:pt x="786267" y="1012606"/>
                      <a:pt x="704839" y="561661"/>
                      <a:pt x="656223" y="106596"/>
                    </a:cubicBezTo>
                    <a:cubicBezTo>
                      <a:pt x="653875" y="87683"/>
                      <a:pt x="651400" y="67310"/>
                      <a:pt x="640928" y="518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1" name=""/>
              <p:cNvSpPr/>
              <p:nvPr/>
            </p:nvSpPr>
            <p:spPr>
              <a:xfrm>
                <a:off x="9532656" y="3215678"/>
                <a:ext cx="786733" cy="1485540"/>
              </a:xfrm>
              <a:custGeom>
                <a:avLst/>
                <a:gdLst>
                  <a:gd name="connsiteX0" fmla="*/ 412663 w 786672"/>
                  <a:gd name="connsiteY0" fmla="*/ 0 h 1482608"/>
                  <a:gd name="connsiteX1" fmla="*/ 329141 w 786672"/>
                  <a:gd name="connsiteY1" fmla="*/ 35478 h 1482608"/>
                  <a:gd name="connsiteX2" fmla="*/ 179105 w 786672"/>
                  <a:gd name="connsiteY2" fmla="*/ 736788 h 1482608"/>
                  <a:gd name="connsiteX3" fmla="*/ 116970 w 786672"/>
                  <a:gd name="connsiteY3" fmla="*/ 1274099 h 1482608"/>
                  <a:gd name="connsiteX4" fmla="*/ 1 w 786672"/>
                  <a:gd name="connsiteY4" fmla="*/ 1470846 h 1482608"/>
                  <a:gd name="connsiteX5" fmla="*/ 334726 w 786672"/>
                  <a:gd name="connsiteY5" fmla="*/ 1466848 h 1482608"/>
                  <a:gd name="connsiteX6" fmla="*/ 565935 w 786672"/>
                  <a:gd name="connsiteY6" fmla="*/ 1424071 h 1482608"/>
                  <a:gd name="connsiteX7" fmla="*/ 786674 w 786672"/>
                  <a:gd name="connsiteY7" fmla="*/ 1434607 h 1482608"/>
                  <a:gd name="connsiteX8" fmla="*/ 412663 w 786672"/>
                  <a:gd name="connsiteY8" fmla="*/ 0 h 1482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672" h="1482608">
                    <a:moveTo>
                      <a:pt x="412663" y="0"/>
                    </a:moveTo>
                    <a:lnTo>
                      <a:pt x="329141" y="35478"/>
                    </a:lnTo>
                    <a:cubicBezTo>
                      <a:pt x="199795" y="332186"/>
                      <a:pt x="175297" y="569489"/>
                      <a:pt x="179105" y="736788"/>
                    </a:cubicBezTo>
                    <a:cubicBezTo>
                      <a:pt x="182278" y="877557"/>
                      <a:pt x="207601" y="1061612"/>
                      <a:pt x="116970" y="1274099"/>
                    </a:cubicBezTo>
                    <a:cubicBezTo>
                      <a:pt x="86887" y="1344572"/>
                      <a:pt x="47538" y="1410737"/>
                      <a:pt x="1" y="1470846"/>
                    </a:cubicBezTo>
                    <a:cubicBezTo>
                      <a:pt x="145277" y="1491854"/>
                      <a:pt x="257804" y="1481065"/>
                      <a:pt x="334726" y="1466848"/>
                    </a:cubicBezTo>
                    <a:cubicBezTo>
                      <a:pt x="415012" y="1452060"/>
                      <a:pt x="467181" y="1431497"/>
                      <a:pt x="565935" y="1424071"/>
                    </a:cubicBezTo>
                    <a:cubicBezTo>
                      <a:pt x="639684" y="1418543"/>
                      <a:pt x="713814" y="1422078"/>
                      <a:pt x="786674" y="1434607"/>
                    </a:cubicBezTo>
                    <a:cubicBezTo>
                      <a:pt x="737804" y="1241731"/>
                      <a:pt x="412663" y="0"/>
                      <a:pt x="412663" y="0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2" name=""/>
              <p:cNvSpPr/>
              <p:nvPr/>
            </p:nvSpPr>
            <p:spPr>
              <a:xfrm>
                <a:off x="9720013" y="3276981"/>
                <a:ext cx="647543" cy="1604143"/>
              </a:xfrm>
              <a:custGeom>
                <a:avLst/>
                <a:gdLst>
                  <a:gd name="connsiteX0" fmla="*/ 633603 w 647492"/>
                  <a:gd name="connsiteY0" fmla="*/ 681317 h 1600977"/>
                  <a:gd name="connsiteX1" fmla="*/ 606059 w 647492"/>
                  <a:gd name="connsiteY1" fmla="*/ 504054 h 1600977"/>
                  <a:gd name="connsiteX2" fmla="*/ 491120 w 647492"/>
                  <a:gd name="connsiteY2" fmla="*/ 290108 h 1600977"/>
                  <a:gd name="connsiteX3" fmla="*/ 314047 w 647492"/>
                  <a:gd name="connsiteY3" fmla="*/ 31162 h 1600977"/>
                  <a:gd name="connsiteX4" fmla="*/ 220941 w 647492"/>
                  <a:gd name="connsiteY4" fmla="*/ 0 h 1600977"/>
                  <a:gd name="connsiteX5" fmla="*/ 39806 w 647492"/>
                  <a:gd name="connsiteY5" fmla="*/ 165395 h 1600977"/>
                  <a:gd name="connsiteX6" fmla="*/ 393 w 647492"/>
                  <a:gd name="connsiteY6" fmla="*/ 614296 h 1600977"/>
                  <a:gd name="connsiteX7" fmla="*/ 58593 w 647492"/>
                  <a:gd name="connsiteY7" fmla="*/ 1356860 h 1600977"/>
                  <a:gd name="connsiteX8" fmla="*/ 70778 w 647492"/>
                  <a:gd name="connsiteY8" fmla="*/ 1442096 h 1600977"/>
                  <a:gd name="connsiteX9" fmla="*/ 155571 w 647492"/>
                  <a:gd name="connsiteY9" fmla="*/ 1501310 h 1600977"/>
                  <a:gd name="connsiteX10" fmla="*/ 546019 w 647492"/>
                  <a:gd name="connsiteY10" fmla="*/ 1599240 h 1600977"/>
                  <a:gd name="connsiteX11" fmla="*/ 602187 w 647492"/>
                  <a:gd name="connsiteY11" fmla="*/ 1592068 h 1600977"/>
                  <a:gd name="connsiteX12" fmla="*/ 627066 w 647492"/>
                  <a:gd name="connsiteY12" fmla="*/ 1529553 h 1600977"/>
                  <a:gd name="connsiteX13" fmla="*/ 632334 w 647492"/>
                  <a:gd name="connsiteY13" fmla="*/ 1464881 h 1600977"/>
                  <a:gd name="connsiteX14" fmla="*/ 633603 w 647492"/>
                  <a:gd name="connsiteY14" fmla="*/ 681317 h 1600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92" h="1600977">
                    <a:moveTo>
                      <a:pt x="633603" y="681317"/>
                    </a:moveTo>
                    <a:cubicBezTo>
                      <a:pt x="629224" y="621532"/>
                      <a:pt x="623766" y="561302"/>
                      <a:pt x="606059" y="504054"/>
                    </a:cubicBezTo>
                    <a:cubicBezTo>
                      <a:pt x="582005" y="426434"/>
                      <a:pt x="536245" y="357509"/>
                      <a:pt x="491120" y="290108"/>
                    </a:cubicBezTo>
                    <a:cubicBezTo>
                      <a:pt x="432730" y="203367"/>
                      <a:pt x="373706" y="117052"/>
                      <a:pt x="314047" y="31162"/>
                    </a:cubicBezTo>
                    <a:cubicBezTo>
                      <a:pt x="287010" y="11291"/>
                      <a:pt x="254452" y="394"/>
                      <a:pt x="220941" y="0"/>
                    </a:cubicBezTo>
                    <a:cubicBezTo>
                      <a:pt x="143956" y="889"/>
                      <a:pt x="69509" y="66704"/>
                      <a:pt x="39806" y="165395"/>
                    </a:cubicBezTo>
                    <a:cubicBezTo>
                      <a:pt x="16070" y="313914"/>
                      <a:pt x="2932" y="463918"/>
                      <a:pt x="393" y="614296"/>
                    </a:cubicBezTo>
                    <a:cubicBezTo>
                      <a:pt x="-6397" y="1039525"/>
                      <a:pt x="77506" y="1225356"/>
                      <a:pt x="58593" y="1356860"/>
                    </a:cubicBezTo>
                    <a:cubicBezTo>
                      <a:pt x="56879" y="1368538"/>
                      <a:pt x="51040" y="1406681"/>
                      <a:pt x="70778" y="1442096"/>
                    </a:cubicBezTo>
                    <a:cubicBezTo>
                      <a:pt x="87851" y="1472877"/>
                      <a:pt x="122694" y="1488617"/>
                      <a:pt x="155571" y="1501310"/>
                    </a:cubicBezTo>
                    <a:cubicBezTo>
                      <a:pt x="281298" y="1549634"/>
                      <a:pt x="412358" y="1582523"/>
                      <a:pt x="546019" y="1599240"/>
                    </a:cubicBezTo>
                    <a:cubicBezTo>
                      <a:pt x="565059" y="1601652"/>
                      <a:pt x="586384" y="1603238"/>
                      <a:pt x="602187" y="1592068"/>
                    </a:cubicBezTo>
                    <a:cubicBezTo>
                      <a:pt x="621227" y="1578740"/>
                      <a:pt x="625035" y="1552655"/>
                      <a:pt x="627066" y="1529553"/>
                    </a:cubicBezTo>
                    <a:cubicBezTo>
                      <a:pt x="628970" y="1507974"/>
                      <a:pt x="630748" y="1486415"/>
                      <a:pt x="632334" y="1464881"/>
                    </a:cubicBezTo>
                    <a:cubicBezTo>
                      <a:pt x="652136" y="1204082"/>
                      <a:pt x="652516" y="942180"/>
                      <a:pt x="633603" y="68131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3" name=""/>
              <p:cNvSpPr/>
              <p:nvPr/>
            </p:nvSpPr>
            <p:spPr>
              <a:xfrm>
                <a:off x="9532656" y="3955450"/>
                <a:ext cx="976832" cy="742060"/>
              </a:xfrm>
              <a:custGeom>
                <a:avLst/>
                <a:gdLst>
                  <a:gd name="connsiteX0" fmla="*/ 892410 w 976756"/>
                  <a:gd name="connsiteY0" fmla="*/ 734566 h 740595"/>
                  <a:gd name="connsiteX1" fmla="*/ 951371 w 976756"/>
                  <a:gd name="connsiteY1" fmla="*/ 668370 h 740595"/>
                  <a:gd name="connsiteX2" fmla="*/ 976758 w 976756"/>
                  <a:gd name="connsiteY2" fmla="*/ 621151 h 740595"/>
                  <a:gd name="connsiteX3" fmla="*/ 98819 w 976756"/>
                  <a:gd name="connsiteY3" fmla="*/ 16565 h 740595"/>
                  <a:gd name="connsiteX4" fmla="*/ 1 w 976756"/>
                  <a:gd name="connsiteY4" fmla="*/ 0 h 740595"/>
                  <a:gd name="connsiteX5" fmla="*/ 887396 w 976756"/>
                  <a:gd name="connsiteY5" fmla="*/ 740596 h 740595"/>
                  <a:gd name="connsiteX6" fmla="*/ 892410 w 976756"/>
                  <a:gd name="connsiteY6" fmla="*/ 734566 h 740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756" h="740595">
                    <a:moveTo>
                      <a:pt x="892410" y="734566"/>
                    </a:moveTo>
                    <a:cubicBezTo>
                      <a:pt x="913100" y="713369"/>
                      <a:pt x="932521" y="691092"/>
                      <a:pt x="951371" y="668370"/>
                    </a:cubicBezTo>
                    <a:cubicBezTo>
                      <a:pt x="959748" y="652567"/>
                      <a:pt x="968063" y="636637"/>
                      <a:pt x="976758" y="621151"/>
                    </a:cubicBezTo>
                    <a:lnTo>
                      <a:pt x="98819" y="16565"/>
                    </a:lnTo>
                    <a:lnTo>
                      <a:pt x="1" y="0"/>
                    </a:lnTo>
                    <a:cubicBezTo>
                      <a:pt x="1" y="0"/>
                      <a:pt x="525254" y="593099"/>
                      <a:pt x="887396" y="740596"/>
                    </a:cubicBezTo>
                    <a:cubicBezTo>
                      <a:pt x="888982" y="738375"/>
                      <a:pt x="890760" y="736217"/>
                      <a:pt x="892410" y="73456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4" name=""/>
              <p:cNvSpPr/>
              <p:nvPr/>
            </p:nvSpPr>
            <p:spPr>
              <a:xfrm>
                <a:off x="9894953" y="3079209"/>
                <a:ext cx="47320" cy="66645"/>
              </a:xfrm>
              <a:custGeom>
                <a:avLst/>
                <a:gdLst>
                  <a:gd name="connsiteX0" fmla="*/ 1 w 47316"/>
                  <a:gd name="connsiteY0" fmla="*/ 0 h 66513"/>
                  <a:gd name="connsiteX1" fmla="*/ 43984 w 47316"/>
                  <a:gd name="connsiteY1" fmla="*/ 66513 h 66513"/>
                  <a:gd name="connsiteX2" fmla="*/ 47285 w 47316"/>
                  <a:gd name="connsiteY2" fmla="*/ 55089 h 66513"/>
                  <a:gd name="connsiteX3" fmla="*/ 1 w 47316"/>
                  <a:gd name="connsiteY3" fmla="*/ 0 h 6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16" h="66513">
                    <a:moveTo>
                      <a:pt x="1" y="0"/>
                    </a:moveTo>
                    <a:lnTo>
                      <a:pt x="43984" y="66513"/>
                    </a:lnTo>
                    <a:cubicBezTo>
                      <a:pt x="45951" y="63023"/>
                      <a:pt x="47094" y="59107"/>
                      <a:pt x="47285" y="55089"/>
                    </a:cubicBezTo>
                    <a:cubicBezTo>
                      <a:pt x="48363" y="33066"/>
                      <a:pt x="23040" y="13582"/>
                      <a:pt x="1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5" name=""/>
              <p:cNvSpPr/>
              <p:nvPr/>
            </p:nvSpPr>
            <p:spPr>
              <a:xfrm>
                <a:off x="9731577" y="3155584"/>
                <a:ext cx="283928" cy="415449"/>
              </a:xfrm>
              <a:custGeom>
                <a:avLst/>
                <a:gdLst>
                  <a:gd name="connsiteX0" fmla="*/ 199986 w 283906"/>
                  <a:gd name="connsiteY0" fmla="*/ 4062 h 414629"/>
                  <a:gd name="connsiteX1" fmla="*/ 186848 w 283906"/>
                  <a:gd name="connsiteY1" fmla="*/ 0 h 414629"/>
                  <a:gd name="connsiteX2" fmla="*/ 56296 w 283906"/>
                  <a:gd name="connsiteY2" fmla="*/ 222134 h 414629"/>
                  <a:gd name="connsiteX3" fmla="*/ 1 w 283906"/>
                  <a:gd name="connsiteY3" fmla="*/ 414629 h 414629"/>
                  <a:gd name="connsiteX4" fmla="*/ 185896 w 283906"/>
                  <a:gd name="connsiteY4" fmla="*/ 199730 h 414629"/>
                  <a:gd name="connsiteX5" fmla="*/ 270561 w 283906"/>
                  <a:gd name="connsiteY5" fmla="*/ 128394 h 414629"/>
                  <a:gd name="connsiteX6" fmla="*/ 272719 w 283906"/>
                  <a:gd name="connsiteY6" fmla="*/ 125220 h 414629"/>
                  <a:gd name="connsiteX7" fmla="*/ 275067 w 283906"/>
                  <a:gd name="connsiteY7" fmla="*/ 122111 h 414629"/>
                  <a:gd name="connsiteX8" fmla="*/ 283318 w 283906"/>
                  <a:gd name="connsiteY8" fmla="*/ 105355 h 414629"/>
                  <a:gd name="connsiteX9" fmla="*/ 199986 w 283906"/>
                  <a:gd name="connsiteY9" fmla="*/ 4062 h 41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906" h="414629">
                    <a:moveTo>
                      <a:pt x="199986" y="4062"/>
                    </a:moveTo>
                    <a:cubicBezTo>
                      <a:pt x="196114" y="1422"/>
                      <a:pt x="191545" y="6"/>
                      <a:pt x="186848" y="0"/>
                    </a:cubicBezTo>
                    <a:cubicBezTo>
                      <a:pt x="136075" y="6347"/>
                      <a:pt x="72608" y="181198"/>
                      <a:pt x="56296" y="222134"/>
                    </a:cubicBezTo>
                    <a:cubicBezTo>
                      <a:pt x="31291" y="284300"/>
                      <a:pt x="12440" y="348776"/>
                      <a:pt x="1" y="414629"/>
                    </a:cubicBezTo>
                    <a:lnTo>
                      <a:pt x="185896" y="199730"/>
                    </a:lnTo>
                    <a:cubicBezTo>
                      <a:pt x="246190" y="149972"/>
                      <a:pt x="269292" y="130361"/>
                      <a:pt x="270561" y="128394"/>
                    </a:cubicBezTo>
                    <a:cubicBezTo>
                      <a:pt x="271195" y="127277"/>
                      <a:pt x="271893" y="126217"/>
                      <a:pt x="272719" y="125220"/>
                    </a:cubicBezTo>
                    <a:cubicBezTo>
                      <a:pt x="273480" y="124205"/>
                      <a:pt x="274305" y="123189"/>
                      <a:pt x="275067" y="122111"/>
                    </a:cubicBezTo>
                    <a:cubicBezTo>
                      <a:pt x="277606" y="116398"/>
                      <a:pt x="280462" y="110940"/>
                      <a:pt x="283318" y="105355"/>
                    </a:cubicBezTo>
                    <a:cubicBezTo>
                      <a:pt x="290426" y="91456"/>
                      <a:pt x="231592" y="21769"/>
                      <a:pt x="199986" y="40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6" name=""/>
              <p:cNvSpPr/>
              <p:nvPr/>
            </p:nvSpPr>
            <p:spPr>
              <a:xfrm>
                <a:off x="9613742" y="3301265"/>
                <a:ext cx="495959" cy="394865"/>
              </a:xfrm>
              <a:custGeom>
                <a:avLst/>
                <a:gdLst>
                  <a:gd name="connsiteX0" fmla="*/ 381532 w 495920"/>
                  <a:gd name="connsiteY0" fmla="*/ 8196 h 394086"/>
                  <a:gd name="connsiteX1" fmla="*/ 346371 w 495920"/>
                  <a:gd name="connsiteY1" fmla="*/ 37264 h 394086"/>
                  <a:gd name="connsiteX2" fmla="*/ 121761 w 495920"/>
                  <a:gd name="connsiteY2" fmla="*/ 257748 h 394086"/>
                  <a:gd name="connsiteX3" fmla="*/ 9362 w 495920"/>
                  <a:gd name="connsiteY3" fmla="*/ 368053 h 394086"/>
                  <a:gd name="connsiteX4" fmla="*/ 77144 w 495920"/>
                  <a:gd name="connsiteY4" fmla="*/ 355360 h 394086"/>
                  <a:gd name="connsiteX5" fmla="*/ 482507 w 495920"/>
                  <a:gd name="connsiteY5" fmla="*/ 78835 h 394086"/>
                  <a:gd name="connsiteX6" fmla="*/ 495201 w 495920"/>
                  <a:gd name="connsiteY6" fmla="*/ 65189 h 394086"/>
                  <a:gd name="connsiteX7" fmla="*/ 485173 w 495920"/>
                  <a:gd name="connsiteY7" fmla="*/ 39803 h 394086"/>
                  <a:gd name="connsiteX8" fmla="*/ 402666 w 495920"/>
                  <a:gd name="connsiteY8" fmla="*/ 897 h 394086"/>
                  <a:gd name="connsiteX9" fmla="*/ 381532 w 495920"/>
                  <a:gd name="connsiteY9" fmla="*/ 8196 h 39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920" h="394086">
                    <a:moveTo>
                      <a:pt x="381532" y="8196"/>
                    </a:moveTo>
                    <a:cubicBezTo>
                      <a:pt x="368648" y="16358"/>
                      <a:pt x="356843" y="26125"/>
                      <a:pt x="346371" y="37264"/>
                    </a:cubicBezTo>
                    <a:lnTo>
                      <a:pt x="121761" y="257748"/>
                    </a:lnTo>
                    <a:cubicBezTo>
                      <a:pt x="87489" y="291385"/>
                      <a:pt x="34876" y="327562"/>
                      <a:pt x="9362" y="368053"/>
                    </a:cubicBezTo>
                    <a:cubicBezTo>
                      <a:pt x="-27259" y="426189"/>
                      <a:pt x="53789" y="371037"/>
                      <a:pt x="77144" y="355360"/>
                    </a:cubicBezTo>
                    <a:lnTo>
                      <a:pt x="482507" y="78835"/>
                    </a:lnTo>
                    <a:cubicBezTo>
                      <a:pt x="488092" y="75788"/>
                      <a:pt x="492599" y="70997"/>
                      <a:pt x="495201" y="65189"/>
                    </a:cubicBezTo>
                    <a:cubicBezTo>
                      <a:pt x="498121" y="56050"/>
                      <a:pt x="491647" y="46720"/>
                      <a:pt x="485173" y="39803"/>
                    </a:cubicBezTo>
                    <a:cubicBezTo>
                      <a:pt x="463785" y="16193"/>
                      <a:pt x="433892" y="-4624"/>
                      <a:pt x="402666" y="897"/>
                    </a:cubicBezTo>
                    <a:cubicBezTo>
                      <a:pt x="395240" y="2147"/>
                      <a:pt x="388132" y="4610"/>
                      <a:pt x="381532" y="819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7" name=""/>
              <p:cNvSpPr/>
              <p:nvPr/>
            </p:nvSpPr>
            <p:spPr>
              <a:xfrm>
                <a:off x="8911584" y="3687725"/>
                <a:ext cx="272820" cy="393723"/>
              </a:xfrm>
              <a:custGeom>
                <a:avLst/>
                <a:gdLst>
                  <a:gd name="connsiteX0" fmla="*/ 1 w 272799"/>
                  <a:gd name="connsiteY0" fmla="*/ 189322 h 392946"/>
                  <a:gd name="connsiteX1" fmla="*/ 48489 w 272799"/>
                  <a:gd name="connsiteY1" fmla="*/ 23229 h 392946"/>
                  <a:gd name="connsiteX2" fmla="*/ 210457 w 272799"/>
                  <a:gd name="connsiteY2" fmla="*/ 0 h 392946"/>
                  <a:gd name="connsiteX3" fmla="*/ 225753 w 272799"/>
                  <a:gd name="connsiteY3" fmla="*/ 106815 h 392946"/>
                  <a:gd name="connsiteX4" fmla="*/ 272528 w 272799"/>
                  <a:gd name="connsiteY4" fmla="*/ 255011 h 392946"/>
                  <a:gd name="connsiteX5" fmla="*/ 65181 w 272799"/>
                  <a:gd name="connsiteY5" fmla="*/ 391591 h 392946"/>
                  <a:gd name="connsiteX6" fmla="*/ 1 w 272799"/>
                  <a:gd name="connsiteY6" fmla="*/ 189322 h 39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799" h="392946">
                    <a:moveTo>
                      <a:pt x="1" y="189322"/>
                    </a:moveTo>
                    <a:cubicBezTo>
                      <a:pt x="1" y="189322"/>
                      <a:pt x="12695" y="27799"/>
                      <a:pt x="48489" y="23229"/>
                    </a:cubicBezTo>
                    <a:cubicBezTo>
                      <a:pt x="84285" y="18660"/>
                      <a:pt x="152956" y="254"/>
                      <a:pt x="210457" y="0"/>
                    </a:cubicBezTo>
                    <a:cubicBezTo>
                      <a:pt x="267958" y="-254"/>
                      <a:pt x="225753" y="106815"/>
                      <a:pt x="225753" y="106815"/>
                    </a:cubicBezTo>
                    <a:cubicBezTo>
                      <a:pt x="225753" y="106815"/>
                      <a:pt x="276970" y="216740"/>
                      <a:pt x="272528" y="255011"/>
                    </a:cubicBezTo>
                    <a:cubicBezTo>
                      <a:pt x="268086" y="293281"/>
                      <a:pt x="94820" y="406570"/>
                      <a:pt x="65181" y="391591"/>
                    </a:cubicBezTo>
                    <a:cubicBezTo>
                      <a:pt x="35543" y="376613"/>
                      <a:pt x="1" y="189322"/>
                      <a:pt x="1" y="18932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8" name=""/>
              <p:cNvSpPr/>
              <p:nvPr/>
            </p:nvSpPr>
            <p:spPr>
              <a:xfrm>
                <a:off x="9387055" y="3631128"/>
                <a:ext cx="526749" cy="537800"/>
              </a:xfrm>
              <a:custGeom>
                <a:avLst/>
                <a:gdLst>
                  <a:gd name="connsiteX0" fmla="*/ 446424 w 526708"/>
                  <a:gd name="connsiteY0" fmla="*/ 241872 h 536739"/>
                  <a:gd name="connsiteX1" fmla="*/ 349637 w 526708"/>
                  <a:gd name="connsiteY1" fmla="*/ 195478 h 536739"/>
                  <a:gd name="connsiteX2" fmla="*/ 274365 w 526708"/>
                  <a:gd name="connsiteY2" fmla="*/ 0 h 536739"/>
                  <a:gd name="connsiteX3" fmla="*/ 176816 w 526708"/>
                  <a:gd name="connsiteY3" fmla="*/ 63467 h 536739"/>
                  <a:gd name="connsiteX4" fmla="*/ 39411 w 526708"/>
                  <a:gd name="connsiteY4" fmla="*/ 19548 h 536739"/>
                  <a:gd name="connsiteX5" fmla="*/ 32620 w 526708"/>
                  <a:gd name="connsiteY5" fmla="*/ 144324 h 536739"/>
                  <a:gd name="connsiteX6" fmla="*/ 1267 w 526708"/>
                  <a:gd name="connsiteY6" fmla="*/ 278874 h 536739"/>
                  <a:gd name="connsiteX7" fmla="*/ 171866 w 526708"/>
                  <a:gd name="connsiteY7" fmla="*/ 402381 h 536739"/>
                  <a:gd name="connsiteX8" fmla="*/ 282616 w 526708"/>
                  <a:gd name="connsiteY8" fmla="*/ 412916 h 536739"/>
                  <a:gd name="connsiteX9" fmla="*/ 526710 w 526708"/>
                  <a:gd name="connsiteY9" fmla="*/ 536740 h 53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6708" h="536739">
                    <a:moveTo>
                      <a:pt x="446424" y="241872"/>
                    </a:moveTo>
                    <a:lnTo>
                      <a:pt x="349637" y="195478"/>
                    </a:lnTo>
                    <a:lnTo>
                      <a:pt x="274365" y="0"/>
                    </a:lnTo>
                    <a:lnTo>
                      <a:pt x="176816" y="63467"/>
                    </a:lnTo>
                    <a:cubicBezTo>
                      <a:pt x="176816" y="63467"/>
                      <a:pt x="49438" y="-15486"/>
                      <a:pt x="39411" y="19548"/>
                    </a:cubicBezTo>
                    <a:cubicBezTo>
                      <a:pt x="29383" y="54581"/>
                      <a:pt x="32620" y="144324"/>
                      <a:pt x="32620" y="144324"/>
                    </a:cubicBezTo>
                    <a:cubicBezTo>
                      <a:pt x="32620" y="144324"/>
                      <a:pt x="-7555" y="224165"/>
                      <a:pt x="1267" y="278874"/>
                    </a:cubicBezTo>
                    <a:cubicBezTo>
                      <a:pt x="10089" y="333582"/>
                      <a:pt x="171866" y="402381"/>
                      <a:pt x="171866" y="402381"/>
                    </a:cubicBezTo>
                    <a:cubicBezTo>
                      <a:pt x="171866" y="402381"/>
                      <a:pt x="260720" y="393178"/>
                      <a:pt x="282616" y="412916"/>
                    </a:cubicBezTo>
                    <a:cubicBezTo>
                      <a:pt x="304512" y="432654"/>
                      <a:pt x="526710" y="536740"/>
                      <a:pt x="526710" y="536740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9" name=""/>
              <p:cNvSpPr/>
              <p:nvPr/>
            </p:nvSpPr>
            <p:spPr>
              <a:xfrm>
                <a:off x="9824118" y="3670937"/>
                <a:ext cx="551317" cy="457865"/>
              </a:xfrm>
              <a:custGeom>
                <a:avLst/>
                <a:gdLst>
                  <a:gd name="connsiteX0" fmla="*/ 551276 w 551274"/>
                  <a:gd name="connsiteY0" fmla="*/ 456962 h 456961"/>
                  <a:gd name="connsiteX1" fmla="*/ 173266 w 551274"/>
                  <a:gd name="connsiteY1" fmla="*/ 0 h 456961"/>
                  <a:gd name="connsiteX2" fmla="*/ 378011 w 551274"/>
                  <a:gd name="connsiteY2" fmla="*/ 338660 h 456961"/>
                  <a:gd name="connsiteX3" fmla="*/ 441034 w 551274"/>
                  <a:gd name="connsiteY3" fmla="*/ 362269 h 456961"/>
                  <a:gd name="connsiteX4" fmla="*/ 94504 w 551274"/>
                  <a:gd name="connsiteY4" fmla="*/ 181135 h 456961"/>
                  <a:gd name="connsiteX5" fmla="*/ 1 w 551274"/>
                  <a:gd name="connsiteY5" fmla="*/ 181135 h 456961"/>
                  <a:gd name="connsiteX6" fmla="*/ 15742 w 551274"/>
                  <a:gd name="connsiteY6" fmla="*/ 196875 h 456961"/>
                  <a:gd name="connsiteX7" fmla="*/ 39351 w 551274"/>
                  <a:gd name="connsiteY7" fmla="*/ 189004 h 456961"/>
                  <a:gd name="connsiteX8" fmla="*/ 448904 w 551274"/>
                  <a:gd name="connsiteY8" fmla="*/ 433162 h 45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1274" h="456961">
                    <a:moveTo>
                      <a:pt x="551276" y="456962"/>
                    </a:moveTo>
                    <a:cubicBezTo>
                      <a:pt x="425293" y="304641"/>
                      <a:pt x="299248" y="152321"/>
                      <a:pt x="173266" y="0"/>
                    </a:cubicBezTo>
                    <a:lnTo>
                      <a:pt x="378011" y="338660"/>
                    </a:lnTo>
                    <a:cubicBezTo>
                      <a:pt x="425674" y="362142"/>
                      <a:pt x="439193" y="365252"/>
                      <a:pt x="441034" y="362269"/>
                    </a:cubicBezTo>
                    <a:cubicBezTo>
                      <a:pt x="450300" y="347545"/>
                      <a:pt x="161779" y="181325"/>
                      <a:pt x="94504" y="181135"/>
                    </a:cubicBezTo>
                    <a:lnTo>
                      <a:pt x="1" y="181135"/>
                    </a:lnTo>
                    <a:cubicBezTo>
                      <a:pt x="2731" y="188414"/>
                      <a:pt x="8443" y="194158"/>
                      <a:pt x="15742" y="196875"/>
                    </a:cubicBezTo>
                    <a:cubicBezTo>
                      <a:pt x="26848" y="199730"/>
                      <a:pt x="38019" y="190084"/>
                      <a:pt x="39351" y="189004"/>
                    </a:cubicBezTo>
                    <a:cubicBezTo>
                      <a:pt x="53948" y="177835"/>
                      <a:pt x="156067" y="231654"/>
                      <a:pt x="448904" y="4331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0" name=""/>
              <p:cNvSpPr/>
              <p:nvPr/>
            </p:nvSpPr>
            <p:spPr>
              <a:xfrm>
                <a:off x="9714922" y="3366105"/>
                <a:ext cx="1119350" cy="1269174"/>
              </a:xfrm>
              <a:custGeom>
                <a:avLst/>
                <a:gdLst>
                  <a:gd name="connsiteX0" fmla="*/ 1008388 w 1119263"/>
                  <a:gd name="connsiteY0" fmla="*/ 1241319 h 1266669"/>
                  <a:gd name="connsiteX1" fmla="*/ 1109428 w 1119263"/>
                  <a:gd name="connsiteY1" fmla="*/ 1108039 h 1266669"/>
                  <a:gd name="connsiteX2" fmla="*/ 1062145 w 1119263"/>
                  <a:gd name="connsiteY2" fmla="*/ 847824 h 1266669"/>
                  <a:gd name="connsiteX3" fmla="*/ 621113 w 1119263"/>
                  <a:gd name="connsiteY3" fmla="*/ 91680 h 1266669"/>
                  <a:gd name="connsiteX4" fmla="*/ 487198 w 1119263"/>
                  <a:gd name="connsiteY4" fmla="*/ 5047 h 1266669"/>
                  <a:gd name="connsiteX5" fmla="*/ 354806 w 1119263"/>
                  <a:gd name="connsiteY5" fmla="*/ 16725 h 1266669"/>
                  <a:gd name="connsiteX6" fmla="*/ 216321 w 1119263"/>
                  <a:gd name="connsiteY6" fmla="*/ 202366 h 1266669"/>
                  <a:gd name="connsiteX7" fmla="*/ 245135 w 1119263"/>
                  <a:gd name="connsiteY7" fmla="*/ 263294 h 1266669"/>
                  <a:gd name="connsiteX8" fmla="*/ 663382 w 1119263"/>
                  <a:gd name="connsiteY8" fmla="*/ 736821 h 1266669"/>
                  <a:gd name="connsiteX9" fmla="*/ 225460 w 1119263"/>
                  <a:gd name="connsiteY9" fmla="*/ 506246 h 1266669"/>
                  <a:gd name="connsiteX10" fmla="*/ 138891 w 1119263"/>
                  <a:gd name="connsiteY10" fmla="*/ 491711 h 1266669"/>
                  <a:gd name="connsiteX11" fmla="*/ 9292 w 1119263"/>
                  <a:gd name="connsiteY11" fmla="*/ 678368 h 1266669"/>
                  <a:gd name="connsiteX12" fmla="*/ 13608 w 1119263"/>
                  <a:gd name="connsiteY12" fmla="*/ 807333 h 1266669"/>
                  <a:gd name="connsiteX13" fmla="*/ 61271 w 1119263"/>
                  <a:gd name="connsiteY13" fmla="*/ 856901 h 1266669"/>
                  <a:gd name="connsiteX14" fmla="*/ 779082 w 1119263"/>
                  <a:gd name="connsiteY14" fmla="*/ 1246905 h 1266669"/>
                  <a:gd name="connsiteX15" fmla="*/ 1008388 w 1119263"/>
                  <a:gd name="connsiteY15" fmla="*/ 1241319 h 126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9263" h="1266669">
                    <a:moveTo>
                      <a:pt x="1008388" y="1241319"/>
                    </a:moveTo>
                    <a:cubicBezTo>
                      <a:pt x="1079979" y="1200003"/>
                      <a:pt x="1104605" y="1123715"/>
                      <a:pt x="1109428" y="1108039"/>
                    </a:cubicBezTo>
                    <a:cubicBezTo>
                      <a:pt x="1139257" y="1008459"/>
                      <a:pt x="1094767" y="916115"/>
                      <a:pt x="1062145" y="847824"/>
                    </a:cubicBezTo>
                    <a:cubicBezTo>
                      <a:pt x="944922" y="602969"/>
                      <a:pt x="798504" y="290267"/>
                      <a:pt x="621113" y="91680"/>
                    </a:cubicBezTo>
                    <a:cubicBezTo>
                      <a:pt x="598456" y="66293"/>
                      <a:pt x="555298" y="20469"/>
                      <a:pt x="487198" y="5047"/>
                    </a:cubicBezTo>
                    <a:cubicBezTo>
                      <a:pt x="442898" y="-4505"/>
                      <a:pt x="396758" y="-437"/>
                      <a:pt x="354806" y="16725"/>
                    </a:cubicBezTo>
                    <a:cubicBezTo>
                      <a:pt x="276995" y="48459"/>
                      <a:pt x="210482" y="128871"/>
                      <a:pt x="216321" y="202366"/>
                    </a:cubicBezTo>
                    <a:cubicBezTo>
                      <a:pt x="217907" y="222040"/>
                      <a:pt x="226666" y="242350"/>
                      <a:pt x="245135" y="263294"/>
                    </a:cubicBezTo>
                    <a:lnTo>
                      <a:pt x="663382" y="736821"/>
                    </a:lnTo>
                    <a:cubicBezTo>
                      <a:pt x="529911" y="638225"/>
                      <a:pt x="382287" y="560478"/>
                      <a:pt x="225460" y="506246"/>
                    </a:cubicBezTo>
                    <a:cubicBezTo>
                      <a:pt x="197535" y="496599"/>
                      <a:pt x="168340" y="487206"/>
                      <a:pt x="138891" y="491711"/>
                    </a:cubicBezTo>
                    <a:cubicBezTo>
                      <a:pt x="58669" y="503135"/>
                      <a:pt x="25667" y="599034"/>
                      <a:pt x="9292" y="678368"/>
                    </a:cubicBezTo>
                    <a:cubicBezTo>
                      <a:pt x="407" y="721462"/>
                      <a:pt x="-7908" y="768935"/>
                      <a:pt x="13608" y="807333"/>
                    </a:cubicBezTo>
                    <a:cubicBezTo>
                      <a:pt x="24905" y="827452"/>
                      <a:pt x="43183" y="842557"/>
                      <a:pt x="61271" y="856901"/>
                    </a:cubicBezTo>
                    <a:cubicBezTo>
                      <a:pt x="271601" y="1023819"/>
                      <a:pt x="435726" y="1162113"/>
                      <a:pt x="779082" y="1246905"/>
                    </a:cubicBezTo>
                    <a:cubicBezTo>
                      <a:pt x="871364" y="1269626"/>
                      <a:pt x="943335" y="1278702"/>
                      <a:pt x="1008388" y="1241319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1" name=""/>
              <p:cNvSpPr/>
              <p:nvPr/>
            </p:nvSpPr>
            <p:spPr>
              <a:xfrm>
                <a:off x="9776464" y="3841151"/>
                <a:ext cx="174141" cy="408245"/>
              </a:xfrm>
              <a:custGeom>
                <a:avLst/>
                <a:gdLst>
                  <a:gd name="connsiteX0" fmla="*/ 152563 w 174127"/>
                  <a:gd name="connsiteY0" fmla="*/ 7004 h 407439"/>
                  <a:gd name="connsiteX1" fmla="*/ 813 w 174127"/>
                  <a:gd name="connsiteY1" fmla="*/ 393327 h 407439"/>
                  <a:gd name="connsiteX2" fmla="*/ 21567 w 174127"/>
                  <a:gd name="connsiteY2" fmla="*/ 400499 h 407439"/>
                  <a:gd name="connsiteX3" fmla="*/ 173316 w 174127"/>
                  <a:gd name="connsiteY3" fmla="*/ 14112 h 407439"/>
                  <a:gd name="connsiteX4" fmla="*/ 152563 w 174127"/>
                  <a:gd name="connsiteY4" fmla="*/ 6941 h 407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27" h="407439">
                    <a:moveTo>
                      <a:pt x="152563" y="7004"/>
                    </a:moveTo>
                    <a:lnTo>
                      <a:pt x="813" y="393327"/>
                    </a:lnTo>
                    <a:cubicBezTo>
                      <a:pt x="-4327" y="406465"/>
                      <a:pt x="16426" y="413573"/>
                      <a:pt x="21567" y="400499"/>
                    </a:cubicBezTo>
                    <a:lnTo>
                      <a:pt x="173316" y="14112"/>
                    </a:lnTo>
                    <a:cubicBezTo>
                      <a:pt x="178458" y="975"/>
                      <a:pt x="157704" y="-6134"/>
                      <a:pt x="152563" y="69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2" name=""/>
              <p:cNvSpPr/>
              <p:nvPr/>
            </p:nvSpPr>
            <p:spPr>
              <a:xfrm>
                <a:off x="10260548" y="4031611"/>
                <a:ext cx="195372" cy="93271"/>
              </a:xfrm>
              <a:custGeom>
                <a:avLst/>
                <a:gdLst>
                  <a:gd name="connsiteX0" fmla="*/ 8826 w 195357"/>
                  <a:gd name="connsiteY0" fmla="*/ 19189 h 93087"/>
                  <a:gd name="connsiteX1" fmla="*/ 180187 w 195357"/>
                  <a:gd name="connsiteY1" fmla="*/ 91732 h 93087"/>
                  <a:gd name="connsiteX2" fmla="*/ 186534 w 195357"/>
                  <a:gd name="connsiteY2" fmla="*/ 73898 h 93087"/>
                  <a:gd name="connsiteX3" fmla="*/ 15173 w 195357"/>
                  <a:gd name="connsiteY3" fmla="*/ 1355 h 93087"/>
                  <a:gd name="connsiteX4" fmla="*/ 8826 w 195357"/>
                  <a:gd name="connsiteY4" fmla="*/ 19189 h 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7" h="93087">
                    <a:moveTo>
                      <a:pt x="8826" y="19189"/>
                    </a:moveTo>
                    <a:lnTo>
                      <a:pt x="180187" y="91732"/>
                    </a:lnTo>
                    <a:cubicBezTo>
                      <a:pt x="195737" y="98079"/>
                      <a:pt x="201766" y="80435"/>
                      <a:pt x="186534" y="73898"/>
                    </a:cubicBezTo>
                    <a:lnTo>
                      <a:pt x="15173" y="1355"/>
                    </a:lnTo>
                    <a:cubicBezTo>
                      <a:pt x="-376" y="-4991"/>
                      <a:pt x="-6406" y="12652"/>
                      <a:pt x="8826" y="191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3" name=""/>
              <p:cNvSpPr/>
              <p:nvPr/>
            </p:nvSpPr>
            <p:spPr>
              <a:xfrm>
                <a:off x="11202538" y="6494068"/>
                <a:ext cx="192834" cy="363678"/>
              </a:xfrm>
              <a:custGeom>
                <a:avLst/>
                <a:gdLst>
                  <a:gd name="connsiteX0" fmla="*/ 1 w 192819"/>
                  <a:gd name="connsiteY0" fmla="*/ 143999 h 362960"/>
                  <a:gd name="connsiteX1" fmla="*/ 9585 w 192819"/>
                  <a:gd name="connsiteY1" fmla="*/ 362960 h 362960"/>
                  <a:gd name="connsiteX2" fmla="*/ 189070 w 192819"/>
                  <a:gd name="connsiteY2" fmla="*/ 362960 h 362960"/>
                  <a:gd name="connsiteX3" fmla="*/ 149656 w 192819"/>
                  <a:gd name="connsiteY3" fmla="*/ 10084 h 362960"/>
                  <a:gd name="connsiteX4" fmla="*/ 1 w 192819"/>
                  <a:gd name="connsiteY4" fmla="*/ 143999 h 36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19" h="362960">
                    <a:moveTo>
                      <a:pt x="1" y="143999"/>
                    </a:moveTo>
                    <a:cubicBezTo>
                      <a:pt x="1" y="143999"/>
                      <a:pt x="7617" y="261920"/>
                      <a:pt x="9585" y="362960"/>
                    </a:cubicBezTo>
                    <a:lnTo>
                      <a:pt x="189070" y="362960"/>
                    </a:lnTo>
                    <a:cubicBezTo>
                      <a:pt x="199732" y="243134"/>
                      <a:pt x="187990" y="63840"/>
                      <a:pt x="149656" y="10084"/>
                    </a:cubicBezTo>
                    <a:cubicBezTo>
                      <a:pt x="110243" y="-45069"/>
                      <a:pt x="1" y="143999"/>
                      <a:pt x="1" y="143999"/>
                    </a:cubicBez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4" name=""/>
              <p:cNvSpPr/>
              <p:nvPr/>
            </p:nvSpPr>
            <p:spPr>
              <a:xfrm>
                <a:off x="10210028" y="5265454"/>
                <a:ext cx="1087019" cy="1349431"/>
              </a:xfrm>
              <a:custGeom>
                <a:avLst/>
                <a:gdLst>
                  <a:gd name="connsiteX0" fmla="*/ 1 w 1086934"/>
                  <a:gd name="connsiteY0" fmla="*/ 0 h 1346768"/>
                  <a:gd name="connsiteX1" fmla="*/ 78764 w 1086934"/>
                  <a:gd name="connsiteY1" fmla="*/ 992369 h 1346768"/>
                  <a:gd name="connsiteX2" fmla="*/ 189070 w 1086934"/>
                  <a:gd name="connsiteY2" fmla="*/ 1071132 h 1346768"/>
                  <a:gd name="connsiteX3" fmla="*/ 1086936 w 1086934"/>
                  <a:gd name="connsiteY3" fmla="*/ 1346768 h 1346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934" h="1346768">
                    <a:moveTo>
                      <a:pt x="1" y="0"/>
                    </a:moveTo>
                    <a:cubicBezTo>
                      <a:pt x="1" y="0"/>
                      <a:pt x="55154" y="921477"/>
                      <a:pt x="78764" y="992369"/>
                    </a:cubicBezTo>
                    <a:cubicBezTo>
                      <a:pt x="102373" y="1063262"/>
                      <a:pt x="157526" y="1063262"/>
                      <a:pt x="189070" y="1071132"/>
                    </a:cubicBezTo>
                    <a:cubicBezTo>
                      <a:pt x="220612" y="1079002"/>
                      <a:pt x="1086936" y="1346768"/>
                      <a:pt x="1086936" y="1346768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5" name=""/>
              <p:cNvSpPr/>
              <p:nvPr/>
            </p:nvSpPr>
            <p:spPr>
              <a:xfrm>
                <a:off x="8814471" y="5233658"/>
                <a:ext cx="655156" cy="1624150"/>
              </a:xfrm>
              <a:custGeom>
                <a:avLst/>
                <a:gdLst>
                  <a:gd name="connsiteX0" fmla="*/ 655107 w 655105"/>
                  <a:gd name="connsiteY0" fmla="*/ 0 h 1620945"/>
                  <a:gd name="connsiteX1" fmla="*/ 229878 w 655105"/>
                  <a:gd name="connsiteY1" fmla="*/ 1071195 h 1620945"/>
                  <a:gd name="connsiteX2" fmla="*/ 1 w 655105"/>
                  <a:gd name="connsiteY2" fmla="*/ 1620946 h 162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105" h="1620945">
                    <a:moveTo>
                      <a:pt x="655107" y="0"/>
                    </a:moveTo>
                    <a:cubicBezTo>
                      <a:pt x="655107" y="23673"/>
                      <a:pt x="229878" y="1071195"/>
                      <a:pt x="229878" y="1071195"/>
                    </a:cubicBezTo>
                    <a:cubicBezTo>
                      <a:pt x="151751" y="1291235"/>
                      <a:pt x="75971" y="1453774"/>
                      <a:pt x="1" y="1620946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6" name=""/>
              <p:cNvSpPr/>
              <p:nvPr/>
            </p:nvSpPr>
            <p:spPr>
              <a:xfrm>
                <a:off x="9429894" y="4702407"/>
                <a:ext cx="72041" cy="493159"/>
              </a:xfrm>
              <a:custGeom>
                <a:avLst/>
                <a:gdLst>
                  <a:gd name="connsiteX0" fmla="*/ 48998 w 72035"/>
                  <a:gd name="connsiteY0" fmla="*/ 1333 h 492186"/>
                  <a:gd name="connsiteX1" fmla="*/ 33385 w 72035"/>
                  <a:gd name="connsiteY1" fmla="*/ 0 h 492186"/>
                  <a:gd name="connsiteX2" fmla="*/ 382 w 72035"/>
                  <a:gd name="connsiteY2" fmla="*/ 364110 h 492186"/>
                  <a:gd name="connsiteX3" fmla="*/ 1 w 72035"/>
                  <a:gd name="connsiteY3" fmla="*/ 368553 h 492186"/>
                  <a:gd name="connsiteX4" fmla="*/ 54710 w 72035"/>
                  <a:gd name="connsiteY4" fmla="*/ 407648 h 492186"/>
                  <a:gd name="connsiteX5" fmla="*/ 39859 w 72035"/>
                  <a:gd name="connsiteY5" fmla="*/ 489330 h 492186"/>
                  <a:gd name="connsiteX6" fmla="*/ 55345 w 72035"/>
                  <a:gd name="connsiteY6" fmla="*/ 492186 h 492186"/>
                  <a:gd name="connsiteX7" fmla="*/ 72037 w 72035"/>
                  <a:gd name="connsiteY7" fmla="*/ 400603 h 492186"/>
                  <a:gd name="connsiteX8" fmla="*/ 16440 w 72035"/>
                  <a:gd name="connsiteY8" fmla="*/ 360936 h 492186"/>
                  <a:gd name="connsiteX9" fmla="*/ 48998 w 72035"/>
                  <a:gd name="connsiteY9" fmla="*/ 1333 h 492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035" h="492186">
                    <a:moveTo>
                      <a:pt x="48998" y="1333"/>
                    </a:moveTo>
                    <a:cubicBezTo>
                      <a:pt x="43794" y="1371"/>
                      <a:pt x="38526" y="927"/>
                      <a:pt x="33385" y="0"/>
                    </a:cubicBezTo>
                    <a:cubicBezTo>
                      <a:pt x="21898" y="102055"/>
                      <a:pt x="2985" y="332313"/>
                      <a:pt x="382" y="364110"/>
                    </a:cubicBezTo>
                    <a:lnTo>
                      <a:pt x="1" y="368553"/>
                    </a:lnTo>
                    <a:lnTo>
                      <a:pt x="54710" y="407648"/>
                    </a:lnTo>
                    <a:lnTo>
                      <a:pt x="39859" y="489330"/>
                    </a:lnTo>
                    <a:lnTo>
                      <a:pt x="55345" y="492186"/>
                    </a:lnTo>
                    <a:lnTo>
                      <a:pt x="72037" y="400603"/>
                    </a:lnTo>
                    <a:lnTo>
                      <a:pt x="16440" y="360936"/>
                    </a:lnTo>
                    <a:cubicBezTo>
                      <a:pt x="26150" y="242507"/>
                      <a:pt x="40366" y="79016"/>
                      <a:pt x="48998" y="1333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7" name=""/>
              <p:cNvSpPr/>
              <p:nvPr/>
            </p:nvSpPr>
            <p:spPr>
              <a:xfrm>
                <a:off x="9485432" y="4694584"/>
                <a:ext cx="45192" cy="413351"/>
              </a:xfrm>
              <a:custGeom>
                <a:avLst/>
                <a:gdLst>
                  <a:gd name="connsiteX0" fmla="*/ 29259 w 45188"/>
                  <a:gd name="connsiteY0" fmla="*/ 3110 h 412535"/>
                  <a:gd name="connsiteX1" fmla="*/ 1 w 45188"/>
                  <a:gd name="connsiteY1" fmla="*/ 411329 h 412535"/>
                  <a:gd name="connsiteX2" fmla="*/ 15678 w 45188"/>
                  <a:gd name="connsiteY2" fmla="*/ 412535 h 412535"/>
                  <a:gd name="connsiteX3" fmla="*/ 45190 w 45188"/>
                  <a:gd name="connsiteY3" fmla="*/ 0 h 412535"/>
                  <a:gd name="connsiteX4" fmla="*/ 29259 w 45188"/>
                  <a:gd name="connsiteY4" fmla="*/ 3110 h 41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12535">
                    <a:moveTo>
                      <a:pt x="29259" y="3110"/>
                    </a:moveTo>
                    <a:cubicBezTo>
                      <a:pt x="22151" y="122999"/>
                      <a:pt x="255" y="407902"/>
                      <a:pt x="1" y="411329"/>
                    </a:cubicBezTo>
                    <a:lnTo>
                      <a:pt x="15678" y="412535"/>
                    </a:lnTo>
                    <a:cubicBezTo>
                      <a:pt x="16757" y="398446"/>
                      <a:pt x="38399" y="116589"/>
                      <a:pt x="45190" y="0"/>
                    </a:cubicBezTo>
                    <a:cubicBezTo>
                      <a:pt x="39859" y="1016"/>
                      <a:pt x="34528" y="2095"/>
                      <a:pt x="29259" y="311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8" name=""/>
              <p:cNvSpPr/>
              <p:nvPr/>
            </p:nvSpPr>
            <p:spPr>
              <a:xfrm>
                <a:off x="9762346" y="4681167"/>
                <a:ext cx="621016" cy="234144"/>
              </a:xfrm>
              <a:custGeom>
                <a:avLst/>
                <a:gdLst>
                  <a:gd name="connsiteX0" fmla="*/ 30734 w 620967"/>
                  <a:gd name="connsiteY0" fmla="*/ 0 h 233682"/>
                  <a:gd name="connsiteX1" fmla="*/ 6743 w 620967"/>
                  <a:gd name="connsiteY1" fmla="*/ 107894 h 233682"/>
                  <a:gd name="connsiteX2" fmla="*/ 599588 w 620967"/>
                  <a:gd name="connsiteY2" fmla="*/ 229179 h 233682"/>
                  <a:gd name="connsiteX3" fmla="*/ 599588 w 620967"/>
                  <a:gd name="connsiteY3" fmla="*/ 121285 h 233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967" h="233682">
                    <a:moveTo>
                      <a:pt x="30734" y="0"/>
                    </a:moveTo>
                    <a:cubicBezTo>
                      <a:pt x="30734" y="0"/>
                      <a:pt x="-17311" y="60674"/>
                      <a:pt x="6743" y="107894"/>
                    </a:cubicBezTo>
                    <a:cubicBezTo>
                      <a:pt x="30796" y="155113"/>
                      <a:pt x="551480" y="256152"/>
                      <a:pt x="599588" y="229179"/>
                    </a:cubicBezTo>
                    <a:cubicBezTo>
                      <a:pt x="647696" y="202206"/>
                      <a:pt x="599588" y="121285"/>
                      <a:pt x="599588" y="12128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9" name=""/>
              <p:cNvSpPr/>
              <p:nvPr/>
            </p:nvSpPr>
            <p:spPr>
              <a:xfrm>
                <a:off x="8986294" y="4613269"/>
                <a:ext cx="282150" cy="172516"/>
              </a:xfrm>
              <a:custGeom>
                <a:avLst/>
                <a:gdLst>
                  <a:gd name="connsiteX0" fmla="*/ 34903 w 282128"/>
                  <a:gd name="connsiteY0" fmla="*/ 169565 h 172176"/>
                  <a:gd name="connsiteX1" fmla="*/ 43281 w 282128"/>
                  <a:gd name="connsiteY1" fmla="*/ 171342 h 172176"/>
                  <a:gd name="connsiteX2" fmla="*/ 115316 w 282128"/>
                  <a:gd name="connsiteY2" fmla="*/ 148875 h 172176"/>
                  <a:gd name="connsiteX3" fmla="*/ 215213 w 282128"/>
                  <a:gd name="connsiteY3" fmla="*/ 89343 h 172176"/>
                  <a:gd name="connsiteX4" fmla="*/ 275190 w 282128"/>
                  <a:gd name="connsiteY4" fmla="*/ 37617 h 172176"/>
                  <a:gd name="connsiteX5" fmla="*/ 34903 w 282128"/>
                  <a:gd name="connsiteY5" fmla="*/ 169565 h 172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2128" h="172176">
                    <a:moveTo>
                      <a:pt x="34903" y="169565"/>
                    </a:moveTo>
                    <a:cubicBezTo>
                      <a:pt x="37505" y="170200"/>
                      <a:pt x="40298" y="170834"/>
                      <a:pt x="43281" y="171342"/>
                    </a:cubicBezTo>
                    <a:cubicBezTo>
                      <a:pt x="68668" y="175721"/>
                      <a:pt x="93230" y="162076"/>
                      <a:pt x="115316" y="148875"/>
                    </a:cubicBezTo>
                    <a:lnTo>
                      <a:pt x="215213" y="89343"/>
                    </a:lnTo>
                    <a:cubicBezTo>
                      <a:pt x="238061" y="75761"/>
                      <a:pt x="261861" y="61163"/>
                      <a:pt x="275190" y="37617"/>
                    </a:cubicBezTo>
                    <a:cubicBezTo>
                      <a:pt x="344304" y="-85318"/>
                      <a:pt x="-129539" y="128946"/>
                      <a:pt x="34903" y="16956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0" name=""/>
              <p:cNvSpPr/>
              <p:nvPr/>
            </p:nvSpPr>
            <p:spPr>
              <a:xfrm>
                <a:off x="9132182" y="2279333"/>
                <a:ext cx="237669" cy="459148"/>
              </a:xfrm>
              <a:custGeom>
                <a:avLst/>
                <a:gdLst>
                  <a:gd name="connsiteX0" fmla="*/ 237651 w 237650"/>
                  <a:gd name="connsiteY0" fmla="*/ 18163 h 458242"/>
                  <a:gd name="connsiteX1" fmla="*/ 4537 w 237650"/>
                  <a:gd name="connsiteY1" fmla="*/ 128215 h 458242"/>
                  <a:gd name="connsiteX2" fmla="*/ 95168 w 237650"/>
                  <a:gd name="connsiteY2" fmla="*/ 458243 h 458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7650" h="458242">
                    <a:moveTo>
                      <a:pt x="237651" y="18163"/>
                    </a:moveTo>
                    <a:cubicBezTo>
                      <a:pt x="237651" y="18163"/>
                      <a:pt x="23958" y="-66058"/>
                      <a:pt x="4537" y="128215"/>
                    </a:cubicBezTo>
                    <a:cubicBezTo>
                      <a:pt x="-14884" y="322487"/>
                      <a:pt x="30432" y="432539"/>
                      <a:pt x="95168" y="458243"/>
                    </a:cubicBezTo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1" name=""/>
              <p:cNvSpPr/>
              <p:nvPr/>
            </p:nvSpPr>
            <p:spPr>
              <a:xfrm>
                <a:off x="9343699" y="2864394"/>
                <a:ext cx="265260" cy="413089"/>
              </a:xfrm>
              <a:custGeom>
                <a:avLst/>
                <a:gdLst>
                  <a:gd name="connsiteX0" fmla="*/ 198145 w 265239"/>
                  <a:gd name="connsiteY0" fmla="*/ 0 h 412274"/>
                  <a:gd name="connsiteX1" fmla="*/ 1 w 265239"/>
                  <a:gd name="connsiteY1" fmla="*/ 75082 h 412274"/>
                  <a:gd name="connsiteX2" fmla="*/ 36114 w 265239"/>
                  <a:gd name="connsiteY2" fmla="*/ 277097 h 412274"/>
                  <a:gd name="connsiteX3" fmla="*/ 81747 w 265239"/>
                  <a:gd name="connsiteY3" fmla="*/ 401619 h 412274"/>
                  <a:gd name="connsiteX4" fmla="*/ 184626 w 265239"/>
                  <a:gd name="connsiteY4" fmla="*/ 392670 h 412274"/>
                  <a:gd name="connsiteX5" fmla="*/ 265103 w 265239"/>
                  <a:gd name="connsiteY5" fmla="*/ 234637 h 412274"/>
                  <a:gd name="connsiteX6" fmla="*/ 198145 w 265239"/>
                  <a:gd name="connsiteY6" fmla="*/ 0 h 412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239" h="412274">
                    <a:moveTo>
                      <a:pt x="198145" y="0"/>
                    </a:move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3520" y="141849"/>
                      <a:pt x="32179" y="207220"/>
                      <a:pt x="36114" y="277097"/>
                    </a:cubicBezTo>
                    <a:cubicBezTo>
                      <a:pt x="38652" y="323110"/>
                      <a:pt x="42460" y="377248"/>
                      <a:pt x="81747" y="401619"/>
                    </a:cubicBezTo>
                    <a:cubicBezTo>
                      <a:pt x="112592" y="420659"/>
                      <a:pt x="153909" y="412027"/>
                      <a:pt x="184626" y="392670"/>
                    </a:cubicBezTo>
                    <a:cubicBezTo>
                      <a:pt x="236543" y="359858"/>
                      <a:pt x="267578" y="297025"/>
                      <a:pt x="265103" y="234637"/>
                    </a:cubicBezTo>
                    <a:cubicBezTo>
                      <a:pt x="261993" y="155938"/>
                      <a:pt x="216868" y="78699"/>
                      <a:pt x="198145" y="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2" name=""/>
              <p:cNvSpPr/>
              <p:nvPr/>
            </p:nvSpPr>
            <p:spPr>
              <a:xfrm>
                <a:off x="9343699" y="2864394"/>
                <a:ext cx="200380" cy="264354"/>
              </a:xfrm>
              <a:custGeom>
                <a:avLst/>
                <a:gdLst>
                  <a:gd name="connsiteX0" fmla="*/ 165269 w 200364"/>
                  <a:gd name="connsiteY0" fmla="*/ 76160 h 263832"/>
                  <a:gd name="connsiteX1" fmla="*/ 200366 w 200364"/>
                  <a:gd name="connsiteY1" fmla="*/ 8632 h 263832"/>
                  <a:gd name="connsiteX2" fmla="*/ 198145 w 200364"/>
                  <a:gd name="connsiteY2" fmla="*/ 0 h 263832"/>
                  <a:gd name="connsiteX3" fmla="*/ 1 w 200364"/>
                  <a:gd name="connsiteY3" fmla="*/ 75082 h 263832"/>
                  <a:gd name="connsiteX4" fmla="*/ 35035 w 200364"/>
                  <a:gd name="connsiteY4" fmla="*/ 263832 h 263832"/>
                  <a:gd name="connsiteX5" fmla="*/ 165269 w 200364"/>
                  <a:gd name="connsiteY5" fmla="*/ 76160 h 26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364" h="263832">
                    <a:moveTo>
                      <a:pt x="165269" y="76160"/>
                    </a:moveTo>
                    <a:cubicBezTo>
                      <a:pt x="175424" y="54708"/>
                      <a:pt x="187863" y="32051"/>
                      <a:pt x="200366" y="8632"/>
                    </a:cubicBezTo>
                    <a:cubicBezTo>
                      <a:pt x="199604" y="5776"/>
                      <a:pt x="198843" y="2920"/>
                      <a:pt x="198145" y="0"/>
                    </a:cubicBez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2695" y="137596"/>
                      <a:pt x="29704" y="198969"/>
                      <a:pt x="35035" y="263832"/>
                    </a:cubicBezTo>
                    <a:cubicBezTo>
                      <a:pt x="95392" y="214836"/>
                      <a:pt x="131949" y="146291"/>
                      <a:pt x="165269" y="7616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3" name=""/>
              <p:cNvSpPr/>
              <p:nvPr/>
            </p:nvSpPr>
            <p:spPr>
              <a:xfrm rot="20641199">
                <a:off x="9506765" y="2755232"/>
                <a:ext cx="212631" cy="196119"/>
              </a:xfrm>
              <a:custGeom>
                <a:avLst/>
                <a:gdLst>
                  <a:gd name="connsiteX0" fmla="*/ 212615 w 212614"/>
                  <a:gd name="connsiteY0" fmla="*/ 97866 h 195732"/>
                  <a:gd name="connsiteX1" fmla="*/ 106308 w 212614"/>
                  <a:gd name="connsiteY1" fmla="*/ 195732 h 195732"/>
                  <a:gd name="connsiteX2" fmla="*/ 1 w 212614"/>
                  <a:gd name="connsiteY2" fmla="*/ 97866 h 195732"/>
                  <a:gd name="connsiteX3" fmla="*/ 106308 w 212614"/>
                  <a:gd name="connsiteY3" fmla="*/ 0 h 195732"/>
                  <a:gd name="connsiteX4" fmla="*/ 212615 w 212614"/>
                  <a:gd name="connsiteY4" fmla="*/ 97866 h 19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614" h="195732">
                    <a:moveTo>
                      <a:pt x="212615" y="97866"/>
                    </a:moveTo>
                    <a:cubicBezTo>
                      <a:pt x="212615" y="151916"/>
                      <a:pt x="165020" y="195732"/>
                      <a:pt x="106308" y="195732"/>
                    </a:cubicBezTo>
                    <a:cubicBezTo>
                      <a:pt x="47596" y="195732"/>
                      <a:pt x="1" y="151916"/>
                      <a:pt x="1" y="97866"/>
                    </a:cubicBezTo>
                    <a:cubicBezTo>
                      <a:pt x="1" y="43816"/>
                      <a:pt x="47596" y="0"/>
                      <a:pt x="106308" y="0"/>
                    </a:cubicBezTo>
                    <a:cubicBezTo>
                      <a:pt x="165020" y="0"/>
                      <a:pt x="212615" y="43816"/>
                      <a:pt x="212615" y="97866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4" name=""/>
              <p:cNvSpPr/>
              <p:nvPr/>
            </p:nvSpPr>
            <p:spPr>
              <a:xfrm>
                <a:off x="9138600" y="2413618"/>
                <a:ext cx="458415" cy="608308"/>
              </a:xfrm>
              <a:custGeom>
                <a:avLst/>
                <a:gdLst>
                  <a:gd name="connsiteX0" fmla="*/ 305870 w 458379"/>
                  <a:gd name="connsiteY0" fmla="*/ 40335 h 607107"/>
                  <a:gd name="connsiteX1" fmla="*/ 184394 w 458379"/>
                  <a:gd name="connsiteY1" fmla="*/ 3080 h 607107"/>
                  <a:gd name="connsiteX2" fmla="*/ 93700 w 458379"/>
                  <a:gd name="connsiteY2" fmla="*/ 86094 h 607107"/>
                  <a:gd name="connsiteX3" fmla="*/ 17539 w 458379"/>
                  <a:gd name="connsiteY3" fmla="*/ 270720 h 607107"/>
                  <a:gd name="connsiteX4" fmla="*/ 36897 w 458379"/>
                  <a:gd name="connsiteY4" fmla="*/ 515131 h 607107"/>
                  <a:gd name="connsiteX5" fmla="*/ 257063 w 458379"/>
                  <a:gd name="connsiteY5" fmla="*/ 605000 h 607107"/>
                  <a:gd name="connsiteX6" fmla="*/ 458381 w 458379"/>
                  <a:gd name="connsiteY6" fmla="*/ 419486 h 607107"/>
                  <a:gd name="connsiteX7" fmla="*/ 305870 w 458379"/>
                  <a:gd name="connsiteY7" fmla="*/ 40335 h 60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8379" h="607107">
                    <a:moveTo>
                      <a:pt x="305870" y="40335"/>
                    </a:moveTo>
                    <a:cubicBezTo>
                      <a:pt x="269757" y="12409"/>
                      <a:pt x="227171" y="-8027"/>
                      <a:pt x="184394" y="3080"/>
                    </a:cubicBezTo>
                    <a:cubicBezTo>
                      <a:pt x="143648" y="13679"/>
                      <a:pt x="115342" y="50045"/>
                      <a:pt x="93700" y="86094"/>
                    </a:cubicBezTo>
                    <a:cubicBezTo>
                      <a:pt x="59237" y="143481"/>
                      <a:pt x="33533" y="205717"/>
                      <a:pt x="17539" y="270720"/>
                    </a:cubicBezTo>
                    <a:cubicBezTo>
                      <a:pt x="-4230" y="359574"/>
                      <a:pt x="-13559" y="444429"/>
                      <a:pt x="36897" y="515131"/>
                    </a:cubicBezTo>
                    <a:cubicBezTo>
                      <a:pt x="86147" y="584183"/>
                      <a:pt x="179761" y="615917"/>
                      <a:pt x="257063" y="605000"/>
                    </a:cubicBezTo>
                    <a:cubicBezTo>
                      <a:pt x="358610" y="590720"/>
                      <a:pt x="420935" y="504722"/>
                      <a:pt x="458381" y="419486"/>
                    </a:cubicBezTo>
                    <a:cubicBezTo>
                      <a:pt x="353343" y="360526"/>
                      <a:pt x="283402" y="179835"/>
                      <a:pt x="305870" y="40335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5" name=""/>
              <p:cNvSpPr/>
              <p:nvPr/>
            </p:nvSpPr>
            <p:spPr>
              <a:xfrm>
                <a:off x="9400926" y="2392475"/>
                <a:ext cx="78158" cy="319107"/>
              </a:xfrm>
              <a:custGeom>
                <a:avLst/>
                <a:gdLst>
                  <a:gd name="connsiteX0" fmla="*/ 78154 w 78152"/>
                  <a:gd name="connsiteY0" fmla="*/ 15549 h 318477"/>
                  <a:gd name="connsiteX1" fmla="*/ 52133 w 78152"/>
                  <a:gd name="connsiteY1" fmla="*/ 0 h 318477"/>
                  <a:gd name="connsiteX2" fmla="*/ 21542 w 78152"/>
                  <a:gd name="connsiteY2" fmla="*/ 248156 h 318477"/>
                  <a:gd name="connsiteX3" fmla="*/ 60320 w 78152"/>
                  <a:gd name="connsiteY3" fmla="*/ 318477 h 318477"/>
                  <a:gd name="connsiteX4" fmla="*/ 78154 w 78152"/>
                  <a:gd name="connsiteY4" fmla="*/ 15549 h 31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52" h="318477">
                    <a:moveTo>
                      <a:pt x="78154" y="15549"/>
                    </a:moveTo>
                    <a:lnTo>
                      <a:pt x="52133" y="0"/>
                    </a:lnTo>
                    <a:cubicBezTo>
                      <a:pt x="52133" y="0"/>
                      <a:pt x="-40847" y="127569"/>
                      <a:pt x="21542" y="248156"/>
                    </a:cubicBezTo>
                    <a:cubicBezTo>
                      <a:pt x="35631" y="275320"/>
                      <a:pt x="48579" y="298612"/>
                      <a:pt x="60320" y="318477"/>
                    </a:cubicBezTo>
                    <a:cubicBezTo>
                      <a:pt x="40328" y="217634"/>
                      <a:pt x="46484" y="113352"/>
                      <a:pt x="78154" y="15549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6" name=""/>
              <p:cNvSpPr/>
              <p:nvPr/>
            </p:nvSpPr>
            <p:spPr>
              <a:xfrm>
                <a:off x="9299551" y="3055759"/>
                <a:ext cx="483631" cy="453082"/>
              </a:xfrm>
              <a:custGeom>
                <a:avLst/>
                <a:gdLst>
                  <a:gd name="connsiteX0" fmla="*/ 3909 w 483593"/>
                  <a:gd name="connsiteY0" fmla="*/ 214123 h 452188"/>
                  <a:gd name="connsiteX1" fmla="*/ 100061 w 483593"/>
                  <a:gd name="connsiteY1" fmla="*/ 406237 h 452188"/>
                  <a:gd name="connsiteX2" fmla="*/ 222997 w 483593"/>
                  <a:gd name="connsiteY2" fmla="*/ 446285 h 452188"/>
                  <a:gd name="connsiteX3" fmla="*/ 277261 w 483593"/>
                  <a:gd name="connsiteY3" fmla="*/ 400208 h 452188"/>
                  <a:gd name="connsiteX4" fmla="*/ 369606 w 483593"/>
                  <a:gd name="connsiteY4" fmla="*/ 294980 h 452188"/>
                  <a:gd name="connsiteX5" fmla="*/ 476102 w 483593"/>
                  <a:gd name="connsiteY5" fmla="*/ 283556 h 452188"/>
                  <a:gd name="connsiteX6" fmla="*/ 457062 w 483593"/>
                  <a:gd name="connsiteY6" fmla="*/ 53805 h 452188"/>
                  <a:gd name="connsiteX7" fmla="*/ 412636 w 483593"/>
                  <a:gd name="connsiteY7" fmla="*/ 4428 h 452188"/>
                  <a:gd name="connsiteX8" fmla="*/ 305441 w 483593"/>
                  <a:gd name="connsiteY8" fmla="*/ 35209 h 452188"/>
                  <a:gd name="connsiteX9" fmla="*/ 99744 w 483593"/>
                  <a:gd name="connsiteY9" fmla="*/ 103627 h 452188"/>
                  <a:gd name="connsiteX10" fmla="*/ 3909 w 483593"/>
                  <a:gd name="connsiteY10" fmla="*/ 214123 h 45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593" h="452188">
                    <a:moveTo>
                      <a:pt x="3909" y="214123"/>
                    </a:moveTo>
                    <a:cubicBezTo>
                      <a:pt x="17173" y="284634"/>
                      <a:pt x="61727" y="368728"/>
                      <a:pt x="100061" y="406237"/>
                    </a:cubicBezTo>
                    <a:cubicBezTo>
                      <a:pt x="133826" y="439303"/>
                      <a:pt x="180981" y="463992"/>
                      <a:pt x="222997" y="446285"/>
                    </a:cubicBezTo>
                    <a:cubicBezTo>
                      <a:pt x="244448" y="437209"/>
                      <a:pt x="261077" y="418486"/>
                      <a:pt x="277261" y="400208"/>
                    </a:cubicBezTo>
                    <a:lnTo>
                      <a:pt x="369606" y="294980"/>
                    </a:lnTo>
                    <a:cubicBezTo>
                      <a:pt x="398610" y="262040"/>
                      <a:pt x="457000" y="324555"/>
                      <a:pt x="476102" y="283556"/>
                    </a:cubicBezTo>
                    <a:cubicBezTo>
                      <a:pt x="495206" y="242556"/>
                      <a:pt x="473691" y="96138"/>
                      <a:pt x="457062" y="53805"/>
                    </a:cubicBezTo>
                    <a:cubicBezTo>
                      <a:pt x="448367" y="31846"/>
                      <a:pt x="432755" y="12488"/>
                      <a:pt x="412636" y="4428"/>
                    </a:cubicBezTo>
                    <a:cubicBezTo>
                      <a:pt x="376650" y="-9916"/>
                      <a:pt x="338189" y="13313"/>
                      <a:pt x="305441" y="35209"/>
                    </a:cubicBezTo>
                    <a:cubicBezTo>
                      <a:pt x="242608" y="77161"/>
                      <a:pt x="171715" y="118795"/>
                      <a:pt x="99744" y="103627"/>
                    </a:cubicBezTo>
                    <a:cubicBezTo>
                      <a:pt x="9240" y="84841"/>
                      <a:pt x="-9546" y="142659"/>
                      <a:pt x="3909" y="2141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7" name=""/>
              <p:cNvSpPr/>
              <p:nvPr/>
            </p:nvSpPr>
            <p:spPr>
              <a:xfrm>
                <a:off x="9319009" y="3294660"/>
                <a:ext cx="230085" cy="77671"/>
              </a:xfrm>
              <a:custGeom>
                <a:avLst/>
                <a:gdLst>
                  <a:gd name="connsiteX0" fmla="*/ 3365 w 230067"/>
                  <a:gd name="connsiteY0" fmla="*/ 40682 h 77518"/>
                  <a:gd name="connsiteX1" fmla="*/ 85872 w 230067"/>
                  <a:gd name="connsiteY1" fmla="*/ 75081 h 77518"/>
                  <a:gd name="connsiteX2" fmla="*/ 230069 w 230067"/>
                  <a:gd name="connsiteY2" fmla="*/ 28179 h 77518"/>
                  <a:gd name="connsiteX3" fmla="*/ 1 w 230067"/>
                  <a:gd name="connsiteY3" fmla="*/ 0 h 77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0067" h="77518">
                    <a:moveTo>
                      <a:pt x="3365" y="40682"/>
                    </a:moveTo>
                    <a:cubicBezTo>
                      <a:pt x="3365" y="40682"/>
                      <a:pt x="20564" y="59722"/>
                      <a:pt x="85872" y="75081"/>
                    </a:cubicBezTo>
                    <a:cubicBezTo>
                      <a:pt x="151180" y="90440"/>
                      <a:pt x="230069" y="28179"/>
                      <a:pt x="230069" y="28179"/>
                    </a:cubicBezTo>
                    <a:cubicBezTo>
                      <a:pt x="230069" y="28179"/>
                      <a:pt x="58708" y="87584"/>
                      <a:pt x="1" y="0"/>
                    </a:cubicBezTo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8" name=""/>
              <p:cNvSpPr/>
              <p:nvPr/>
            </p:nvSpPr>
            <p:spPr>
              <a:xfrm>
                <a:off x="9568053" y="2810936"/>
                <a:ext cx="94405" cy="78752"/>
              </a:xfrm>
              <a:custGeom>
                <a:avLst/>
                <a:gdLst>
                  <a:gd name="connsiteX0" fmla="*/ 40894 w 94398"/>
                  <a:gd name="connsiteY0" fmla="*/ 231 h 78597"/>
                  <a:gd name="connsiteX1" fmla="*/ 93826 w 94398"/>
                  <a:gd name="connsiteY1" fmla="*/ 31393 h 78597"/>
                  <a:gd name="connsiteX2" fmla="*/ 71739 w 94398"/>
                  <a:gd name="connsiteY2" fmla="*/ 73281 h 78597"/>
                  <a:gd name="connsiteX3" fmla="*/ 4337 w 94398"/>
                  <a:gd name="connsiteY3" fmla="*/ 75566 h 78597"/>
                  <a:gd name="connsiteX4" fmla="*/ 4337 w 94398"/>
                  <a:gd name="connsiteY4" fmla="*/ 75566 h 78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98" h="78597">
                    <a:moveTo>
                      <a:pt x="40894" y="231"/>
                    </a:moveTo>
                    <a:cubicBezTo>
                      <a:pt x="68058" y="-2054"/>
                      <a:pt x="90081" y="12924"/>
                      <a:pt x="93826" y="31393"/>
                    </a:cubicBezTo>
                    <a:cubicBezTo>
                      <a:pt x="97253" y="48275"/>
                      <a:pt x="84750" y="65538"/>
                      <a:pt x="71739" y="73281"/>
                    </a:cubicBezTo>
                    <a:cubicBezTo>
                      <a:pt x="52699" y="84769"/>
                      <a:pt x="-18067" y="73789"/>
                      <a:pt x="4337" y="75566"/>
                    </a:cubicBezTo>
                    <a:lnTo>
                      <a:pt x="4337" y="75566"/>
                    </a:ln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9" name=""/>
              <p:cNvSpPr/>
              <p:nvPr/>
            </p:nvSpPr>
            <p:spPr>
              <a:xfrm>
                <a:off x="9251715" y="2728115"/>
                <a:ext cx="45586" cy="27727"/>
              </a:xfrm>
              <a:custGeom>
                <a:avLst/>
                <a:gdLst>
                  <a:gd name="connsiteX0" fmla="*/ 586 w 45582"/>
                  <a:gd name="connsiteY0" fmla="*/ 0 h 27672"/>
                  <a:gd name="connsiteX1" fmla="*/ 9472 w 45582"/>
                  <a:gd name="connsiteY1" fmla="*/ 26593 h 27672"/>
                  <a:gd name="connsiteX2" fmla="*/ 42538 w 45582"/>
                  <a:gd name="connsiteY2" fmla="*/ 12122 h 27672"/>
                  <a:gd name="connsiteX3" fmla="*/ 45584 w 45582"/>
                  <a:gd name="connsiteY3" fmla="*/ 3935 h 27672"/>
                  <a:gd name="connsiteX4" fmla="*/ 586 w 45582"/>
                  <a:gd name="connsiteY4" fmla="*/ 0 h 2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2" h="27672">
                    <a:moveTo>
                      <a:pt x="586" y="0"/>
                    </a:moveTo>
                    <a:cubicBezTo>
                      <a:pt x="-1571" y="13328"/>
                      <a:pt x="2427" y="23610"/>
                      <a:pt x="9472" y="26593"/>
                    </a:cubicBezTo>
                    <a:cubicBezTo>
                      <a:pt x="18484" y="30401"/>
                      <a:pt x="35430" y="23800"/>
                      <a:pt x="42538" y="12122"/>
                    </a:cubicBezTo>
                    <a:cubicBezTo>
                      <a:pt x="44061" y="9609"/>
                      <a:pt x="45077" y="6829"/>
                      <a:pt x="45584" y="3935"/>
                    </a:cubicBezTo>
                    <a:cubicBezTo>
                      <a:pt x="30479" y="4728"/>
                      <a:pt x="15311" y="3402"/>
                      <a:pt x="586" y="0"/>
                    </a:cubicBezTo>
                    <a:close/>
                  </a:path>
                </a:pathLst>
              </a:custGeom>
              <a:solidFill>
                <a:srgbClr val="FFA59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0" name=""/>
              <p:cNvSpPr/>
              <p:nvPr/>
            </p:nvSpPr>
            <p:spPr>
              <a:xfrm>
                <a:off x="9369436" y="2597562"/>
                <a:ext cx="83759" cy="46534"/>
              </a:xfrm>
              <a:custGeom>
                <a:avLst/>
                <a:gdLst>
                  <a:gd name="connsiteX0" fmla="*/ 83620 w 83752"/>
                  <a:gd name="connsiteY0" fmla="*/ 44172 h 46442"/>
                  <a:gd name="connsiteX1" fmla="*/ 62041 w 83752"/>
                  <a:gd name="connsiteY1" fmla="*/ 13708 h 46442"/>
                  <a:gd name="connsiteX2" fmla="*/ 2382 w 83752"/>
                  <a:gd name="connsiteY2" fmla="*/ 7043 h 46442"/>
                  <a:gd name="connsiteX3" fmla="*/ 1367 w 83752"/>
                  <a:gd name="connsiteY3" fmla="*/ 15967 h 46442"/>
                  <a:gd name="connsiteX4" fmla="*/ 6127 w 83752"/>
                  <a:gd name="connsiteY4" fmla="*/ 18341 h 46442"/>
                  <a:gd name="connsiteX5" fmla="*/ 41287 w 83752"/>
                  <a:gd name="connsiteY5" fmla="*/ 18848 h 46442"/>
                  <a:gd name="connsiteX6" fmla="*/ 79367 w 83752"/>
                  <a:gd name="connsiteY6" fmla="*/ 45695 h 46442"/>
                  <a:gd name="connsiteX7" fmla="*/ 83620 w 83752"/>
                  <a:gd name="connsiteY7" fmla="*/ 44172 h 46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752" h="46442">
                    <a:moveTo>
                      <a:pt x="83620" y="44172"/>
                    </a:moveTo>
                    <a:cubicBezTo>
                      <a:pt x="80002" y="35667"/>
                      <a:pt x="80891" y="29828"/>
                      <a:pt x="62041" y="13708"/>
                    </a:cubicBezTo>
                    <a:cubicBezTo>
                      <a:pt x="41287" y="-4063"/>
                      <a:pt x="13743" y="-2603"/>
                      <a:pt x="2382" y="7043"/>
                    </a:cubicBezTo>
                    <a:cubicBezTo>
                      <a:pt x="-347" y="9233"/>
                      <a:pt x="-791" y="13231"/>
                      <a:pt x="1367" y="15967"/>
                    </a:cubicBezTo>
                    <a:cubicBezTo>
                      <a:pt x="2572" y="17408"/>
                      <a:pt x="4286" y="18277"/>
                      <a:pt x="6127" y="18341"/>
                    </a:cubicBezTo>
                    <a:cubicBezTo>
                      <a:pt x="17868" y="19800"/>
                      <a:pt x="29229" y="16119"/>
                      <a:pt x="41287" y="18848"/>
                    </a:cubicBezTo>
                    <a:cubicBezTo>
                      <a:pt x="58740" y="22847"/>
                      <a:pt x="67626" y="34588"/>
                      <a:pt x="79367" y="45695"/>
                    </a:cubicBezTo>
                    <a:cubicBezTo>
                      <a:pt x="81271" y="47282"/>
                      <a:pt x="84445" y="46139"/>
                      <a:pt x="83620" y="44172"/>
                    </a:cubicBezTo>
                    <a:close/>
                  </a:path>
                </a:pathLst>
              </a:custGeom>
              <a:solidFill>
                <a:srgbClr val="24305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1" name=""/>
              <p:cNvSpPr/>
              <p:nvPr/>
            </p:nvSpPr>
            <p:spPr>
              <a:xfrm>
                <a:off x="9151841" y="2659711"/>
                <a:ext cx="66691" cy="32453"/>
              </a:xfrm>
              <a:custGeom>
                <a:avLst/>
                <a:gdLst>
                  <a:gd name="connsiteX0" fmla="*/ 66497 w 66686"/>
                  <a:gd name="connsiteY0" fmla="*/ 30760 h 32389"/>
                  <a:gd name="connsiteX1" fmla="*/ 41110 w 66686"/>
                  <a:gd name="connsiteY1" fmla="*/ 677 h 32389"/>
                  <a:gd name="connsiteX2" fmla="*/ 555 w 66686"/>
                  <a:gd name="connsiteY2" fmla="*/ 17877 h 32389"/>
                  <a:gd name="connsiteX3" fmla="*/ 4426 w 66686"/>
                  <a:gd name="connsiteY3" fmla="*/ 21621 h 32389"/>
                  <a:gd name="connsiteX4" fmla="*/ 40158 w 66686"/>
                  <a:gd name="connsiteY4" fmla="*/ 6960 h 32389"/>
                  <a:gd name="connsiteX5" fmla="*/ 63704 w 66686"/>
                  <a:gd name="connsiteY5" fmla="*/ 31712 h 32389"/>
                  <a:gd name="connsiteX6" fmla="*/ 65990 w 66686"/>
                  <a:gd name="connsiteY6" fmla="*/ 32074 h 32389"/>
                  <a:gd name="connsiteX7" fmla="*/ 66688 w 66686"/>
                  <a:gd name="connsiteY7" fmla="*/ 30760 h 3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86" h="32389">
                    <a:moveTo>
                      <a:pt x="66497" y="30760"/>
                    </a:moveTo>
                    <a:cubicBezTo>
                      <a:pt x="65354" y="16322"/>
                      <a:pt x="55136" y="4206"/>
                      <a:pt x="41110" y="677"/>
                    </a:cubicBezTo>
                    <a:cubicBezTo>
                      <a:pt x="26069" y="-2687"/>
                      <a:pt x="8869" y="7024"/>
                      <a:pt x="555" y="17877"/>
                    </a:cubicBezTo>
                    <a:cubicBezTo>
                      <a:pt x="-1159" y="20161"/>
                      <a:pt x="1380" y="22954"/>
                      <a:pt x="4426" y="21621"/>
                    </a:cubicBezTo>
                    <a:cubicBezTo>
                      <a:pt x="17120" y="16290"/>
                      <a:pt x="23847" y="2581"/>
                      <a:pt x="40158" y="6960"/>
                    </a:cubicBezTo>
                    <a:cubicBezTo>
                      <a:pt x="53550" y="10705"/>
                      <a:pt x="58183" y="21938"/>
                      <a:pt x="63704" y="31712"/>
                    </a:cubicBezTo>
                    <a:cubicBezTo>
                      <a:pt x="64212" y="32448"/>
                      <a:pt x="65291" y="32607"/>
                      <a:pt x="65990" y="32074"/>
                    </a:cubicBezTo>
                    <a:cubicBezTo>
                      <a:pt x="66434" y="31763"/>
                      <a:pt x="66688" y="31281"/>
                      <a:pt x="66688" y="30760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2" name=""/>
              <p:cNvSpPr/>
              <p:nvPr/>
            </p:nvSpPr>
            <p:spPr>
              <a:xfrm>
                <a:off x="9147258" y="2655750"/>
                <a:ext cx="75719" cy="40051"/>
              </a:xfrm>
              <a:custGeom>
                <a:avLst/>
                <a:gdLst>
                  <a:gd name="connsiteX0" fmla="*/ 69684 w 75713"/>
                  <a:gd name="connsiteY0" fmla="*/ 39917 h 39972"/>
                  <a:gd name="connsiteX1" fmla="*/ 63908 w 75713"/>
                  <a:gd name="connsiteY1" fmla="*/ 37188 h 39972"/>
                  <a:gd name="connsiteX2" fmla="*/ 62068 w 75713"/>
                  <a:gd name="connsiteY2" fmla="*/ 33824 h 39972"/>
                  <a:gd name="connsiteX3" fmla="*/ 43028 w 75713"/>
                  <a:gd name="connsiteY3" fmla="*/ 14277 h 39972"/>
                  <a:gd name="connsiteX4" fmla="*/ 23226 w 75713"/>
                  <a:gd name="connsiteY4" fmla="*/ 20623 h 39972"/>
                  <a:gd name="connsiteX5" fmla="*/ 10977 w 75713"/>
                  <a:gd name="connsiteY5" fmla="*/ 28430 h 39972"/>
                  <a:gd name="connsiteX6" fmla="*/ 2092 w 75713"/>
                  <a:gd name="connsiteY6" fmla="*/ 27478 h 39972"/>
                  <a:gd name="connsiteX7" fmla="*/ 1139 w 75713"/>
                  <a:gd name="connsiteY7" fmla="*/ 19912 h 39972"/>
                  <a:gd name="connsiteX8" fmla="*/ 1203 w 75713"/>
                  <a:gd name="connsiteY8" fmla="*/ 19798 h 39972"/>
                  <a:gd name="connsiteX9" fmla="*/ 47026 w 75713"/>
                  <a:gd name="connsiteY9" fmla="*/ 758 h 39972"/>
                  <a:gd name="connsiteX10" fmla="*/ 75713 w 75713"/>
                  <a:gd name="connsiteY10" fmla="*/ 33824 h 39972"/>
                  <a:gd name="connsiteX11" fmla="*/ 75713 w 75713"/>
                  <a:gd name="connsiteY11" fmla="*/ 33824 h 39972"/>
                  <a:gd name="connsiteX12" fmla="*/ 71017 w 75713"/>
                  <a:gd name="connsiteY12" fmla="*/ 39283 h 39972"/>
                  <a:gd name="connsiteX13" fmla="*/ 20053 w 75713"/>
                  <a:gd name="connsiteY13" fmla="*/ 13515 h 39972"/>
                  <a:gd name="connsiteX14" fmla="*/ 13706 w 75713"/>
                  <a:gd name="connsiteY14" fmla="*/ 18529 h 39972"/>
                  <a:gd name="connsiteX15" fmla="*/ 17133 w 75713"/>
                  <a:gd name="connsiteY15" fmla="*/ 15927 h 39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5713" h="39972">
                    <a:moveTo>
                      <a:pt x="69684" y="39917"/>
                    </a:moveTo>
                    <a:cubicBezTo>
                      <a:pt x="67399" y="40234"/>
                      <a:pt x="65114" y="39162"/>
                      <a:pt x="63908" y="37188"/>
                    </a:cubicBezTo>
                    <a:lnTo>
                      <a:pt x="62068" y="33824"/>
                    </a:lnTo>
                    <a:cubicBezTo>
                      <a:pt x="57371" y="25193"/>
                      <a:pt x="52992" y="17069"/>
                      <a:pt x="43028" y="14277"/>
                    </a:cubicBezTo>
                    <a:cubicBezTo>
                      <a:pt x="35221" y="12055"/>
                      <a:pt x="30334" y="15165"/>
                      <a:pt x="23226" y="20623"/>
                    </a:cubicBezTo>
                    <a:cubicBezTo>
                      <a:pt x="19482" y="23752"/>
                      <a:pt x="15356" y="26380"/>
                      <a:pt x="10977" y="28430"/>
                    </a:cubicBezTo>
                    <a:cubicBezTo>
                      <a:pt x="8057" y="29775"/>
                      <a:pt x="4630" y="29407"/>
                      <a:pt x="2092" y="27478"/>
                    </a:cubicBezTo>
                    <a:cubicBezTo>
                      <a:pt x="-257" y="25656"/>
                      <a:pt x="-701" y="22273"/>
                      <a:pt x="1139" y="19912"/>
                    </a:cubicBezTo>
                    <a:cubicBezTo>
                      <a:pt x="1139" y="19874"/>
                      <a:pt x="1203" y="19836"/>
                      <a:pt x="1203" y="19798"/>
                    </a:cubicBezTo>
                    <a:cubicBezTo>
                      <a:pt x="10343" y="7739"/>
                      <a:pt x="29636" y="-2986"/>
                      <a:pt x="47026" y="758"/>
                    </a:cubicBezTo>
                    <a:cubicBezTo>
                      <a:pt x="62703" y="4458"/>
                      <a:pt x="74254" y="17780"/>
                      <a:pt x="75713" y="33824"/>
                    </a:cubicBezTo>
                    <a:lnTo>
                      <a:pt x="75713" y="33824"/>
                    </a:lnTo>
                    <a:cubicBezTo>
                      <a:pt x="75777" y="36572"/>
                      <a:pt x="73746" y="38927"/>
                      <a:pt x="71017" y="39283"/>
                    </a:cubicBezTo>
                    <a:close/>
                    <a:moveTo>
                      <a:pt x="20053" y="13515"/>
                    </a:moveTo>
                    <a:cubicBezTo>
                      <a:pt x="17768" y="14968"/>
                      <a:pt x="15674" y="16650"/>
                      <a:pt x="13706" y="18529"/>
                    </a:cubicBezTo>
                    <a:lnTo>
                      <a:pt x="17133" y="15927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3" name=""/>
              <p:cNvSpPr/>
              <p:nvPr/>
            </p:nvSpPr>
            <p:spPr>
              <a:xfrm>
                <a:off x="9357875" y="2705464"/>
                <a:ext cx="66950" cy="38457"/>
              </a:xfrm>
              <a:custGeom>
                <a:avLst/>
                <a:gdLst>
                  <a:gd name="connsiteX0" fmla="*/ 66938 w 66945"/>
                  <a:gd name="connsiteY0" fmla="*/ 36506 h 38381"/>
                  <a:gd name="connsiteX1" fmla="*/ 40916 w 66945"/>
                  <a:gd name="connsiteY1" fmla="*/ 965 h 38381"/>
                  <a:gd name="connsiteX2" fmla="*/ 551 w 66945"/>
                  <a:gd name="connsiteY2" fmla="*/ 20512 h 38381"/>
                  <a:gd name="connsiteX3" fmla="*/ 1249 w 66945"/>
                  <a:gd name="connsiteY3" fmla="*/ 24758 h 38381"/>
                  <a:gd name="connsiteX4" fmla="*/ 4485 w 66945"/>
                  <a:gd name="connsiteY4" fmla="*/ 24955 h 38381"/>
                  <a:gd name="connsiteX5" fmla="*/ 40028 w 66945"/>
                  <a:gd name="connsiteY5" fmla="*/ 8263 h 38381"/>
                  <a:gd name="connsiteX6" fmla="*/ 63891 w 66945"/>
                  <a:gd name="connsiteY6" fmla="*/ 37585 h 38381"/>
                  <a:gd name="connsiteX7" fmla="*/ 66176 w 66945"/>
                  <a:gd name="connsiteY7" fmla="*/ 38144 h 38381"/>
                  <a:gd name="connsiteX8" fmla="*/ 66938 w 66945"/>
                  <a:gd name="connsiteY8" fmla="*/ 36506 h 3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945" h="38381">
                    <a:moveTo>
                      <a:pt x="66938" y="36506"/>
                    </a:moveTo>
                    <a:cubicBezTo>
                      <a:pt x="65097" y="21211"/>
                      <a:pt x="56909" y="5344"/>
                      <a:pt x="40916" y="965"/>
                    </a:cubicBezTo>
                    <a:cubicBezTo>
                      <a:pt x="24922" y="-3415"/>
                      <a:pt x="8738" y="7819"/>
                      <a:pt x="551" y="20512"/>
                    </a:cubicBezTo>
                    <a:cubicBezTo>
                      <a:pt x="-401" y="21883"/>
                      <a:pt x="-84" y="23787"/>
                      <a:pt x="1249" y="24758"/>
                    </a:cubicBezTo>
                    <a:cubicBezTo>
                      <a:pt x="2201" y="25431"/>
                      <a:pt x="3471" y="25507"/>
                      <a:pt x="4485" y="24955"/>
                    </a:cubicBezTo>
                    <a:cubicBezTo>
                      <a:pt x="17179" y="18608"/>
                      <a:pt x="23526" y="2742"/>
                      <a:pt x="40028" y="8263"/>
                    </a:cubicBezTo>
                    <a:cubicBezTo>
                      <a:pt x="53483" y="12833"/>
                      <a:pt x="58306" y="26034"/>
                      <a:pt x="63891" y="37585"/>
                    </a:cubicBezTo>
                    <a:cubicBezTo>
                      <a:pt x="64335" y="38366"/>
                      <a:pt x="65351" y="38613"/>
                      <a:pt x="66176" y="38144"/>
                    </a:cubicBezTo>
                    <a:cubicBezTo>
                      <a:pt x="66747" y="37801"/>
                      <a:pt x="67001" y="37160"/>
                      <a:pt x="66938" y="36506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4" name=""/>
              <p:cNvSpPr/>
              <p:nvPr/>
            </p:nvSpPr>
            <p:spPr>
              <a:xfrm>
                <a:off x="9353337" y="2701355"/>
                <a:ext cx="75992" cy="46757"/>
              </a:xfrm>
              <a:custGeom>
                <a:avLst/>
                <a:gdLst>
                  <a:gd name="connsiteX0" fmla="*/ 70142 w 75986"/>
                  <a:gd name="connsiteY0" fmla="*/ 46636 h 46665"/>
                  <a:gd name="connsiteX1" fmla="*/ 64304 w 75986"/>
                  <a:gd name="connsiteY1" fmla="*/ 43399 h 46665"/>
                  <a:gd name="connsiteX2" fmla="*/ 62400 w 75986"/>
                  <a:gd name="connsiteY2" fmla="*/ 39464 h 46665"/>
                  <a:gd name="connsiteX3" fmla="*/ 42979 w 75986"/>
                  <a:gd name="connsiteY3" fmla="*/ 16298 h 46665"/>
                  <a:gd name="connsiteX4" fmla="*/ 23241 w 75986"/>
                  <a:gd name="connsiteY4" fmla="*/ 23787 h 46665"/>
                  <a:gd name="connsiteX5" fmla="*/ 11119 w 75986"/>
                  <a:gd name="connsiteY5" fmla="*/ 32736 h 46665"/>
                  <a:gd name="connsiteX6" fmla="*/ 2170 w 75986"/>
                  <a:gd name="connsiteY6" fmla="*/ 31530 h 46665"/>
                  <a:gd name="connsiteX7" fmla="*/ 1154 w 75986"/>
                  <a:gd name="connsiteY7" fmla="*/ 22518 h 46665"/>
                  <a:gd name="connsiteX8" fmla="*/ 46787 w 75986"/>
                  <a:gd name="connsiteY8" fmla="*/ 1066 h 46665"/>
                  <a:gd name="connsiteX9" fmla="*/ 75982 w 75986"/>
                  <a:gd name="connsiteY9" fmla="*/ 40098 h 46665"/>
                  <a:gd name="connsiteX10" fmla="*/ 75982 w 75986"/>
                  <a:gd name="connsiteY10" fmla="*/ 40098 h 46665"/>
                  <a:gd name="connsiteX11" fmla="*/ 71349 w 75986"/>
                  <a:gd name="connsiteY11" fmla="*/ 46445 h 46665"/>
                  <a:gd name="connsiteX12" fmla="*/ 20068 w 75986"/>
                  <a:gd name="connsiteY12" fmla="*/ 14902 h 46665"/>
                  <a:gd name="connsiteX13" fmla="*/ 13721 w 75986"/>
                  <a:gd name="connsiteY13" fmla="*/ 20614 h 46665"/>
                  <a:gd name="connsiteX14" fmla="*/ 17148 w 75986"/>
                  <a:gd name="connsiteY14" fmla="*/ 17631 h 4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5986" h="46665">
                    <a:moveTo>
                      <a:pt x="70142" y="46636"/>
                    </a:moveTo>
                    <a:cubicBezTo>
                      <a:pt x="67731" y="46883"/>
                      <a:pt x="65382" y="45595"/>
                      <a:pt x="64304" y="43399"/>
                    </a:cubicBezTo>
                    <a:lnTo>
                      <a:pt x="62400" y="39464"/>
                    </a:lnTo>
                    <a:cubicBezTo>
                      <a:pt x="57640" y="29309"/>
                      <a:pt x="53134" y="19725"/>
                      <a:pt x="42979" y="16298"/>
                    </a:cubicBezTo>
                    <a:cubicBezTo>
                      <a:pt x="35172" y="13633"/>
                      <a:pt x="30286" y="17187"/>
                      <a:pt x="23241" y="23787"/>
                    </a:cubicBezTo>
                    <a:cubicBezTo>
                      <a:pt x="19623" y="27329"/>
                      <a:pt x="15561" y="30337"/>
                      <a:pt x="11119" y="32736"/>
                    </a:cubicBezTo>
                    <a:cubicBezTo>
                      <a:pt x="8199" y="34253"/>
                      <a:pt x="4581" y="33771"/>
                      <a:pt x="2170" y="31530"/>
                    </a:cubicBezTo>
                    <a:cubicBezTo>
                      <a:pt x="-306" y="29163"/>
                      <a:pt x="-686" y="25374"/>
                      <a:pt x="1154" y="22518"/>
                    </a:cubicBezTo>
                    <a:cubicBezTo>
                      <a:pt x="10166" y="8555"/>
                      <a:pt x="29334" y="-3757"/>
                      <a:pt x="46787" y="1066"/>
                    </a:cubicBezTo>
                    <a:cubicBezTo>
                      <a:pt x="65446" y="6207"/>
                      <a:pt x="74077" y="24613"/>
                      <a:pt x="75982" y="40098"/>
                    </a:cubicBezTo>
                    <a:lnTo>
                      <a:pt x="75982" y="40098"/>
                    </a:lnTo>
                    <a:cubicBezTo>
                      <a:pt x="76109" y="43030"/>
                      <a:pt x="74204" y="45652"/>
                      <a:pt x="71349" y="46445"/>
                    </a:cubicBezTo>
                    <a:close/>
                    <a:moveTo>
                      <a:pt x="20068" y="14902"/>
                    </a:moveTo>
                    <a:cubicBezTo>
                      <a:pt x="17782" y="16590"/>
                      <a:pt x="15625" y="18507"/>
                      <a:pt x="13721" y="20614"/>
                    </a:cubicBezTo>
                    <a:lnTo>
                      <a:pt x="17148" y="17631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5" name=""/>
              <p:cNvSpPr/>
              <p:nvPr/>
            </p:nvSpPr>
            <p:spPr>
              <a:xfrm>
                <a:off x="9166744" y="2570513"/>
                <a:ext cx="77137" cy="34689"/>
              </a:xfrm>
              <a:custGeom>
                <a:avLst/>
                <a:gdLst>
                  <a:gd name="connsiteX0" fmla="*/ 2536 w 77131"/>
                  <a:gd name="connsiteY0" fmla="*/ 20140 h 34621"/>
                  <a:gd name="connsiteX1" fmla="*/ 41632 w 77131"/>
                  <a:gd name="connsiteY1" fmla="*/ 16268 h 34621"/>
                  <a:gd name="connsiteX2" fmla="*/ 68288 w 77131"/>
                  <a:gd name="connsiteY2" fmla="*/ 33785 h 34621"/>
                  <a:gd name="connsiteX3" fmla="*/ 76285 w 77131"/>
                  <a:gd name="connsiteY3" fmla="*/ 31792 h 34621"/>
                  <a:gd name="connsiteX4" fmla="*/ 76856 w 77131"/>
                  <a:gd name="connsiteY4" fmla="*/ 26994 h 34621"/>
                  <a:gd name="connsiteX5" fmla="*/ 252 w 77131"/>
                  <a:gd name="connsiteY5" fmla="*/ 17030 h 34621"/>
                  <a:gd name="connsiteX6" fmla="*/ 1203 w 77131"/>
                  <a:gd name="connsiteY6" fmla="*/ 19936 h 34621"/>
                  <a:gd name="connsiteX7" fmla="*/ 2536 w 77131"/>
                  <a:gd name="connsiteY7" fmla="*/ 20140 h 3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31" h="34621">
                    <a:moveTo>
                      <a:pt x="2536" y="20140"/>
                    </a:moveTo>
                    <a:cubicBezTo>
                      <a:pt x="15928" y="16522"/>
                      <a:pt x="27352" y="11318"/>
                      <a:pt x="41632" y="16268"/>
                    </a:cubicBezTo>
                    <a:cubicBezTo>
                      <a:pt x="52167" y="19886"/>
                      <a:pt x="59022" y="28073"/>
                      <a:pt x="68288" y="33785"/>
                    </a:cubicBezTo>
                    <a:cubicBezTo>
                      <a:pt x="71080" y="35448"/>
                      <a:pt x="74635" y="34553"/>
                      <a:pt x="76285" y="31792"/>
                    </a:cubicBezTo>
                    <a:cubicBezTo>
                      <a:pt x="77174" y="30345"/>
                      <a:pt x="77363" y="28600"/>
                      <a:pt x="76856" y="26994"/>
                    </a:cubicBezTo>
                    <a:cubicBezTo>
                      <a:pt x="64670" y="-4739"/>
                      <a:pt x="17832" y="-9055"/>
                      <a:pt x="252" y="17030"/>
                    </a:cubicBezTo>
                    <a:cubicBezTo>
                      <a:pt x="-320" y="18089"/>
                      <a:pt x="125" y="19391"/>
                      <a:pt x="1203" y="19936"/>
                    </a:cubicBezTo>
                    <a:cubicBezTo>
                      <a:pt x="1584" y="20146"/>
                      <a:pt x="2092" y="20216"/>
                      <a:pt x="2536" y="2014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6" name=""/>
              <p:cNvSpPr/>
              <p:nvPr/>
            </p:nvSpPr>
            <p:spPr>
              <a:xfrm rot="17251800">
                <a:off x="9130646" y="2681392"/>
                <a:ext cx="40318" cy="70962"/>
              </a:xfrm>
              <a:custGeom>
                <a:avLst/>
                <a:gdLst>
                  <a:gd name="connsiteX0" fmla="*/ 40239 w 40238"/>
                  <a:gd name="connsiteY0" fmla="*/ 35478 h 70956"/>
                  <a:gd name="connsiteX1" fmla="*/ 20120 w 40238"/>
                  <a:gd name="connsiteY1" fmla="*/ 70956 h 70956"/>
                  <a:gd name="connsiteX2" fmla="*/ 0 w 40238"/>
                  <a:gd name="connsiteY2" fmla="*/ 35478 h 70956"/>
                  <a:gd name="connsiteX3" fmla="*/ 20120 w 40238"/>
                  <a:gd name="connsiteY3" fmla="*/ 0 h 70956"/>
                  <a:gd name="connsiteX4" fmla="*/ 40239 w 40238"/>
                  <a:gd name="connsiteY4" fmla="*/ 35478 h 7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38" h="70956">
                    <a:moveTo>
                      <a:pt x="40239" y="35478"/>
                    </a:moveTo>
                    <a:cubicBezTo>
                      <a:pt x="40239" y="55072"/>
                      <a:pt x="31231" y="70956"/>
                      <a:pt x="20120" y="70956"/>
                    </a:cubicBezTo>
                    <a:cubicBezTo>
                      <a:pt x="9008" y="70956"/>
                      <a:pt x="0" y="55072"/>
                      <a:pt x="0" y="35478"/>
                    </a:cubicBezTo>
                    <a:cubicBezTo>
                      <a:pt x="0" y="15884"/>
                      <a:pt x="9008" y="0"/>
                      <a:pt x="20120" y="0"/>
                    </a:cubicBezTo>
                    <a:cubicBezTo>
                      <a:pt x="31231" y="0"/>
                      <a:pt x="40239" y="15884"/>
                      <a:pt x="40239" y="35478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7" name=""/>
              <p:cNvSpPr/>
              <p:nvPr/>
            </p:nvSpPr>
            <p:spPr>
              <a:xfrm rot="21331800">
                <a:off x="9423715" y="2749478"/>
                <a:ext cx="70962" cy="40318"/>
              </a:xfrm>
              <a:custGeom>
                <a:avLst/>
                <a:gdLst>
                  <a:gd name="connsiteX0" fmla="*/ 70957 w 70956"/>
                  <a:gd name="connsiteY0" fmla="*/ 20119 h 40238"/>
                  <a:gd name="connsiteX1" fmla="*/ 35479 w 70956"/>
                  <a:gd name="connsiteY1" fmla="*/ 40238 h 40238"/>
                  <a:gd name="connsiteX2" fmla="*/ 1 w 70956"/>
                  <a:gd name="connsiteY2" fmla="*/ 20119 h 40238"/>
                  <a:gd name="connsiteX3" fmla="*/ 35479 w 70956"/>
                  <a:gd name="connsiteY3" fmla="*/ 0 h 40238"/>
                  <a:gd name="connsiteX4" fmla="*/ 70957 w 70956"/>
                  <a:gd name="connsiteY4" fmla="*/ 20119 h 4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956" h="40238">
                    <a:moveTo>
                      <a:pt x="70957" y="20119"/>
                    </a:moveTo>
                    <a:cubicBezTo>
                      <a:pt x="70957" y="31230"/>
                      <a:pt x="55073" y="40238"/>
                      <a:pt x="35479" y="40238"/>
                    </a:cubicBezTo>
                    <a:cubicBezTo>
                      <a:pt x="15885" y="40238"/>
                      <a:pt x="1" y="31231"/>
                      <a:pt x="1" y="20119"/>
                    </a:cubicBezTo>
                    <a:cubicBezTo>
                      <a:pt x="1" y="9008"/>
                      <a:pt x="15885" y="0"/>
                      <a:pt x="35479" y="0"/>
                    </a:cubicBezTo>
                    <a:cubicBezTo>
                      <a:pt x="55073" y="0"/>
                      <a:pt x="70957" y="9008"/>
                      <a:pt x="70957" y="20119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8" name=""/>
              <p:cNvSpPr/>
              <p:nvPr/>
            </p:nvSpPr>
            <p:spPr>
              <a:xfrm>
                <a:off x="9217321" y="2818869"/>
                <a:ext cx="115511" cy="77463"/>
              </a:xfrm>
              <a:custGeom>
                <a:avLst/>
                <a:gdLst>
                  <a:gd name="connsiteX0" fmla="*/ 114437 w 115502"/>
                  <a:gd name="connsiteY0" fmla="*/ 8117 h 77310"/>
                  <a:gd name="connsiteX1" fmla="*/ 68297 w 115502"/>
                  <a:gd name="connsiteY1" fmla="*/ 76248 h 77310"/>
                  <a:gd name="connsiteX2" fmla="*/ 197 w 115502"/>
                  <a:gd name="connsiteY2" fmla="*/ 30140 h 77310"/>
                  <a:gd name="connsiteX3" fmla="*/ 197 w 115502"/>
                  <a:gd name="connsiteY3" fmla="*/ 30140 h 77310"/>
                  <a:gd name="connsiteX4" fmla="*/ 8003 w 115502"/>
                  <a:gd name="connsiteY4" fmla="*/ 18417 h 77310"/>
                  <a:gd name="connsiteX5" fmla="*/ 8130 w 115502"/>
                  <a:gd name="connsiteY5" fmla="*/ 18398 h 77310"/>
                  <a:gd name="connsiteX6" fmla="*/ 102125 w 115502"/>
                  <a:gd name="connsiteY6" fmla="*/ 183 h 77310"/>
                  <a:gd name="connsiteX7" fmla="*/ 113867 w 115502"/>
                  <a:gd name="connsiteY7" fmla="*/ 8117 h 77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5502" h="77310">
                    <a:moveTo>
                      <a:pt x="114437" y="8117"/>
                    </a:moveTo>
                    <a:cubicBezTo>
                      <a:pt x="120530" y="39666"/>
                      <a:pt x="99903" y="70168"/>
                      <a:pt x="68297" y="76248"/>
                    </a:cubicBezTo>
                    <a:cubicBezTo>
                      <a:pt x="36754" y="82329"/>
                      <a:pt x="6290" y="61689"/>
                      <a:pt x="197" y="30140"/>
                    </a:cubicBezTo>
                    <a:lnTo>
                      <a:pt x="197" y="30140"/>
                    </a:lnTo>
                    <a:cubicBezTo>
                      <a:pt x="-882" y="24745"/>
                      <a:pt x="2609" y="19496"/>
                      <a:pt x="8003" y="18417"/>
                    </a:cubicBezTo>
                    <a:cubicBezTo>
                      <a:pt x="8067" y="18411"/>
                      <a:pt x="8067" y="18405"/>
                      <a:pt x="8130" y="18398"/>
                    </a:cubicBezTo>
                    <a:lnTo>
                      <a:pt x="102125" y="183"/>
                    </a:lnTo>
                    <a:cubicBezTo>
                      <a:pt x="107583" y="-864"/>
                      <a:pt x="112787" y="2684"/>
                      <a:pt x="113867" y="8117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9" name=""/>
              <p:cNvSpPr/>
              <p:nvPr/>
            </p:nvSpPr>
            <p:spPr>
              <a:xfrm>
                <a:off x="9258331" y="2874315"/>
                <a:ext cx="61313" cy="21634"/>
              </a:xfrm>
              <a:custGeom>
                <a:avLst/>
                <a:gdLst>
                  <a:gd name="connsiteX0" fmla="*/ 1 w 61308"/>
                  <a:gd name="connsiteY0" fmla="*/ 19104 h 21591"/>
                  <a:gd name="connsiteX1" fmla="*/ 27292 w 61308"/>
                  <a:gd name="connsiteY1" fmla="*/ 20563 h 21591"/>
                  <a:gd name="connsiteX2" fmla="*/ 61310 w 61308"/>
                  <a:gd name="connsiteY2" fmla="*/ 0 h 21591"/>
                  <a:gd name="connsiteX3" fmla="*/ 1 w 61308"/>
                  <a:gd name="connsiteY3" fmla="*/ 19104 h 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08" h="21591">
                    <a:moveTo>
                      <a:pt x="1" y="19104"/>
                    </a:moveTo>
                    <a:cubicBezTo>
                      <a:pt x="8822" y="21820"/>
                      <a:pt x="18216" y="22321"/>
                      <a:pt x="27292" y="20563"/>
                    </a:cubicBezTo>
                    <a:cubicBezTo>
                      <a:pt x="40683" y="17955"/>
                      <a:pt x="52742" y="10669"/>
                      <a:pt x="61310" y="0"/>
                    </a:cubicBezTo>
                    <a:cubicBezTo>
                      <a:pt x="39668" y="1428"/>
                      <a:pt x="18660" y="7972"/>
                      <a:pt x="1" y="19104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0" name=""/>
              <p:cNvSpPr/>
              <p:nvPr/>
            </p:nvSpPr>
            <p:spPr>
              <a:xfrm>
                <a:off x="9257442" y="2854672"/>
                <a:ext cx="70581" cy="41502"/>
              </a:xfrm>
              <a:custGeom>
                <a:avLst/>
                <a:gdLst>
                  <a:gd name="connsiteX0" fmla="*/ 10156 w 70575"/>
                  <a:gd name="connsiteY0" fmla="*/ 18842 h 41420"/>
                  <a:gd name="connsiteX1" fmla="*/ 1 w 70575"/>
                  <a:gd name="connsiteY1" fmla="*/ 38771 h 41420"/>
                  <a:gd name="connsiteX2" fmla="*/ 28180 w 70575"/>
                  <a:gd name="connsiteY2" fmla="*/ 40357 h 41420"/>
                  <a:gd name="connsiteX3" fmla="*/ 70576 w 70575"/>
                  <a:gd name="connsiteY3" fmla="*/ 5704 h 41420"/>
                  <a:gd name="connsiteX4" fmla="*/ 44808 w 70575"/>
                  <a:gd name="connsiteY4" fmla="*/ 56 h 41420"/>
                  <a:gd name="connsiteX5" fmla="*/ 10156 w 70575"/>
                  <a:gd name="connsiteY5" fmla="*/ 18842 h 41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575" h="41420">
                    <a:moveTo>
                      <a:pt x="10156" y="18842"/>
                    </a:moveTo>
                    <a:cubicBezTo>
                      <a:pt x="5840" y="24954"/>
                      <a:pt x="2413" y="31669"/>
                      <a:pt x="1" y="38771"/>
                    </a:cubicBezTo>
                    <a:cubicBezTo>
                      <a:pt x="9140" y="41646"/>
                      <a:pt x="18787" y="42191"/>
                      <a:pt x="28180" y="40357"/>
                    </a:cubicBezTo>
                    <a:cubicBezTo>
                      <a:pt x="47220" y="36676"/>
                      <a:pt x="63151" y="23653"/>
                      <a:pt x="70576" y="5704"/>
                    </a:cubicBezTo>
                    <a:cubicBezTo>
                      <a:pt x="62643" y="1585"/>
                      <a:pt x="53758" y="-363"/>
                      <a:pt x="44808" y="56"/>
                    </a:cubicBezTo>
                    <a:cubicBezTo>
                      <a:pt x="30910" y="494"/>
                      <a:pt x="18089" y="7456"/>
                      <a:pt x="10156" y="18842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3" name=""/>
              <p:cNvSpPr/>
              <p:nvPr/>
            </p:nvSpPr>
            <p:spPr>
              <a:xfrm>
                <a:off x="5749602" y="1434454"/>
                <a:ext cx="451411" cy="221365"/>
              </a:xfrm>
              <a:custGeom>
                <a:avLst/>
                <a:gdLst>
                  <a:gd name="connsiteX0" fmla="*/ 0 w 451376"/>
                  <a:gd name="connsiteY0" fmla="*/ 181706 h 220928"/>
                  <a:gd name="connsiteX1" fmla="*/ 146482 w 451376"/>
                  <a:gd name="connsiteY1" fmla="*/ 220928 h 220928"/>
                  <a:gd name="connsiteX2" fmla="*/ 451377 w 451376"/>
                  <a:gd name="connsiteY2" fmla="*/ 0 h 220928"/>
                  <a:gd name="connsiteX3" fmla="*/ 0 w 451376"/>
                  <a:gd name="connsiteY3" fmla="*/ 181706 h 22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376" h="220928">
                    <a:moveTo>
                      <a:pt x="0" y="181706"/>
                    </a:moveTo>
                    <a:lnTo>
                      <a:pt x="146482" y="220928"/>
                    </a:lnTo>
                    <a:lnTo>
                      <a:pt x="451377" y="0"/>
                    </a:lnTo>
                    <a:lnTo>
                      <a:pt x="0" y="181706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4" name=""/>
              <p:cNvSpPr/>
              <p:nvPr/>
            </p:nvSpPr>
            <p:spPr>
              <a:xfrm>
                <a:off x="5896096" y="1434454"/>
                <a:ext cx="304919" cy="361268"/>
              </a:xfrm>
              <a:custGeom>
                <a:avLst/>
                <a:gdLst>
                  <a:gd name="connsiteX0" fmla="*/ 40873 w 304895"/>
                  <a:gd name="connsiteY0" fmla="*/ 360556 h 360555"/>
                  <a:gd name="connsiteX1" fmla="*/ 0 w 304895"/>
                  <a:gd name="connsiteY1" fmla="*/ 220928 h 360555"/>
                  <a:gd name="connsiteX2" fmla="*/ 304895 w 304895"/>
                  <a:gd name="connsiteY2" fmla="*/ 0 h 360555"/>
                  <a:gd name="connsiteX3" fmla="*/ 198906 w 304895"/>
                  <a:gd name="connsiteY3" fmla="*/ 252281 h 360555"/>
                  <a:gd name="connsiteX4" fmla="*/ 40873 w 304895"/>
                  <a:gd name="connsiteY4" fmla="*/ 360556 h 36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95" h="360555">
                    <a:moveTo>
                      <a:pt x="40873" y="360556"/>
                    </a:moveTo>
                    <a:lnTo>
                      <a:pt x="0" y="220928"/>
                    </a:lnTo>
                    <a:lnTo>
                      <a:pt x="304895" y="0"/>
                    </a:lnTo>
                    <a:lnTo>
                      <a:pt x="198906" y="252281"/>
                    </a:lnTo>
                    <a:lnTo>
                      <a:pt x="40873" y="36055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5" name=""/>
              <p:cNvSpPr/>
              <p:nvPr/>
            </p:nvSpPr>
            <p:spPr>
              <a:xfrm>
                <a:off x="6003998" y="1434454"/>
                <a:ext cx="197016" cy="267406"/>
              </a:xfrm>
              <a:custGeom>
                <a:avLst/>
                <a:gdLst>
                  <a:gd name="connsiteX0" fmla="*/ 183356 w 197001"/>
                  <a:gd name="connsiteY0" fmla="*/ 266878 h 266878"/>
                  <a:gd name="connsiteX1" fmla="*/ 0 w 197001"/>
                  <a:gd name="connsiteY1" fmla="*/ 237938 h 266878"/>
                  <a:gd name="connsiteX2" fmla="*/ 197001 w 197001"/>
                  <a:gd name="connsiteY2" fmla="*/ 0 h 266878"/>
                  <a:gd name="connsiteX3" fmla="*/ 183356 w 197001"/>
                  <a:gd name="connsiteY3" fmla="*/ 266878 h 26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01" h="266878">
                    <a:moveTo>
                      <a:pt x="183356" y="266878"/>
                    </a:moveTo>
                    <a:lnTo>
                      <a:pt x="0" y="237938"/>
                    </a:lnTo>
                    <a:lnTo>
                      <a:pt x="197001" y="0"/>
                    </a:lnTo>
                    <a:lnTo>
                      <a:pt x="183356" y="26687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6" name=""/>
              <p:cNvSpPr/>
              <p:nvPr/>
            </p:nvSpPr>
            <p:spPr>
              <a:xfrm>
                <a:off x="5936972" y="1672863"/>
                <a:ext cx="158044" cy="122860"/>
              </a:xfrm>
              <a:custGeom>
                <a:avLst/>
                <a:gdLst>
                  <a:gd name="connsiteX0" fmla="*/ 0 w 158032"/>
                  <a:gd name="connsiteY0" fmla="*/ 122618 h 122618"/>
                  <a:gd name="connsiteX1" fmla="*/ 67021 w 158032"/>
                  <a:gd name="connsiteY1" fmla="*/ 0 h 122618"/>
                  <a:gd name="connsiteX2" fmla="*/ 158033 w 158032"/>
                  <a:gd name="connsiteY2" fmla="*/ 14344 h 122618"/>
                  <a:gd name="connsiteX3" fmla="*/ 0 w 158032"/>
                  <a:gd name="connsiteY3" fmla="*/ 122618 h 12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032" h="122618">
                    <a:moveTo>
                      <a:pt x="0" y="122618"/>
                    </a:moveTo>
                    <a:lnTo>
                      <a:pt x="67021" y="0"/>
                    </a:lnTo>
                    <a:lnTo>
                      <a:pt x="158033" y="14344"/>
                    </a:lnTo>
                    <a:lnTo>
                      <a:pt x="0" y="12261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7" name=""/>
              <p:cNvSpPr/>
              <p:nvPr/>
            </p:nvSpPr>
            <p:spPr>
              <a:xfrm>
                <a:off x="11985781" y="3174280"/>
                <a:ext cx="205966" cy="100984"/>
              </a:xfrm>
              <a:custGeom>
                <a:avLst/>
                <a:gdLst>
                  <a:gd name="connsiteX0" fmla="*/ 205951 w 205950"/>
                  <a:gd name="connsiteY0" fmla="*/ 82888 h 100785"/>
                  <a:gd name="connsiteX1" fmla="*/ 139120 w 205950"/>
                  <a:gd name="connsiteY1" fmla="*/ 100785 h 100785"/>
                  <a:gd name="connsiteX2" fmla="*/ 0 w 205950"/>
                  <a:gd name="connsiteY2" fmla="*/ 0 h 100785"/>
                  <a:gd name="connsiteX3" fmla="*/ 205951 w 205950"/>
                  <a:gd name="connsiteY3" fmla="*/ 82888 h 10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950" h="100785">
                    <a:moveTo>
                      <a:pt x="205951" y="82888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205951" y="8288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8" name=""/>
              <p:cNvSpPr/>
              <p:nvPr/>
            </p:nvSpPr>
            <p:spPr>
              <a:xfrm>
                <a:off x="11985781" y="3174280"/>
                <a:ext cx="139130" cy="164831"/>
              </a:xfrm>
              <a:custGeom>
                <a:avLst/>
                <a:gdLst>
                  <a:gd name="connsiteX0" fmla="*/ 120460 w 139119"/>
                  <a:gd name="connsiteY0" fmla="*/ 164506 h 164506"/>
                  <a:gd name="connsiteX1" fmla="*/ 139120 w 139119"/>
                  <a:gd name="connsiteY1" fmla="*/ 100785 h 164506"/>
                  <a:gd name="connsiteX2" fmla="*/ 0 w 139119"/>
                  <a:gd name="connsiteY2" fmla="*/ 0 h 164506"/>
                  <a:gd name="connsiteX3" fmla="*/ 48362 w 139119"/>
                  <a:gd name="connsiteY3" fmla="*/ 115129 h 164506"/>
                  <a:gd name="connsiteX4" fmla="*/ 120460 w 139119"/>
                  <a:gd name="connsiteY4" fmla="*/ 164506 h 16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119" h="164506">
                    <a:moveTo>
                      <a:pt x="120460" y="164506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48362" y="115129"/>
                    </a:lnTo>
                    <a:lnTo>
                      <a:pt x="120460" y="16450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9" name=""/>
              <p:cNvSpPr/>
              <p:nvPr/>
            </p:nvSpPr>
            <p:spPr>
              <a:xfrm>
                <a:off x="11985781" y="3174280"/>
                <a:ext cx="89939" cy="122033"/>
              </a:xfrm>
              <a:custGeom>
                <a:avLst/>
                <a:gdLst>
                  <a:gd name="connsiteX0" fmla="*/ 6220 w 89932"/>
                  <a:gd name="connsiteY0" fmla="*/ 121793 h 121792"/>
                  <a:gd name="connsiteX1" fmla="*/ 89933 w 89932"/>
                  <a:gd name="connsiteY1" fmla="*/ 108529 h 121792"/>
                  <a:gd name="connsiteX2" fmla="*/ 0 w 89932"/>
                  <a:gd name="connsiteY2" fmla="*/ 0 h 121792"/>
                  <a:gd name="connsiteX3" fmla="*/ 6220 w 89932"/>
                  <a:gd name="connsiteY3" fmla="*/ 121793 h 12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932" h="121792">
                    <a:moveTo>
                      <a:pt x="6220" y="121793"/>
                    </a:moveTo>
                    <a:lnTo>
                      <a:pt x="89933" y="108529"/>
                    </a:lnTo>
                    <a:lnTo>
                      <a:pt x="0" y="0"/>
                    </a:lnTo>
                    <a:lnTo>
                      <a:pt x="6220" y="12179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0" name=""/>
              <p:cNvSpPr/>
              <p:nvPr/>
            </p:nvSpPr>
            <p:spPr>
              <a:xfrm>
                <a:off x="12034147" y="3283023"/>
                <a:ext cx="72104" cy="56088"/>
              </a:xfrm>
              <a:custGeom>
                <a:avLst/>
                <a:gdLst>
                  <a:gd name="connsiteX0" fmla="*/ 72098 w 72098"/>
                  <a:gd name="connsiteY0" fmla="*/ 55978 h 55977"/>
                  <a:gd name="connsiteX1" fmla="*/ 41571 w 72098"/>
                  <a:gd name="connsiteY1" fmla="*/ 0 h 55977"/>
                  <a:gd name="connsiteX2" fmla="*/ 0 w 72098"/>
                  <a:gd name="connsiteY2" fmla="*/ 6600 h 55977"/>
                  <a:gd name="connsiteX3" fmla="*/ 72098 w 72098"/>
                  <a:gd name="connsiteY3" fmla="*/ 55978 h 5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098" h="55977">
                    <a:moveTo>
                      <a:pt x="72098" y="55978"/>
                    </a:moveTo>
                    <a:lnTo>
                      <a:pt x="41571" y="0"/>
                    </a:lnTo>
                    <a:lnTo>
                      <a:pt x="0" y="6600"/>
                    </a:lnTo>
                    <a:lnTo>
                      <a:pt x="72098" y="5597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1" name=""/>
              <p:cNvSpPr/>
              <p:nvPr/>
            </p:nvSpPr>
            <p:spPr>
              <a:xfrm>
                <a:off x="5010473" y="2643474"/>
                <a:ext cx="323262" cy="226262"/>
              </a:xfrm>
              <a:custGeom>
                <a:avLst/>
                <a:gdLst>
                  <a:gd name="connsiteX0" fmla="*/ 323237 w 323237"/>
                  <a:gd name="connsiteY0" fmla="*/ 197763 h 225815"/>
                  <a:gd name="connsiteX1" fmla="*/ 218326 w 323237"/>
                  <a:gd name="connsiteY1" fmla="*/ 225815 h 225815"/>
                  <a:gd name="connsiteX2" fmla="*/ 0 w 323237"/>
                  <a:gd name="connsiteY2" fmla="*/ 0 h 225815"/>
                  <a:gd name="connsiteX3" fmla="*/ 323237 w 323237"/>
                  <a:gd name="connsiteY3" fmla="*/ 197763 h 22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237" h="225815">
                    <a:moveTo>
                      <a:pt x="323237" y="197763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323237" y="19776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2" name=""/>
              <p:cNvSpPr/>
              <p:nvPr/>
            </p:nvSpPr>
            <p:spPr>
              <a:xfrm>
                <a:off x="5010473" y="2643474"/>
                <a:ext cx="218343" cy="326483"/>
              </a:xfrm>
              <a:custGeom>
                <a:avLst/>
                <a:gdLst>
                  <a:gd name="connsiteX0" fmla="*/ 164443 w 218326"/>
                  <a:gd name="connsiteY0" fmla="*/ 325839 h 325839"/>
                  <a:gd name="connsiteX1" fmla="*/ 218326 w 218326"/>
                  <a:gd name="connsiteY1" fmla="*/ 225815 h 325839"/>
                  <a:gd name="connsiteX2" fmla="*/ 0 w 218326"/>
                  <a:gd name="connsiteY2" fmla="*/ 0 h 325839"/>
                  <a:gd name="connsiteX3" fmla="*/ 75906 w 218326"/>
                  <a:gd name="connsiteY3" fmla="*/ 248346 h 325839"/>
                  <a:gd name="connsiteX4" fmla="*/ 164443 w 218326"/>
                  <a:gd name="connsiteY4" fmla="*/ 325839 h 32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326" h="325839">
                    <a:moveTo>
                      <a:pt x="164443" y="325839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75906" y="248346"/>
                    </a:lnTo>
                    <a:lnTo>
                      <a:pt x="164443" y="325839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3" name=""/>
              <p:cNvSpPr/>
              <p:nvPr/>
            </p:nvSpPr>
            <p:spPr>
              <a:xfrm>
                <a:off x="5010473" y="2643474"/>
                <a:ext cx="141097" cy="259266"/>
              </a:xfrm>
              <a:custGeom>
                <a:avLst/>
                <a:gdLst>
                  <a:gd name="connsiteX0" fmla="*/ 9710 w 141086"/>
                  <a:gd name="connsiteY0" fmla="*/ 258755 h 258754"/>
                  <a:gd name="connsiteX1" fmla="*/ 141087 w 141086"/>
                  <a:gd name="connsiteY1" fmla="*/ 238001 h 258754"/>
                  <a:gd name="connsiteX2" fmla="*/ 0 w 141086"/>
                  <a:gd name="connsiteY2" fmla="*/ 0 h 258754"/>
                  <a:gd name="connsiteX3" fmla="*/ 9710 w 141086"/>
                  <a:gd name="connsiteY3" fmla="*/ 258755 h 258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86" h="258754">
                    <a:moveTo>
                      <a:pt x="9710" y="258755"/>
                    </a:moveTo>
                    <a:lnTo>
                      <a:pt x="141087" y="238001"/>
                    </a:lnTo>
                    <a:lnTo>
                      <a:pt x="0" y="0"/>
                    </a:lnTo>
                    <a:lnTo>
                      <a:pt x="9710" y="258755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4" name=""/>
              <p:cNvSpPr/>
              <p:nvPr/>
            </p:nvSpPr>
            <p:spPr>
              <a:xfrm>
                <a:off x="5086385" y="2881946"/>
                <a:ext cx="88543" cy="88012"/>
              </a:xfrm>
              <a:custGeom>
                <a:avLst/>
                <a:gdLst>
                  <a:gd name="connsiteX0" fmla="*/ 88536 w 88536"/>
                  <a:gd name="connsiteY0" fmla="*/ 87838 h 87838"/>
                  <a:gd name="connsiteX1" fmla="*/ 65181 w 88536"/>
                  <a:gd name="connsiteY1" fmla="*/ 0 h 87838"/>
                  <a:gd name="connsiteX2" fmla="*/ 0 w 88536"/>
                  <a:gd name="connsiteY2" fmla="*/ 10345 h 87838"/>
                  <a:gd name="connsiteX3" fmla="*/ 88536 w 88536"/>
                  <a:gd name="connsiteY3" fmla="*/ 87838 h 8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36" h="87838">
                    <a:moveTo>
                      <a:pt x="88536" y="87838"/>
                    </a:moveTo>
                    <a:lnTo>
                      <a:pt x="65181" y="0"/>
                    </a:lnTo>
                    <a:lnTo>
                      <a:pt x="0" y="10345"/>
                    </a:lnTo>
                    <a:lnTo>
                      <a:pt x="88536" y="8783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5" name=""/>
              <p:cNvSpPr/>
              <p:nvPr/>
            </p:nvSpPr>
            <p:spPr>
              <a:xfrm>
                <a:off x="1" y="4202936"/>
                <a:ext cx="6626149" cy="2558911"/>
              </a:xfrm>
              <a:custGeom>
                <a:avLst/>
                <a:gdLst>
                  <a:gd name="connsiteX0" fmla="*/ 4072485 w 6625631"/>
                  <a:gd name="connsiteY0" fmla="*/ 523 h 2553861"/>
                  <a:gd name="connsiteX1" fmla="*/ 2492158 w 6625631"/>
                  <a:gd name="connsiteY1" fmla="*/ 705641 h 2553861"/>
                  <a:gd name="connsiteX2" fmla="*/ 960066 w 6625631"/>
                  <a:gd name="connsiteY2" fmla="*/ 195112 h 2553861"/>
                  <a:gd name="connsiteX3" fmla="*/ 473782 w 6625631"/>
                  <a:gd name="connsiteY3" fmla="*/ 170805 h 2553861"/>
                  <a:gd name="connsiteX4" fmla="*/ 363413 w 6625631"/>
                  <a:gd name="connsiteY4" fmla="*/ 189528 h 2553861"/>
                  <a:gd name="connsiteX5" fmla="*/ 359478 w 6625631"/>
                  <a:gd name="connsiteY5" fmla="*/ 194224 h 2553861"/>
                  <a:gd name="connsiteX6" fmla="*/ 1 w 6625631"/>
                  <a:gd name="connsiteY6" fmla="*/ 530980 h 2553861"/>
                  <a:gd name="connsiteX7" fmla="*/ 1567952 w 6625631"/>
                  <a:gd name="connsiteY7" fmla="*/ 1037002 h 2553861"/>
                  <a:gd name="connsiteX8" fmla="*/ 3756356 w 6625631"/>
                  <a:gd name="connsiteY8" fmla="*/ 2553862 h 2553861"/>
                  <a:gd name="connsiteX9" fmla="*/ 6625633 w 6625631"/>
                  <a:gd name="connsiteY9" fmla="*/ 803126 h 2553861"/>
                  <a:gd name="connsiteX10" fmla="*/ 4072485 w 6625631"/>
                  <a:gd name="connsiteY10" fmla="*/ 523 h 255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25631" h="2553861">
                    <a:moveTo>
                      <a:pt x="4072485" y="523"/>
                    </a:moveTo>
                    <a:cubicBezTo>
                      <a:pt x="4072485" y="523"/>
                      <a:pt x="2808033" y="195049"/>
                      <a:pt x="2492158" y="705641"/>
                    </a:cubicBezTo>
                    <a:lnTo>
                      <a:pt x="960066" y="195112"/>
                    </a:lnTo>
                    <a:cubicBezTo>
                      <a:pt x="800853" y="157121"/>
                      <a:pt x="635990" y="148877"/>
                      <a:pt x="473782" y="170805"/>
                    </a:cubicBezTo>
                    <a:cubicBezTo>
                      <a:pt x="442556" y="175057"/>
                      <a:pt x="404666" y="181340"/>
                      <a:pt x="363413" y="189528"/>
                    </a:cubicBezTo>
                    <a:cubicBezTo>
                      <a:pt x="362080" y="191051"/>
                      <a:pt x="360811" y="192637"/>
                      <a:pt x="359478" y="194224"/>
                    </a:cubicBezTo>
                    <a:cubicBezTo>
                      <a:pt x="252028" y="319064"/>
                      <a:pt x="132266" y="434066"/>
                      <a:pt x="1" y="530980"/>
                    </a:cubicBezTo>
                    <a:cubicBezTo>
                      <a:pt x="257233" y="662737"/>
                      <a:pt x="926047" y="784403"/>
                      <a:pt x="1567952" y="1037002"/>
                    </a:cubicBezTo>
                    <a:cubicBezTo>
                      <a:pt x="2138583" y="1261548"/>
                      <a:pt x="2926462" y="1683476"/>
                      <a:pt x="3756356" y="2553862"/>
                    </a:cubicBezTo>
                    <a:cubicBezTo>
                      <a:pt x="4483979" y="1658819"/>
                      <a:pt x="5496893" y="1040778"/>
                      <a:pt x="6625633" y="803126"/>
                    </a:cubicBezTo>
                    <a:cubicBezTo>
                      <a:pt x="6625633" y="803126"/>
                      <a:pt x="4558769" y="-23721"/>
                      <a:pt x="4072485" y="5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6" name=""/>
              <p:cNvSpPr/>
              <p:nvPr/>
            </p:nvSpPr>
            <p:spPr>
              <a:xfrm>
                <a:off x="211997" y="4228459"/>
                <a:ext cx="6019866" cy="2345027"/>
              </a:xfrm>
              <a:custGeom>
                <a:avLst/>
                <a:gdLst>
                  <a:gd name="connsiteX0" fmla="*/ 3699807 w 6019395"/>
                  <a:gd name="connsiteY0" fmla="*/ 437 h 2340399"/>
                  <a:gd name="connsiteX1" fmla="*/ 2445192 w 6019395"/>
                  <a:gd name="connsiteY1" fmla="*/ 735892 h 2340399"/>
                  <a:gd name="connsiteX2" fmla="*/ 872101 w 6019395"/>
                  <a:gd name="connsiteY2" fmla="*/ 164690 h 2340399"/>
                  <a:gd name="connsiteX3" fmla="*/ 430434 w 6019395"/>
                  <a:gd name="connsiteY3" fmla="*/ 144507 h 2340399"/>
                  <a:gd name="connsiteX4" fmla="*/ 330220 w 6019395"/>
                  <a:gd name="connsiteY4" fmla="*/ 160310 h 2340399"/>
                  <a:gd name="connsiteX5" fmla="*/ 326602 w 6019395"/>
                  <a:gd name="connsiteY5" fmla="*/ 164309 h 2340399"/>
                  <a:gd name="connsiteX6" fmla="*/ 1 w 6019395"/>
                  <a:gd name="connsiteY6" fmla="*/ 448894 h 2340399"/>
                  <a:gd name="connsiteX7" fmla="*/ 1424390 w 6019395"/>
                  <a:gd name="connsiteY7" fmla="*/ 876281 h 2340399"/>
                  <a:gd name="connsiteX8" fmla="*/ 3539362 w 6019395"/>
                  <a:gd name="connsiteY8" fmla="*/ 2340399 h 2340399"/>
                  <a:gd name="connsiteX9" fmla="*/ 4442624 w 6019395"/>
                  <a:gd name="connsiteY9" fmla="*/ 1364596 h 2340399"/>
                  <a:gd name="connsiteX10" fmla="*/ 6019397 w 6019395"/>
                  <a:gd name="connsiteY10" fmla="*/ 678772 h 2340399"/>
                  <a:gd name="connsiteX11" fmla="*/ 3699807 w 6019395"/>
                  <a:gd name="connsiteY11" fmla="*/ 437 h 234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19395" h="2340399">
                    <a:moveTo>
                      <a:pt x="3699807" y="437"/>
                    </a:moveTo>
                    <a:cubicBezTo>
                      <a:pt x="3212939" y="103126"/>
                      <a:pt x="2772631" y="361234"/>
                      <a:pt x="2445192" y="735892"/>
                    </a:cubicBezTo>
                    <a:lnTo>
                      <a:pt x="872101" y="164690"/>
                    </a:lnTo>
                    <a:cubicBezTo>
                      <a:pt x="727123" y="132696"/>
                      <a:pt x="577722" y="125867"/>
                      <a:pt x="430434" y="144507"/>
                    </a:cubicBezTo>
                    <a:cubicBezTo>
                      <a:pt x="402064" y="148061"/>
                      <a:pt x="367665" y="153392"/>
                      <a:pt x="330220" y="160310"/>
                    </a:cubicBezTo>
                    <a:lnTo>
                      <a:pt x="326602" y="164309"/>
                    </a:lnTo>
                    <a:cubicBezTo>
                      <a:pt x="228791" y="271162"/>
                      <a:pt x="119230" y="366622"/>
                      <a:pt x="1" y="448894"/>
                    </a:cubicBezTo>
                    <a:cubicBezTo>
                      <a:pt x="489611" y="536288"/>
                      <a:pt x="967542" y="679692"/>
                      <a:pt x="1424390" y="876281"/>
                    </a:cubicBezTo>
                    <a:cubicBezTo>
                      <a:pt x="2426470" y="1307856"/>
                      <a:pt x="3120290" y="1908634"/>
                      <a:pt x="3539362" y="2340399"/>
                    </a:cubicBezTo>
                    <a:cubicBezTo>
                      <a:pt x="3779458" y="1963565"/>
                      <a:pt x="4085426" y="1633029"/>
                      <a:pt x="4442624" y="1364596"/>
                    </a:cubicBezTo>
                    <a:cubicBezTo>
                      <a:pt x="5060475" y="901287"/>
                      <a:pt x="5678135" y="740779"/>
                      <a:pt x="6019397" y="678772"/>
                    </a:cubicBezTo>
                    <a:cubicBezTo>
                      <a:pt x="6019397" y="678772"/>
                      <a:pt x="4141664" y="-19936"/>
                      <a:pt x="3699807" y="437"/>
                    </a:cubicBezTo>
                    <a:close/>
                  </a:path>
                </a:pathLst>
              </a:custGeom>
              <a:solidFill>
                <a:srgbClr val="FFA44B">
                  <a:alpha val="47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7" name=""/>
              <p:cNvSpPr/>
              <p:nvPr/>
            </p:nvSpPr>
            <p:spPr>
              <a:xfrm>
                <a:off x="2492162" y="4180411"/>
                <a:ext cx="3940081" cy="2215843"/>
              </a:xfrm>
              <a:custGeom>
                <a:avLst/>
                <a:gdLst>
                  <a:gd name="connsiteX0" fmla="*/ 1 w 3939773"/>
                  <a:gd name="connsiteY0" fmla="*/ 894912 h 2211470"/>
                  <a:gd name="connsiteX1" fmla="*/ 1263755 w 3939773"/>
                  <a:gd name="connsiteY1" fmla="*/ 2211471 h 2211470"/>
                  <a:gd name="connsiteX2" fmla="*/ 2031705 w 3939773"/>
                  <a:gd name="connsiteY2" fmla="*/ 1391287 h 2211470"/>
                  <a:gd name="connsiteX3" fmla="*/ 3939775 w 3939773"/>
                  <a:gd name="connsiteY3" fmla="*/ 571167 h 2211470"/>
                  <a:gd name="connsiteX4" fmla="*/ 2131094 w 3939773"/>
                  <a:gd name="connsiteY4" fmla="*/ 10310 h 2211470"/>
                  <a:gd name="connsiteX5" fmla="*/ 904469 w 3939773"/>
                  <a:gd name="connsiteY5" fmla="*/ 199188 h 2211470"/>
                  <a:gd name="connsiteX6" fmla="*/ 1 w 3939773"/>
                  <a:gd name="connsiteY6" fmla="*/ 894912 h 221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39773" h="2211470">
                    <a:moveTo>
                      <a:pt x="1" y="894912"/>
                    </a:moveTo>
                    <a:lnTo>
                      <a:pt x="1263755" y="2211471"/>
                    </a:lnTo>
                    <a:cubicBezTo>
                      <a:pt x="1474738" y="1899175"/>
                      <a:pt x="1733944" y="1622339"/>
                      <a:pt x="2031705" y="1391287"/>
                    </a:cubicBezTo>
                    <a:cubicBezTo>
                      <a:pt x="2751992" y="829478"/>
                      <a:pt x="3535427" y="641171"/>
                      <a:pt x="3939775" y="571167"/>
                    </a:cubicBezTo>
                    <a:lnTo>
                      <a:pt x="2131094" y="10310"/>
                    </a:lnTo>
                    <a:cubicBezTo>
                      <a:pt x="1929015" y="-7905"/>
                      <a:pt x="1439749" y="-28215"/>
                      <a:pt x="904469" y="199188"/>
                    </a:cubicBezTo>
                    <a:cubicBezTo>
                      <a:pt x="390259" y="417260"/>
                      <a:pt x="111576" y="746526"/>
                      <a:pt x="1" y="89491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8" name=""/>
              <p:cNvSpPr/>
              <p:nvPr/>
            </p:nvSpPr>
            <p:spPr>
              <a:xfrm>
                <a:off x="2492162" y="3899305"/>
                <a:ext cx="3866454" cy="2496950"/>
              </a:xfrm>
              <a:custGeom>
                <a:avLst/>
                <a:gdLst>
                  <a:gd name="connsiteX0" fmla="*/ 1 w 3866152"/>
                  <a:gd name="connsiteY0" fmla="*/ 1008736 h 2492022"/>
                  <a:gd name="connsiteX1" fmla="*/ 1240082 w 3866152"/>
                  <a:gd name="connsiteY1" fmla="*/ 2492022 h 2492022"/>
                  <a:gd name="connsiteX2" fmla="*/ 1993879 w 3866152"/>
                  <a:gd name="connsiteY2" fmla="*/ 1568007 h 2492022"/>
                  <a:gd name="connsiteX3" fmla="*/ 3866154 w 3866152"/>
                  <a:gd name="connsiteY3" fmla="*/ 643992 h 2492022"/>
                  <a:gd name="connsiteX4" fmla="*/ 2091110 w 3866152"/>
                  <a:gd name="connsiteY4" fmla="*/ 11607 h 2492022"/>
                  <a:gd name="connsiteX5" fmla="*/ 887523 w 3866152"/>
                  <a:gd name="connsiteY5" fmla="*/ 224412 h 2492022"/>
                  <a:gd name="connsiteX6" fmla="*/ 1 w 386615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6615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41951" y="2146819"/>
                      <a:pt x="1696250" y="1835095"/>
                      <a:pt x="1993879" y="1568007"/>
                    </a:cubicBezTo>
                    <a:cubicBezTo>
                      <a:pt x="2700647" y="934988"/>
                      <a:pt x="3469422" y="722881"/>
                      <a:pt x="3866154" y="643992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9" name=""/>
              <p:cNvSpPr/>
              <p:nvPr/>
            </p:nvSpPr>
            <p:spPr>
              <a:xfrm>
                <a:off x="2492162" y="3899305"/>
                <a:ext cx="3776387" cy="2496950"/>
              </a:xfrm>
              <a:custGeom>
                <a:avLst/>
                <a:gdLst>
                  <a:gd name="connsiteX0" fmla="*/ 1 w 3776092"/>
                  <a:gd name="connsiteY0" fmla="*/ 1008736 h 2492022"/>
                  <a:gd name="connsiteX1" fmla="*/ 1240082 w 3776092"/>
                  <a:gd name="connsiteY1" fmla="*/ 2492022 h 2492022"/>
                  <a:gd name="connsiteX2" fmla="*/ 1988992 w 3776092"/>
                  <a:gd name="connsiteY2" fmla="*/ 1429078 h 2492022"/>
                  <a:gd name="connsiteX3" fmla="*/ 3776094 w 3776092"/>
                  <a:gd name="connsiteY3" fmla="*/ 444388 h 2492022"/>
                  <a:gd name="connsiteX4" fmla="*/ 2091110 w 3776092"/>
                  <a:gd name="connsiteY4" fmla="*/ 11607 h 2492022"/>
                  <a:gd name="connsiteX5" fmla="*/ 887523 w 3776092"/>
                  <a:gd name="connsiteY5" fmla="*/ 224412 h 2492022"/>
                  <a:gd name="connsiteX6" fmla="*/ 1 w 377609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609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25456" y="2096534"/>
                      <a:pt x="1678956" y="1736734"/>
                      <a:pt x="1988992" y="1429078"/>
                    </a:cubicBezTo>
                    <a:cubicBezTo>
                      <a:pt x="2657235" y="767562"/>
                      <a:pt x="3408747" y="532353"/>
                      <a:pt x="3776094" y="444388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0" name=""/>
              <p:cNvSpPr/>
              <p:nvPr/>
            </p:nvSpPr>
            <p:spPr>
              <a:xfrm>
                <a:off x="104158" y="4198182"/>
                <a:ext cx="3628181" cy="2198072"/>
              </a:xfrm>
              <a:custGeom>
                <a:avLst/>
                <a:gdLst>
                  <a:gd name="connsiteX0" fmla="*/ 2436434 w 3627897"/>
                  <a:gd name="connsiteY0" fmla="*/ 637526 h 2193734"/>
                  <a:gd name="connsiteX1" fmla="*/ 1841812 w 3627897"/>
                  <a:gd name="connsiteY1" fmla="*/ 291948 h 2193734"/>
                  <a:gd name="connsiteX2" fmla="*/ 839034 w 3627897"/>
                  <a:gd name="connsiteY2" fmla="*/ 0 h 2193734"/>
                  <a:gd name="connsiteX3" fmla="*/ 1 w 3627897"/>
                  <a:gd name="connsiteY3" fmla="*/ 401365 h 2193734"/>
                  <a:gd name="connsiteX4" fmla="*/ 1458852 w 3627897"/>
                  <a:gd name="connsiteY4" fmla="*/ 802540 h 2193734"/>
                  <a:gd name="connsiteX5" fmla="*/ 3627899 w 3627897"/>
                  <a:gd name="connsiteY5" fmla="*/ 2193735 h 2193734"/>
                  <a:gd name="connsiteX6" fmla="*/ 2436434 w 3627897"/>
                  <a:gd name="connsiteY6" fmla="*/ 637526 h 21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27897" h="2193734">
                    <a:moveTo>
                      <a:pt x="2436434" y="637526"/>
                    </a:moveTo>
                    <a:cubicBezTo>
                      <a:pt x="2249816" y="503458"/>
                      <a:pt x="2050682" y="387726"/>
                      <a:pt x="1841812" y="291948"/>
                    </a:cubicBezTo>
                    <a:cubicBezTo>
                      <a:pt x="1523576" y="146266"/>
                      <a:pt x="1185742" y="47905"/>
                      <a:pt x="839034" y="0"/>
                    </a:cubicBezTo>
                    <a:lnTo>
                      <a:pt x="1" y="401365"/>
                    </a:lnTo>
                    <a:cubicBezTo>
                      <a:pt x="499694" y="480407"/>
                      <a:pt x="989007" y="614963"/>
                      <a:pt x="1458852" y="802540"/>
                    </a:cubicBezTo>
                    <a:cubicBezTo>
                      <a:pt x="2466073" y="1205110"/>
                      <a:pt x="3182297" y="1772759"/>
                      <a:pt x="3627899" y="2193735"/>
                    </a:cubicBezTo>
                    <a:cubicBezTo>
                      <a:pt x="3627899" y="2193735"/>
                      <a:pt x="2801178" y="759065"/>
                      <a:pt x="2436434" y="6375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1" name=""/>
              <p:cNvSpPr/>
              <p:nvPr/>
            </p:nvSpPr>
            <p:spPr>
              <a:xfrm>
                <a:off x="158870" y="4143557"/>
                <a:ext cx="3573467" cy="2252698"/>
              </a:xfrm>
              <a:custGeom>
                <a:avLst/>
                <a:gdLst>
                  <a:gd name="connsiteX0" fmla="*/ 2516529 w 3573188"/>
                  <a:gd name="connsiteY0" fmla="*/ 711211 h 2248252"/>
                  <a:gd name="connsiteX1" fmla="*/ 1987723 w 3573188"/>
                  <a:gd name="connsiteY1" fmla="*/ 382959 h 2248252"/>
                  <a:gd name="connsiteX2" fmla="*/ 765920 w 3573188"/>
                  <a:gd name="connsiteY2" fmla="*/ 0 h 2248252"/>
                  <a:gd name="connsiteX3" fmla="*/ 1 w 3573188"/>
                  <a:gd name="connsiteY3" fmla="*/ 328251 h 2248252"/>
                  <a:gd name="connsiteX4" fmla="*/ 1385929 w 3573188"/>
                  <a:gd name="connsiteY4" fmla="*/ 729426 h 2248252"/>
                  <a:gd name="connsiteX5" fmla="*/ 3573190 w 3573188"/>
                  <a:gd name="connsiteY5" fmla="*/ 2248253 h 2248252"/>
                  <a:gd name="connsiteX6" fmla="*/ 3114261 w 3573188"/>
                  <a:gd name="connsiteY6" fmla="*/ 1515718 h 2248252"/>
                  <a:gd name="connsiteX7" fmla="*/ 2516529 w 3573188"/>
                  <a:gd name="connsiteY7" fmla="*/ 711211 h 224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73188" h="2248252">
                    <a:moveTo>
                      <a:pt x="2516529" y="711211"/>
                    </a:moveTo>
                    <a:cubicBezTo>
                      <a:pt x="2349579" y="587443"/>
                      <a:pt x="2172716" y="477658"/>
                      <a:pt x="1987723" y="382959"/>
                    </a:cubicBezTo>
                    <a:cubicBezTo>
                      <a:pt x="1604776" y="187779"/>
                      <a:pt x="1191758" y="58326"/>
                      <a:pt x="765920" y="0"/>
                    </a:cubicBezTo>
                    <a:lnTo>
                      <a:pt x="1" y="328251"/>
                    </a:lnTo>
                    <a:cubicBezTo>
                      <a:pt x="475748" y="408752"/>
                      <a:pt x="940740" y="543353"/>
                      <a:pt x="1385929" y="729426"/>
                    </a:cubicBezTo>
                    <a:cubicBezTo>
                      <a:pt x="2435165" y="1168553"/>
                      <a:pt x="3151452" y="1803032"/>
                      <a:pt x="3573190" y="2248253"/>
                    </a:cubicBezTo>
                    <a:cubicBezTo>
                      <a:pt x="3438133" y="2013996"/>
                      <a:pt x="3285875" y="1768506"/>
                      <a:pt x="3114261" y="1515718"/>
                    </a:cubicBezTo>
                    <a:cubicBezTo>
                      <a:pt x="2913451" y="1220025"/>
                      <a:pt x="2711944" y="952131"/>
                      <a:pt x="2516529" y="711211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2" name=""/>
              <p:cNvSpPr/>
              <p:nvPr/>
            </p:nvSpPr>
            <p:spPr>
              <a:xfrm>
                <a:off x="2766804" y="4984058"/>
                <a:ext cx="1021263" cy="1352103"/>
              </a:xfrm>
              <a:custGeom>
                <a:avLst/>
                <a:gdLst>
                  <a:gd name="connsiteX0" fmla="*/ 1 w 1021183"/>
                  <a:gd name="connsiteY0" fmla="*/ 0 h 1349434"/>
                  <a:gd name="connsiteX1" fmla="*/ 612711 w 1021183"/>
                  <a:gd name="connsiteY1" fmla="*/ 674717 h 1349434"/>
                  <a:gd name="connsiteX2" fmla="*/ 1021185 w 1021183"/>
                  <a:gd name="connsiteY2" fmla="*/ 1313956 h 1349434"/>
                  <a:gd name="connsiteX3" fmla="*/ 959939 w 1021183"/>
                  <a:gd name="connsiteY3" fmla="*/ 1349434 h 1349434"/>
                  <a:gd name="connsiteX4" fmla="*/ 490283 w 1021183"/>
                  <a:gd name="connsiteY4" fmla="*/ 639239 h 1349434"/>
                  <a:gd name="connsiteX5" fmla="*/ 1 w 1021183"/>
                  <a:gd name="connsiteY5" fmla="*/ 0 h 134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1183" h="1349434">
                    <a:moveTo>
                      <a:pt x="1" y="0"/>
                    </a:moveTo>
                    <a:cubicBezTo>
                      <a:pt x="223855" y="206280"/>
                      <a:pt x="428898" y="432076"/>
                      <a:pt x="612711" y="674717"/>
                    </a:cubicBezTo>
                    <a:cubicBezTo>
                      <a:pt x="765540" y="876675"/>
                      <a:pt x="902120" y="1090426"/>
                      <a:pt x="1021185" y="1313956"/>
                    </a:cubicBezTo>
                    <a:lnTo>
                      <a:pt x="959939" y="1349434"/>
                    </a:lnTo>
                    <a:cubicBezTo>
                      <a:pt x="821390" y="1122350"/>
                      <a:pt x="665516" y="884539"/>
                      <a:pt x="490283" y="639239"/>
                    </a:cubicBezTo>
                    <a:cubicBezTo>
                      <a:pt x="326285" y="409996"/>
                      <a:pt x="161715" y="196938"/>
                      <a:pt x="1" y="0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3" name=""/>
              <p:cNvSpPr/>
              <p:nvPr/>
            </p:nvSpPr>
            <p:spPr>
              <a:xfrm>
                <a:off x="5174357" y="5677253"/>
                <a:ext cx="4241192" cy="1180492"/>
              </a:xfrm>
              <a:custGeom>
                <a:avLst/>
                <a:gdLst>
                  <a:gd name="connsiteX0" fmla="*/ 3388692 w 4240860"/>
                  <a:gd name="connsiteY0" fmla="*/ 359820 h 1178162"/>
                  <a:gd name="connsiteX1" fmla="*/ 3128478 w 4240860"/>
                  <a:gd name="connsiteY1" fmla="*/ 413640 h 1178162"/>
                  <a:gd name="connsiteX2" fmla="*/ 2774141 w 4240860"/>
                  <a:gd name="connsiteY2" fmla="*/ 88689 h 1178162"/>
                  <a:gd name="connsiteX3" fmla="*/ 1964176 w 4240860"/>
                  <a:gd name="connsiteY3" fmla="*/ 123215 h 1178162"/>
                  <a:gd name="connsiteX4" fmla="*/ 1705548 w 4240860"/>
                  <a:gd name="connsiteY4" fmla="*/ 482121 h 1178162"/>
                  <a:gd name="connsiteX5" fmla="*/ 818534 w 4240860"/>
                  <a:gd name="connsiteY5" fmla="*/ 183826 h 1178162"/>
                  <a:gd name="connsiteX6" fmla="*/ 203476 w 4240860"/>
                  <a:gd name="connsiteY6" fmla="*/ 597123 h 1178162"/>
                  <a:gd name="connsiteX7" fmla="*/ 1 w 4240860"/>
                  <a:gd name="connsiteY7" fmla="*/ 1044692 h 1178162"/>
                  <a:gd name="connsiteX8" fmla="*/ 145150 w 4240860"/>
                  <a:gd name="connsiteY8" fmla="*/ 1073506 h 1178162"/>
                  <a:gd name="connsiteX9" fmla="*/ 186594 w 4240860"/>
                  <a:gd name="connsiteY9" fmla="*/ 1081820 h 1178162"/>
                  <a:gd name="connsiteX10" fmla="*/ 465468 w 4240860"/>
                  <a:gd name="connsiteY10" fmla="*/ 1178163 h 1178162"/>
                  <a:gd name="connsiteX11" fmla="*/ 4240862 w 4240860"/>
                  <a:gd name="connsiteY11" fmla="*/ 1178163 h 1178162"/>
                  <a:gd name="connsiteX12" fmla="*/ 3388692 w 4240860"/>
                  <a:gd name="connsiteY12" fmla="*/ 359820 h 117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40860" h="1178162">
                    <a:moveTo>
                      <a:pt x="3388692" y="359820"/>
                    </a:moveTo>
                    <a:cubicBezTo>
                      <a:pt x="3299077" y="358620"/>
                      <a:pt x="3210286" y="376988"/>
                      <a:pt x="3128478" y="413640"/>
                    </a:cubicBezTo>
                    <a:cubicBezTo>
                      <a:pt x="3038608" y="270205"/>
                      <a:pt x="2917958" y="156980"/>
                      <a:pt x="2774141" y="88689"/>
                    </a:cubicBezTo>
                    <a:cubicBezTo>
                      <a:pt x="2744312" y="74536"/>
                      <a:pt x="2308866" y="-123798"/>
                      <a:pt x="1964176" y="123215"/>
                    </a:cubicBezTo>
                    <a:cubicBezTo>
                      <a:pt x="1802208" y="239169"/>
                      <a:pt x="1733283" y="401200"/>
                      <a:pt x="1705548" y="482121"/>
                    </a:cubicBezTo>
                    <a:cubicBezTo>
                      <a:pt x="1666643" y="443660"/>
                      <a:pt x="1301962" y="94465"/>
                      <a:pt x="818534" y="183826"/>
                    </a:cubicBezTo>
                    <a:cubicBezTo>
                      <a:pt x="464960" y="249451"/>
                      <a:pt x="270117" y="508523"/>
                      <a:pt x="203476" y="597123"/>
                    </a:cubicBezTo>
                    <a:cubicBezTo>
                      <a:pt x="104258" y="729959"/>
                      <a:pt x="34857" y="882597"/>
                      <a:pt x="1" y="1044692"/>
                    </a:cubicBezTo>
                    <a:lnTo>
                      <a:pt x="145150" y="1073506"/>
                    </a:lnTo>
                    <a:lnTo>
                      <a:pt x="186594" y="1081820"/>
                    </a:lnTo>
                    <a:cubicBezTo>
                      <a:pt x="241556" y="1096608"/>
                      <a:pt x="338471" y="1130563"/>
                      <a:pt x="465468" y="1178163"/>
                    </a:cubicBezTo>
                    <a:lnTo>
                      <a:pt x="4240862" y="1178163"/>
                    </a:lnTo>
                    <a:cubicBezTo>
                      <a:pt x="4186979" y="763152"/>
                      <a:pt x="3896872" y="368388"/>
                      <a:pt x="3388692" y="359820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4" name=""/>
              <p:cNvSpPr/>
              <p:nvPr/>
            </p:nvSpPr>
            <p:spPr>
              <a:xfrm>
                <a:off x="5431800" y="6035803"/>
                <a:ext cx="3630593" cy="821941"/>
              </a:xfrm>
              <a:custGeom>
                <a:avLst/>
                <a:gdLst>
                  <a:gd name="connsiteX0" fmla="*/ 1655092 w 3630309"/>
                  <a:gd name="connsiteY0" fmla="*/ 25333 h 820319"/>
                  <a:gd name="connsiteX1" fmla="*/ 1244144 w 3630309"/>
                  <a:gd name="connsiteY1" fmla="*/ 274885 h 820319"/>
                  <a:gd name="connsiteX2" fmla="*/ 999669 w 3630309"/>
                  <a:gd name="connsiteY2" fmla="*/ 171307 h 820319"/>
                  <a:gd name="connsiteX3" fmla="*/ 1 w 3630309"/>
                  <a:gd name="connsiteY3" fmla="*/ 820320 h 820319"/>
                  <a:gd name="connsiteX4" fmla="*/ 3630311 w 3630309"/>
                  <a:gd name="connsiteY4" fmla="*/ 820320 h 820319"/>
                  <a:gd name="connsiteX5" fmla="*/ 3141996 w 3630309"/>
                  <a:gd name="connsiteY5" fmla="*/ 442311 h 820319"/>
                  <a:gd name="connsiteX6" fmla="*/ 2626136 w 3630309"/>
                  <a:gd name="connsiteY6" fmla="*/ 619637 h 820319"/>
                  <a:gd name="connsiteX7" fmla="*/ 2442527 w 3630309"/>
                  <a:gd name="connsiteY7" fmla="*/ 217193 h 820319"/>
                  <a:gd name="connsiteX8" fmla="*/ 1655092 w 3630309"/>
                  <a:gd name="connsiteY8" fmla="*/ 25333 h 820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30309" h="820319">
                    <a:moveTo>
                      <a:pt x="1655092" y="25333"/>
                    </a:moveTo>
                    <a:cubicBezTo>
                      <a:pt x="1500741" y="64238"/>
                      <a:pt x="1360288" y="151695"/>
                      <a:pt x="1244144" y="274885"/>
                    </a:cubicBezTo>
                    <a:cubicBezTo>
                      <a:pt x="1171157" y="223007"/>
                      <a:pt x="1087697" y="187662"/>
                      <a:pt x="999669" y="171307"/>
                    </a:cubicBezTo>
                    <a:cubicBezTo>
                      <a:pt x="494409" y="79724"/>
                      <a:pt x="130172" y="418066"/>
                      <a:pt x="1" y="820320"/>
                    </a:cubicBezTo>
                    <a:lnTo>
                      <a:pt x="3630311" y="820320"/>
                    </a:lnTo>
                    <a:cubicBezTo>
                      <a:pt x="3530604" y="624080"/>
                      <a:pt x="3368256" y="450054"/>
                      <a:pt x="3141996" y="442311"/>
                    </a:cubicBezTo>
                    <a:cubicBezTo>
                      <a:pt x="3072182" y="439963"/>
                      <a:pt x="2613126" y="522977"/>
                      <a:pt x="2626136" y="619637"/>
                    </a:cubicBezTo>
                    <a:cubicBezTo>
                      <a:pt x="2614713" y="534846"/>
                      <a:pt x="2578663" y="362533"/>
                      <a:pt x="2442527" y="217193"/>
                    </a:cubicBezTo>
                    <a:cubicBezTo>
                      <a:pt x="2152800" y="-92335"/>
                      <a:pt x="1687080" y="17272"/>
                      <a:pt x="1655092" y="25333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925" name=""/>
              <p:cNvSpPr/>
              <p:nvPr/>
            </p:nvSpPr>
            <p:spPr>
              <a:xfrm>
                <a:off x="6019486" y="6431471"/>
                <a:ext cx="2345794" cy="426274"/>
              </a:xfrm>
              <a:custGeom>
                <a:avLst/>
                <a:gdLst>
                  <a:gd name="connsiteX0" fmla="*/ 1575505 w 2345611"/>
                  <a:gd name="connsiteY0" fmla="*/ 171312 h 425433"/>
                  <a:gd name="connsiteX1" fmla="*/ 1330966 w 2345611"/>
                  <a:gd name="connsiteY1" fmla="*/ 274890 h 425433"/>
                  <a:gd name="connsiteX2" fmla="*/ 920081 w 2345611"/>
                  <a:gd name="connsiteY2" fmla="*/ 25338 h 425433"/>
                  <a:gd name="connsiteX3" fmla="*/ 132393 w 2345611"/>
                  <a:gd name="connsiteY3" fmla="*/ 217135 h 425433"/>
                  <a:gd name="connsiteX4" fmla="*/ 1 w 2345611"/>
                  <a:gd name="connsiteY4" fmla="*/ 425433 h 425433"/>
                  <a:gd name="connsiteX5" fmla="*/ 2345612 w 2345611"/>
                  <a:gd name="connsiteY5" fmla="*/ 425433 h 425433"/>
                  <a:gd name="connsiteX6" fmla="*/ 1575505 w 2345611"/>
                  <a:gd name="connsiteY6" fmla="*/ 171312 h 425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5611" h="425433">
                    <a:moveTo>
                      <a:pt x="1575505" y="171312"/>
                    </a:moveTo>
                    <a:cubicBezTo>
                      <a:pt x="1487412" y="187687"/>
                      <a:pt x="1404017" y="223037"/>
                      <a:pt x="1330966" y="274890"/>
                    </a:cubicBezTo>
                    <a:cubicBezTo>
                      <a:pt x="1214885" y="151701"/>
                      <a:pt x="1074433" y="64243"/>
                      <a:pt x="920081" y="25338"/>
                    </a:cubicBezTo>
                    <a:cubicBezTo>
                      <a:pt x="888348" y="17278"/>
                      <a:pt x="422310" y="-92330"/>
                      <a:pt x="132393" y="217135"/>
                    </a:cubicBezTo>
                    <a:cubicBezTo>
                      <a:pt x="75926" y="277936"/>
                      <a:pt x="31056" y="348512"/>
                      <a:pt x="1" y="425433"/>
                    </a:cubicBezTo>
                    <a:lnTo>
                      <a:pt x="2345612" y="425433"/>
                    </a:lnTo>
                    <a:cubicBezTo>
                      <a:pt x="2162256" y="229257"/>
                      <a:pt x="1897599" y="112922"/>
                      <a:pt x="1575505" y="17131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6" name=""/>
              <p:cNvSpPr/>
              <p:nvPr/>
            </p:nvSpPr>
            <p:spPr>
              <a:xfrm>
                <a:off x="2891082" y="5903913"/>
                <a:ext cx="3108981" cy="953832"/>
              </a:xfrm>
              <a:custGeom>
                <a:avLst/>
                <a:gdLst>
                  <a:gd name="connsiteX0" fmla="*/ 2623408 w 3108738"/>
                  <a:gd name="connsiteY0" fmla="*/ 500383 h 951950"/>
                  <a:gd name="connsiteX1" fmla="*/ 1695330 w 3108738"/>
                  <a:gd name="connsiteY1" fmla="*/ 619638 h 951950"/>
                  <a:gd name="connsiteX2" fmla="*/ 1511657 w 3108738"/>
                  <a:gd name="connsiteY2" fmla="*/ 217193 h 951950"/>
                  <a:gd name="connsiteX3" fmla="*/ 724032 w 3108738"/>
                  <a:gd name="connsiteY3" fmla="*/ 25333 h 951950"/>
                  <a:gd name="connsiteX4" fmla="*/ 1 w 3108738"/>
                  <a:gd name="connsiteY4" fmla="*/ 951950 h 951950"/>
                  <a:gd name="connsiteX5" fmla="*/ 205888 w 3108738"/>
                  <a:gd name="connsiteY5" fmla="*/ 951950 h 951950"/>
                  <a:gd name="connsiteX6" fmla="*/ 459756 w 3108738"/>
                  <a:gd name="connsiteY6" fmla="*/ 951950 h 951950"/>
                  <a:gd name="connsiteX7" fmla="*/ 3108739 w 3108738"/>
                  <a:gd name="connsiteY7" fmla="*/ 951950 h 951950"/>
                  <a:gd name="connsiteX8" fmla="*/ 2623408 w 3108738"/>
                  <a:gd name="connsiteY8" fmla="*/ 500383 h 95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08738" h="951950">
                    <a:moveTo>
                      <a:pt x="2623408" y="500383"/>
                    </a:moveTo>
                    <a:cubicBezTo>
                      <a:pt x="2166446" y="318170"/>
                      <a:pt x="1741217" y="589237"/>
                      <a:pt x="1695330" y="619638"/>
                    </a:cubicBezTo>
                    <a:cubicBezTo>
                      <a:pt x="1683906" y="534845"/>
                      <a:pt x="1647857" y="362533"/>
                      <a:pt x="1511657" y="217193"/>
                    </a:cubicBezTo>
                    <a:cubicBezTo>
                      <a:pt x="1221740" y="-92335"/>
                      <a:pt x="755956" y="17273"/>
                      <a:pt x="724032" y="25333"/>
                    </a:cubicBezTo>
                    <a:cubicBezTo>
                      <a:pt x="357574" y="117677"/>
                      <a:pt x="69117" y="482993"/>
                      <a:pt x="1" y="951950"/>
                    </a:cubicBezTo>
                    <a:lnTo>
                      <a:pt x="205888" y="951950"/>
                    </a:lnTo>
                    <a:cubicBezTo>
                      <a:pt x="288941" y="928848"/>
                      <a:pt x="376703" y="928848"/>
                      <a:pt x="459756" y="951950"/>
                    </a:cubicBezTo>
                    <a:lnTo>
                      <a:pt x="3108739" y="951950"/>
                    </a:lnTo>
                    <a:cubicBezTo>
                      <a:pt x="3038735" y="822541"/>
                      <a:pt x="2895046" y="608848"/>
                      <a:pt x="2623408" y="50038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7" name=""/>
              <p:cNvSpPr/>
              <p:nvPr/>
            </p:nvSpPr>
            <p:spPr>
              <a:xfrm>
                <a:off x="7744" y="4766125"/>
                <a:ext cx="4163756" cy="2091619"/>
              </a:xfrm>
              <a:custGeom>
                <a:avLst/>
                <a:gdLst>
                  <a:gd name="connsiteX0" fmla="*/ 2205732 w 4163431"/>
                  <a:gd name="connsiteY0" fmla="*/ 1189561 h 2087491"/>
                  <a:gd name="connsiteX1" fmla="*/ 1841495 w 4163431"/>
                  <a:gd name="connsiteY1" fmla="*/ 1322842 h 2087491"/>
                  <a:gd name="connsiteX2" fmla="*/ 1521050 w 4163431"/>
                  <a:gd name="connsiteY2" fmla="*/ 448141 h 2087491"/>
                  <a:gd name="connsiteX3" fmla="*/ 763889 w 4163431"/>
                  <a:gd name="connsiteY3" fmla="*/ 2793 h 2087491"/>
                  <a:gd name="connsiteX4" fmla="*/ 75400 w 4163431"/>
                  <a:gd name="connsiteY4" fmla="*/ 211726 h 2087491"/>
                  <a:gd name="connsiteX5" fmla="*/ 1 w 4163431"/>
                  <a:gd name="connsiteY5" fmla="*/ 269481 h 2087491"/>
                  <a:gd name="connsiteX6" fmla="*/ 1 w 4163431"/>
                  <a:gd name="connsiteY6" fmla="*/ 1017566 h 2087491"/>
                  <a:gd name="connsiteX7" fmla="*/ 647364 w 4163431"/>
                  <a:gd name="connsiteY7" fmla="*/ 2087492 h 2087491"/>
                  <a:gd name="connsiteX8" fmla="*/ 4163433 w 4163431"/>
                  <a:gd name="connsiteY8" fmla="*/ 2087492 h 2087491"/>
                  <a:gd name="connsiteX9" fmla="*/ 4159879 w 4163431"/>
                  <a:gd name="connsiteY9" fmla="*/ 2082287 h 2087491"/>
                  <a:gd name="connsiteX10" fmla="*/ 3258267 w 4163431"/>
                  <a:gd name="connsiteY10" fmla="*/ 1433402 h 2087491"/>
                  <a:gd name="connsiteX11" fmla="*/ 2379567 w 4163431"/>
                  <a:gd name="connsiteY11" fmla="*/ 1536091 h 2087491"/>
                  <a:gd name="connsiteX12" fmla="*/ 2205732 w 4163431"/>
                  <a:gd name="connsiteY12" fmla="*/ 1189561 h 2087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3431" h="2087491">
                    <a:moveTo>
                      <a:pt x="2205732" y="1189561"/>
                    </a:moveTo>
                    <a:cubicBezTo>
                      <a:pt x="2074291" y="1137392"/>
                      <a:pt x="1908389" y="1198002"/>
                      <a:pt x="1841495" y="1322842"/>
                    </a:cubicBezTo>
                    <a:cubicBezTo>
                      <a:pt x="1838385" y="1184294"/>
                      <a:pt x="1810650" y="793718"/>
                      <a:pt x="1521050" y="448141"/>
                    </a:cubicBezTo>
                    <a:cubicBezTo>
                      <a:pt x="1425850" y="333900"/>
                      <a:pt x="1174711" y="34971"/>
                      <a:pt x="763889" y="2793"/>
                    </a:cubicBezTo>
                    <a:cubicBezTo>
                      <a:pt x="419835" y="-24181"/>
                      <a:pt x="160953" y="151623"/>
                      <a:pt x="75400" y="211726"/>
                    </a:cubicBezTo>
                    <a:cubicBezTo>
                      <a:pt x="48617" y="230766"/>
                      <a:pt x="23547" y="249807"/>
                      <a:pt x="1" y="269481"/>
                    </a:cubicBezTo>
                    <a:lnTo>
                      <a:pt x="1" y="1017566"/>
                    </a:lnTo>
                    <a:lnTo>
                      <a:pt x="647364" y="2087492"/>
                    </a:lnTo>
                    <a:lnTo>
                      <a:pt x="4163433" y="2087492"/>
                    </a:lnTo>
                    <a:lnTo>
                      <a:pt x="4159879" y="2082287"/>
                    </a:lnTo>
                    <a:cubicBezTo>
                      <a:pt x="4068994" y="1949768"/>
                      <a:pt x="3791263" y="1544849"/>
                      <a:pt x="3258267" y="1433402"/>
                    </a:cubicBezTo>
                    <a:cubicBezTo>
                      <a:pt x="2944868" y="1367840"/>
                      <a:pt x="2675197" y="1441208"/>
                      <a:pt x="2379567" y="1536091"/>
                    </a:cubicBezTo>
                    <a:cubicBezTo>
                      <a:pt x="2416315" y="1399574"/>
                      <a:pt x="2337172" y="1241668"/>
                      <a:pt x="2205732" y="1189561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8" name=""/>
              <p:cNvSpPr/>
              <p:nvPr/>
            </p:nvSpPr>
            <p:spPr>
              <a:xfrm>
                <a:off x="7744" y="5606395"/>
                <a:ext cx="3248809" cy="1251350"/>
              </a:xfrm>
              <a:custGeom>
                <a:avLst/>
                <a:gdLst>
                  <a:gd name="connsiteX0" fmla="*/ 3208192 w 3248555"/>
                  <a:gd name="connsiteY0" fmla="*/ 1180209 h 1248880"/>
                  <a:gd name="connsiteX1" fmla="*/ 2078480 w 3248555"/>
                  <a:gd name="connsiteY1" fmla="*/ 881280 h 1248880"/>
                  <a:gd name="connsiteX2" fmla="*/ 1810015 w 3248555"/>
                  <a:gd name="connsiteY2" fmla="*/ 1126326 h 1248880"/>
                  <a:gd name="connsiteX3" fmla="*/ 1452760 w 3248555"/>
                  <a:gd name="connsiteY3" fmla="*/ 677932 h 1248880"/>
                  <a:gd name="connsiteX4" fmla="*/ 887396 w 3248555"/>
                  <a:gd name="connsiteY4" fmla="*/ 716012 h 1248880"/>
                  <a:gd name="connsiteX5" fmla="*/ 869498 w 3248555"/>
                  <a:gd name="connsiteY5" fmla="*/ 433648 h 1248880"/>
                  <a:gd name="connsiteX6" fmla="*/ 26784 w 3248555"/>
                  <a:gd name="connsiteY6" fmla="*/ 6325 h 1248880"/>
                  <a:gd name="connsiteX7" fmla="*/ 1 w 3248555"/>
                  <a:gd name="connsiteY7" fmla="*/ 10196 h 1248880"/>
                  <a:gd name="connsiteX8" fmla="*/ 1 w 3248555"/>
                  <a:gd name="connsiteY8" fmla="*/ 1248881 h 1248880"/>
                  <a:gd name="connsiteX9" fmla="*/ 3248557 w 3248555"/>
                  <a:gd name="connsiteY9" fmla="*/ 1248881 h 1248880"/>
                  <a:gd name="connsiteX10" fmla="*/ 3208192 w 3248555"/>
                  <a:gd name="connsiteY10" fmla="*/ 1180209 h 1248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48555" h="1248880">
                    <a:moveTo>
                      <a:pt x="3208192" y="1180209"/>
                    </a:moveTo>
                    <a:cubicBezTo>
                      <a:pt x="2940108" y="825810"/>
                      <a:pt x="2489492" y="731816"/>
                      <a:pt x="2078480" y="881280"/>
                    </a:cubicBezTo>
                    <a:cubicBezTo>
                      <a:pt x="1956687" y="925707"/>
                      <a:pt x="1853807" y="1000915"/>
                      <a:pt x="1810015" y="1126326"/>
                    </a:cubicBezTo>
                    <a:cubicBezTo>
                      <a:pt x="1738996" y="947540"/>
                      <a:pt x="1637448" y="766722"/>
                      <a:pt x="1452760" y="677932"/>
                    </a:cubicBezTo>
                    <a:cubicBezTo>
                      <a:pt x="1363462" y="634965"/>
                      <a:pt x="927126" y="555124"/>
                      <a:pt x="887396" y="716012"/>
                    </a:cubicBezTo>
                    <a:cubicBezTo>
                      <a:pt x="866896" y="799091"/>
                      <a:pt x="901232" y="567309"/>
                      <a:pt x="869498" y="433648"/>
                    </a:cubicBezTo>
                    <a:cubicBezTo>
                      <a:pt x="807809" y="171720"/>
                      <a:pt x="393496" y="-39689"/>
                      <a:pt x="26784" y="6325"/>
                    </a:cubicBezTo>
                    <a:cubicBezTo>
                      <a:pt x="17772" y="7467"/>
                      <a:pt x="8823" y="8737"/>
                      <a:pt x="1" y="10196"/>
                    </a:cubicBezTo>
                    <a:lnTo>
                      <a:pt x="1" y="1248881"/>
                    </a:lnTo>
                    <a:lnTo>
                      <a:pt x="3248557" y="1248881"/>
                    </a:lnTo>
                    <a:cubicBezTo>
                      <a:pt x="3236289" y="1225335"/>
                      <a:pt x="3222815" y="1202423"/>
                      <a:pt x="3208192" y="118020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9" name=""/>
              <p:cNvSpPr/>
              <p:nvPr/>
            </p:nvSpPr>
            <p:spPr>
              <a:xfrm>
                <a:off x="9018977" y="5588286"/>
                <a:ext cx="3172580" cy="1269523"/>
              </a:xfrm>
              <a:custGeom>
                <a:avLst/>
                <a:gdLst>
                  <a:gd name="connsiteX0" fmla="*/ 2918466 w 3172332"/>
                  <a:gd name="connsiteY0" fmla="*/ 1266954 h 1267017"/>
                  <a:gd name="connsiteX1" fmla="*/ 3172334 w 3172332"/>
                  <a:gd name="connsiteY1" fmla="*/ 545843 h 1267017"/>
                  <a:gd name="connsiteX2" fmla="*/ 3172334 w 3172332"/>
                  <a:gd name="connsiteY2" fmla="*/ 393522 h 1267017"/>
                  <a:gd name="connsiteX3" fmla="*/ 2783788 w 3172332"/>
                  <a:gd name="connsiteY3" fmla="*/ 50801 h 1267017"/>
                  <a:gd name="connsiteX4" fmla="*/ 2117386 w 3172332"/>
                  <a:gd name="connsiteY4" fmla="*/ 137369 h 1267017"/>
                  <a:gd name="connsiteX5" fmla="*/ 1933712 w 3172332"/>
                  <a:gd name="connsiteY5" fmla="*/ 539813 h 1267017"/>
                  <a:gd name="connsiteX6" fmla="*/ 994402 w 3172332"/>
                  <a:gd name="connsiteY6" fmla="*/ 361027 h 1267017"/>
                  <a:gd name="connsiteX7" fmla="*/ 53187 w 3172332"/>
                  <a:gd name="connsiteY7" fmla="*/ 1174166 h 1267017"/>
                  <a:gd name="connsiteX8" fmla="*/ 1 w 3172332"/>
                  <a:gd name="connsiteY8" fmla="*/ 1267018 h 1267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2332" h="1267017">
                    <a:moveTo>
                      <a:pt x="2918466" y="1266954"/>
                    </a:moveTo>
                    <a:cubicBezTo>
                      <a:pt x="2998561" y="1024701"/>
                      <a:pt x="3083162" y="784288"/>
                      <a:pt x="3172334" y="545843"/>
                    </a:cubicBezTo>
                    <a:lnTo>
                      <a:pt x="3172334" y="393522"/>
                    </a:lnTo>
                    <a:cubicBezTo>
                      <a:pt x="3117624" y="296227"/>
                      <a:pt x="2998878" y="131277"/>
                      <a:pt x="2783788" y="50801"/>
                    </a:cubicBezTo>
                    <a:cubicBezTo>
                      <a:pt x="2743487" y="35696"/>
                      <a:pt x="2373474" y="-96443"/>
                      <a:pt x="2117386" y="137369"/>
                    </a:cubicBezTo>
                    <a:cubicBezTo>
                      <a:pt x="1958718" y="282201"/>
                      <a:pt x="1937711" y="481614"/>
                      <a:pt x="1933712" y="539813"/>
                    </a:cubicBezTo>
                    <a:cubicBezTo>
                      <a:pt x="1797195" y="458639"/>
                      <a:pt x="1425977" y="264430"/>
                      <a:pt x="994402" y="361027"/>
                    </a:cubicBezTo>
                    <a:cubicBezTo>
                      <a:pt x="476003" y="477235"/>
                      <a:pt x="194273" y="941623"/>
                      <a:pt x="53187" y="1174166"/>
                    </a:cubicBezTo>
                    <a:cubicBezTo>
                      <a:pt x="34146" y="1205899"/>
                      <a:pt x="16376" y="1236680"/>
                      <a:pt x="1" y="1267018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930" name=""/>
              <p:cNvSpPr/>
              <p:nvPr/>
            </p:nvSpPr>
            <p:spPr>
              <a:xfrm>
                <a:off x="9560964" y="5657629"/>
                <a:ext cx="2630783" cy="1200307"/>
              </a:xfrm>
              <a:custGeom>
                <a:avLst/>
                <a:gdLst>
                  <a:gd name="connsiteX0" fmla="*/ 2630579 w 2630577"/>
                  <a:gd name="connsiteY0" fmla="*/ 1197748 h 1197938"/>
                  <a:gd name="connsiteX1" fmla="*/ 2630579 w 2630577"/>
                  <a:gd name="connsiteY1" fmla="*/ 0 h 1197938"/>
                  <a:gd name="connsiteX2" fmla="*/ 2448937 w 2630577"/>
                  <a:gd name="connsiteY2" fmla="*/ 250949 h 1197938"/>
                  <a:gd name="connsiteX3" fmla="*/ 2431103 w 2630577"/>
                  <a:gd name="connsiteY3" fmla="*/ 533440 h 1197938"/>
                  <a:gd name="connsiteX4" fmla="*/ 1865675 w 2630577"/>
                  <a:gd name="connsiteY4" fmla="*/ 495359 h 1197938"/>
                  <a:gd name="connsiteX5" fmla="*/ 1508611 w 2630577"/>
                  <a:gd name="connsiteY5" fmla="*/ 943754 h 1197938"/>
                  <a:gd name="connsiteX6" fmla="*/ 1240146 w 2630577"/>
                  <a:gd name="connsiteY6" fmla="*/ 698708 h 1197938"/>
                  <a:gd name="connsiteX7" fmla="*/ 110434 w 2630577"/>
                  <a:gd name="connsiteY7" fmla="*/ 997637 h 1197938"/>
                  <a:gd name="connsiteX8" fmla="*/ 1 w 2630577"/>
                  <a:gd name="connsiteY8" fmla="*/ 1197939 h 119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0577" h="1197938">
                    <a:moveTo>
                      <a:pt x="2630579" y="1197748"/>
                    </a:moveTo>
                    <a:lnTo>
                      <a:pt x="2630579" y="0"/>
                    </a:lnTo>
                    <a:cubicBezTo>
                      <a:pt x="2537474" y="71083"/>
                      <a:pt x="2470897" y="157779"/>
                      <a:pt x="2448937" y="250949"/>
                    </a:cubicBezTo>
                    <a:cubicBezTo>
                      <a:pt x="2417203" y="384229"/>
                      <a:pt x="2451603" y="616328"/>
                      <a:pt x="2431103" y="533440"/>
                    </a:cubicBezTo>
                    <a:cubicBezTo>
                      <a:pt x="2391373" y="372361"/>
                      <a:pt x="1955101" y="452202"/>
                      <a:pt x="1865675" y="495359"/>
                    </a:cubicBezTo>
                    <a:cubicBezTo>
                      <a:pt x="1681621" y="584213"/>
                      <a:pt x="1579313" y="764967"/>
                      <a:pt x="1508611" y="943754"/>
                    </a:cubicBezTo>
                    <a:cubicBezTo>
                      <a:pt x="1464819" y="818343"/>
                      <a:pt x="1361938" y="742944"/>
                      <a:pt x="1240146" y="698708"/>
                    </a:cubicBezTo>
                    <a:cubicBezTo>
                      <a:pt x="829006" y="549243"/>
                      <a:pt x="378391" y="643238"/>
                      <a:pt x="110434" y="997637"/>
                    </a:cubicBezTo>
                    <a:cubicBezTo>
                      <a:pt x="96344" y="1016297"/>
                      <a:pt x="48299" y="1105531"/>
                      <a:pt x="1" y="119793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1" name=""/>
              <p:cNvSpPr/>
              <p:nvPr/>
            </p:nvSpPr>
            <p:spPr>
              <a:xfrm>
                <a:off x="5397071" y="3799309"/>
                <a:ext cx="1105524" cy="793534"/>
              </a:xfrm>
              <a:custGeom>
                <a:avLst/>
                <a:gdLst>
                  <a:gd name="connsiteX0" fmla="*/ 830856 w 1105438"/>
                  <a:gd name="connsiteY0" fmla="*/ 408939 h 791968"/>
                  <a:gd name="connsiteX1" fmla="*/ 882645 w 1105438"/>
                  <a:gd name="connsiteY1" fmla="*/ 342552 h 791968"/>
                  <a:gd name="connsiteX2" fmla="*/ 957346 w 1105438"/>
                  <a:gd name="connsiteY2" fmla="*/ 212255 h 791968"/>
                  <a:gd name="connsiteX3" fmla="*/ 1094498 w 1105438"/>
                  <a:gd name="connsiteY3" fmla="*/ 37340 h 791968"/>
                  <a:gd name="connsiteX4" fmla="*/ 1104145 w 1105438"/>
                  <a:gd name="connsiteY4" fmla="*/ 1862 h 791968"/>
                  <a:gd name="connsiteX5" fmla="*/ 1081487 w 1105438"/>
                  <a:gd name="connsiteY5" fmla="*/ 5162 h 791968"/>
                  <a:gd name="connsiteX6" fmla="*/ 859036 w 1105438"/>
                  <a:gd name="connsiteY6" fmla="*/ 96872 h 791968"/>
                  <a:gd name="connsiteX7" fmla="*/ 688627 w 1105438"/>
                  <a:gd name="connsiteY7" fmla="*/ 177284 h 791968"/>
                  <a:gd name="connsiteX8" fmla="*/ 528690 w 1105438"/>
                  <a:gd name="connsiteY8" fmla="*/ 275404 h 791968"/>
                  <a:gd name="connsiteX9" fmla="*/ 225255 w 1105438"/>
                  <a:gd name="connsiteY9" fmla="*/ 474056 h 791968"/>
                  <a:gd name="connsiteX10" fmla="*/ 28952 w 1105438"/>
                  <a:gd name="connsiteY10" fmla="*/ 605369 h 791968"/>
                  <a:gd name="connsiteX11" fmla="*/ 4072 w 1105438"/>
                  <a:gd name="connsiteY11" fmla="*/ 685464 h 791968"/>
                  <a:gd name="connsiteX12" fmla="*/ 19051 w 1105438"/>
                  <a:gd name="connsiteY12" fmla="*/ 789296 h 791968"/>
                  <a:gd name="connsiteX13" fmla="*/ 144779 w 1105438"/>
                  <a:gd name="connsiteY13" fmla="*/ 750391 h 791968"/>
                  <a:gd name="connsiteX14" fmla="*/ 313791 w 1105438"/>
                  <a:gd name="connsiteY14" fmla="*/ 659950 h 791968"/>
                  <a:gd name="connsiteX15" fmla="*/ 445295 w 1105438"/>
                  <a:gd name="connsiteY15" fmla="*/ 600926 h 791968"/>
                  <a:gd name="connsiteX16" fmla="*/ 604851 w 1105438"/>
                  <a:gd name="connsiteY16" fmla="*/ 515436 h 791968"/>
                  <a:gd name="connsiteX17" fmla="*/ 771515 w 1105438"/>
                  <a:gd name="connsiteY17" fmla="*/ 437182 h 791968"/>
                  <a:gd name="connsiteX18" fmla="*/ 830856 w 1105438"/>
                  <a:gd name="connsiteY18" fmla="*/ 408939 h 791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38" h="791968">
                    <a:moveTo>
                      <a:pt x="830856" y="408939"/>
                    </a:moveTo>
                    <a:cubicBezTo>
                      <a:pt x="853387" y="420045"/>
                      <a:pt x="873443" y="358165"/>
                      <a:pt x="882645" y="342552"/>
                    </a:cubicBezTo>
                    <a:cubicBezTo>
                      <a:pt x="908032" y="299522"/>
                      <a:pt x="932276" y="255476"/>
                      <a:pt x="957346" y="212255"/>
                    </a:cubicBezTo>
                    <a:cubicBezTo>
                      <a:pt x="996251" y="145170"/>
                      <a:pt x="1040932" y="85955"/>
                      <a:pt x="1094498" y="37340"/>
                    </a:cubicBezTo>
                    <a:cubicBezTo>
                      <a:pt x="1103955" y="28156"/>
                      <a:pt x="1107636" y="14562"/>
                      <a:pt x="1104145" y="1862"/>
                    </a:cubicBezTo>
                    <a:cubicBezTo>
                      <a:pt x="1101543" y="-3279"/>
                      <a:pt x="1097164" y="3702"/>
                      <a:pt x="1081487" y="5162"/>
                    </a:cubicBezTo>
                    <a:cubicBezTo>
                      <a:pt x="1005962" y="12017"/>
                      <a:pt x="928722" y="66979"/>
                      <a:pt x="859036" y="96872"/>
                    </a:cubicBezTo>
                    <a:cubicBezTo>
                      <a:pt x="801471" y="121624"/>
                      <a:pt x="743589" y="145741"/>
                      <a:pt x="688627" y="177284"/>
                    </a:cubicBezTo>
                    <a:cubicBezTo>
                      <a:pt x="633664" y="208827"/>
                      <a:pt x="582447" y="243671"/>
                      <a:pt x="528690" y="275404"/>
                    </a:cubicBezTo>
                    <a:cubicBezTo>
                      <a:pt x="425112" y="336460"/>
                      <a:pt x="328071" y="411414"/>
                      <a:pt x="225255" y="474056"/>
                    </a:cubicBezTo>
                    <a:cubicBezTo>
                      <a:pt x="160011" y="513723"/>
                      <a:pt x="87214" y="552437"/>
                      <a:pt x="28952" y="605369"/>
                    </a:cubicBezTo>
                    <a:cubicBezTo>
                      <a:pt x="6675" y="625551"/>
                      <a:pt x="6040" y="652842"/>
                      <a:pt x="4072" y="685464"/>
                    </a:cubicBezTo>
                    <a:cubicBezTo>
                      <a:pt x="2486" y="712120"/>
                      <a:pt x="-10144" y="780220"/>
                      <a:pt x="19051" y="789296"/>
                    </a:cubicBezTo>
                    <a:cubicBezTo>
                      <a:pt x="58146" y="801482"/>
                      <a:pt x="112030" y="769114"/>
                      <a:pt x="144779" y="750391"/>
                    </a:cubicBezTo>
                    <a:cubicBezTo>
                      <a:pt x="200376" y="718657"/>
                      <a:pt x="257369" y="689716"/>
                      <a:pt x="313791" y="659950"/>
                    </a:cubicBezTo>
                    <a:cubicBezTo>
                      <a:pt x="357139" y="637102"/>
                      <a:pt x="401185" y="620918"/>
                      <a:pt x="445295" y="600926"/>
                    </a:cubicBezTo>
                    <a:cubicBezTo>
                      <a:pt x="499940" y="576237"/>
                      <a:pt x="550967" y="542283"/>
                      <a:pt x="604851" y="515436"/>
                    </a:cubicBezTo>
                    <a:cubicBezTo>
                      <a:pt x="659876" y="488082"/>
                      <a:pt x="717822" y="467201"/>
                      <a:pt x="771515" y="437182"/>
                    </a:cubicBezTo>
                    <a:cubicBezTo>
                      <a:pt x="787382" y="428232"/>
                      <a:pt x="809595" y="406146"/>
                      <a:pt x="830856" y="408939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2" name=""/>
              <p:cNvSpPr/>
              <p:nvPr/>
            </p:nvSpPr>
            <p:spPr>
              <a:xfrm>
                <a:off x="5392468" y="3793668"/>
                <a:ext cx="1109196" cy="788809"/>
              </a:xfrm>
              <a:custGeom>
                <a:avLst/>
                <a:gdLst>
                  <a:gd name="connsiteX0" fmla="*/ 830636 w 1109109"/>
                  <a:gd name="connsiteY0" fmla="*/ 404223 h 787252"/>
                  <a:gd name="connsiteX1" fmla="*/ 882362 w 1109109"/>
                  <a:gd name="connsiteY1" fmla="*/ 337837 h 787252"/>
                  <a:gd name="connsiteX2" fmla="*/ 957062 w 1109109"/>
                  <a:gd name="connsiteY2" fmla="*/ 207476 h 787252"/>
                  <a:gd name="connsiteX3" fmla="*/ 1094214 w 1109109"/>
                  <a:gd name="connsiteY3" fmla="*/ 32624 h 787252"/>
                  <a:gd name="connsiteX4" fmla="*/ 1081521 w 1109109"/>
                  <a:gd name="connsiteY4" fmla="*/ 383 h 787252"/>
                  <a:gd name="connsiteX5" fmla="*/ 859069 w 1109109"/>
                  <a:gd name="connsiteY5" fmla="*/ 92156 h 787252"/>
                  <a:gd name="connsiteX6" fmla="*/ 688660 w 1109109"/>
                  <a:gd name="connsiteY6" fmla="*/ 172505 h 787252"/>
                  <a:gd name="connsiteX7" fmla="*/ 528724 w 1109109"/>
                  <a:gd name="connsiteY7" fmla="*/ 270625 h 787252"/>
                  <a:gd name="connsiteX8" fmla="*/ 225225 w 1109109"/>
                  <a:gd name="connsiteY8" fmla="*/ 469340 h 787252"/>
                  <a:gd name="connsiteX9" fmla="*/ 28985 w 1109109"/>
                  <a:gd name="connsiteY9" fmla="*/ 600653 h 787252"/>
                  <a:gd name="connsiteX10" fmla="*/ 4043 w 1109109"/>
                  <a:gd name="connsiteY10" fmla="*/ 680749 h 787252"/>
                  <a:gd name="connsiteX11" fmla="*/ 19084 w 1109109"/>
                  <a:gd name="connsiteY11" fmla="*/ 784581 h 787252"/>
                  <a:gd name="connsiteX12" fmla="*/ 144558 w 1109109"/>
                  <a:gd name="connsiteY12" fmla="*/ 745358 h 787252"/>
                  <a:gd name="connsiteX13" fmla="*/ 313571 w 1109109"/>
                  <a:gd name="connsiteY13" fmla="*/ 654981 h 787252"/>
                  <a:gd name="connsiteX14" fmla="*/ 445011 w 1109109"/>
                  <a:gd name="connsiteY14" fmla="*/ 595957 h 787252"/>
                  <a:gd name="connsiteX15" fmla="*/ 604630 w 1109109"/>
                  <a:gd name="connsiteY15" fmla="*/ 510467 h 787252"/>
                  <a:gd name="connsiteX16" fmla="*/ 771231 w 1109109"/>
                  <a:gd name="connsiteY16" fmla="*/ 432149 h 787252"/>
                  <a:gd name="connsiteX17" fmla="*/ 830636 w 1109109"/>
                  <a:gd name="connsiteY17" fmla="*/ 404223 h 78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9109" h="787252">
                    <a:moveTo>
                      <a:pt x="830636" y="404223"/>
                    </a:moveTo>
                    <a:cubicBezTo>
                      <a:pt x="853104" y="415330"/>
                      <a:pt x="873222" y="353450"/>
                      <a:pt x="882362" y="337837"/>
                    </a:cubicBezTo>
                    <a:cubicBezTo>
                      <a:pt x="907748" y="294806"/>
                      <a:pt x="931993" y="250697"/>
                      <a:pt x="957062" y="207476"/>
                    </a:cubicBezTo>
                    <a:cubicBezTo>
                      <a:pt x="995967" y="140391"/>
                      <a:pt x="1040648" y="81176"/>
                      <a:pt x="1094214" y="32624"/>
                    </a:cubicBezTo>
                    <a:cubicBezTo>
                      <a:pt x="1116745" y="12188"/>
                      <a:pt x="1114651" y="-2600"/>
                      <a:pt x="1081521" y="383"/>
                    </a:cubicBezTo>
                    <a:cubicBezTo>
                      <a:pt x="1005932" y="7238"/>
                      <a:pt x="928692" y="62263"/>
                      <a:pt x="859069" y="92156"/>
                    </a:cubicBezTo>
                    <a:cubicBezTo>
                      <a:pt x="801505" y="116845"/>
                      <a:pt x="743623" y="140962"/>
                      <a:pt x="688660" y="172505"/>
                    </a:cubicBezTo>
                    <a:cubicBezTo>
                      <a:pt x="633698" y="204049"/>
                      <a:pt x="582480" y="238955"/>
                      <a:pt x="528724" y="270625"/>
                    </a:cubicBezTo>
                    <a:cubicBezTo>
                      <a:pt x="425082" y="331744"/>
                      <a:pt x="328105" y="406698"/>
                      <a:pt x="225225" y="469340"/>
                    </a:cubicBezTo>
                    <a:cubicBezTo>
                      <a:pt x="160044" y="509007"/>
                      <a:pt x="87248" y="547722"/>
                      <a:pt x="28985" y="600653"/>
                    </a:cubicBezTo>
                    <a:cubicBezTo>
                      <a:pt x="6708" y="620836"/>
                      <a:pt x="6010" y="648063"/>
                      <a:pt x="4043" y="680749"/>
                    </a:cubicBezTo>
                    <a:cubicBezTo>
                      <a:pt x="2456" y="707405"/>
                      <a:pt x="-10110" y="775505"/>
                      <a:pt x="19084" y="784581"/>
                    </a:cubicBezTo>
                    <a:cubicBezTo>
                      <a:pt x="57862" y="796766"/>
                      <a:pt x="111936" y="764398"/>
                      <a:pt x="144558" y="745358"/>
                    </a:cubicBezTo>
                    <a:cubicBezTo>
                      <a:pt x="200092" y="713625"/>
                      <a:pt x="257085" y="684684"/>
                      <a:pt x="313571" y="654981"/>
                    </a:cubicBezTo>
                    <a:cubicBezTo>
                      <a:pt x="356919" y="632133"/>
                      <a:pt x="400902" y="615885"/>
                      <a:pt x="445011" y="595957"/>
                    </a:cubicBezTo>
                    <a:cubicBezTo>
                      <a:pt x="499656" y="571268"/>
                      <a:pt x="550747" y="537313"/>
                      <a:pt x="604630" y="510467"/>
                    </a:cubicBezTo>
                    <a:cubicBezTo>
                      <a:pt x="659592" y="483113"/>
                      <a:pt x="717601" y="462232"/>
                      <a:pt x="771231" y="432149"/>
                    </a:cubicBezTo>
                    <a:cubicBezTo>
                      <a:pt x="787225" y="423454"/>
                      <a:pt x="809501" y="401431"/>
                      <a:pt x="830636" y="4042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3" name=""/>
              <p:cNvSpPr/>
              <p:nvPr/>
            </p:nvSpPr>
            <p:spPr>
              <a:xfrm>
                <a:off x="5368853" y="3763718"/>
                <a:ext cx="1093158" cy="850930"/>
              </a:xfrm>
              <a:custGeom>
                <a:avLst/>
                <a:gdLst>
                  <a:gd name="connsiteX0" fmla="*/ 870687 w 1093073"/>
                  <a:gd name="connsiteY0" fmla="*/ 437795 h 849251"/>
                  <a:gd name="connsiteX1" fmla="*/ 925903 w 1093073"/>
                  <a:gd name="connsiteY1" fmla="*/ 243015 h 849251"/>
                  <a:gd name="connsiteX2" fmla="*/ 1036970 w 1093073"/>
                  <a:gd name="connsiteY2" fmla="*/ 51154 h 849251"/>
                  <a:gd name="connsiteX3" fmla="*/ 1093075 w 1093073"/>
                  <a:gd name="connsiteY3" fmla="*/ 0 h 849251"/>
                  <a:gd name="connsiteX4" fmla="*/ 1004221 w 1093073"/>
                  <a:gd name="connsiteY4" fmla="*/ 26783 h 849251"/>
                  <a:gd name="connsiteX5" fmla="*/ 760191 w 1093073"/>
                  <a:gd name="connsiteY5" fmla="*/ 136581 h 849251"/>
                  <a:gd name="connsiteX6" fmla="*/ 484808 w 1093073"/>
                  <a:gd name="connsiteY6" fmla="*/ 278176 h 849251"/>
                  <a:gd name="connsiteX7" fmla="*/ 331916 w 1093073"/>
                  <a:gd name="connsiteY7" fmla="*/ 372551 h 849251"/>
                  <a:gd name="connsiteX8" fmla="*/ 151225 w 1093073"/>
                  <a:gd name="connsiteY8" fmla="*/ 491425 h 849251"/>
                  <a:gd name="connsiteX9" fmla="*/ 69099 w 1093073"/>
                  <a:gd name="connsiteY9" fmla="*/ 554892 h 849251"/>
                  <a:gd name="connsiteX10" fmla="*/ 15279 w 1093073"/>
                  <a:gd name="connsiteY10" fmla="*/ 733107 h 849251"/>
                  <a:gd name="connsiteX11" fmla="*/ 618 w 1093073"/>
                  <a:gd name="connsiteY11" fmla="*/ 849251 h 849251"/>
                  <a:gd name="connsiteX12" fmla="*/ 550305 w 1093073"/>
                  <a:gd name="connsiteY12" fmla="*/ 608521 h 849251"/>
                  <a:gd name="connsiteX13" fmla="*/ 782340 w 1093073"/>
                  <a:gd name="connsiteY13" fmla="*/ 468894 h 849251"/>
                  <a:gd name="connsiteX14" fmla="*/ 870687 w 1093073"/>
                  <a:gd name="connsiteY14" fmla="*/ 437795 h 8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93073" h="849251">
                    <a:moveTo>
                      <a:pt x="870687" y="437795"/>
                    </a:moveTo>
                    <a:cubicBezTo>
                      <a:pt x="866625" y="378834"/>
                      <a:pt x="904959" y="295439"/>
                      <a:pt x="925903" y="243015"/>
                    </a:cubicBezTo>
                    <a:cubicBezTo>
                      <a:pt x="953892" y="173202"/>
                      <a:pt x="988862" y="106815"/>
                      <a:pt x="1036970" y="51154"/>
                    </a:cubicBezTo>
                    <a:cubicBezTo>
                      <a:pt x="1053599" y="32114"/>
                      <a:pt x="1074225" y="16882"/>
                      <a:pt x="1093075" y="0"/>
                    </a:cubicBezTo>
                    <a:cubicBezTo>
                      <a:pt x="1065213" y="635"/>
                      <a:pt x="1031448" y="17200"/>
                      <a:pt x="1004221" y="26783"/>
                    </a:cubicBezTo>
                    <a:cubicBezTo>
                      <a:pt x="920762" y="56232"/>
                      <a:pt x="840413" y="97739"/>
                      <a:pt x="760191" y="136581"/>
                    </a:cubicBezTo>
                    <a:cubicBezTo>
                      <a:pt x="667529" y="181452"/>
                      <a:pt x="571694" y="219977"/>
                      <a:pt x="484808" y="278176"/>
                    </a:cubicBezTo>
                    <a:cubicBezTo>
                      <a:pt x="434859" y="311559"/>
                      <a:pt x="383895" y="343229"/>
                      <a:pt x="331916" y="372551"/>
                    </a:cubicBezTo>
                    <a:cubicBezTo>
                      <a:pt x="268449" y="408537"/>
                      <a:pt x="217167" y="465403"/>
                      <a:pt x="151225" y="491425"/>
                    </a:cubicBezTo>
                    <a:cubicBezTo>
                      <a:pt x="119999" y="504118"/>
                      <a:pt x="87758" y="523476"/>
                      <a:pt x="69099" y="554892"/>
                    </a:cubicBezTo>
                    <a:cubicBezTo>
                      <a:pt x="39079" y="604523"/>
                      <a:pt x="26068" y="674844"/>
                      <a:pt x="15279" y="733107"/>
                    </a:cubicBezTo>
                    <a:cubicBezTo>
                      <a:pt x="8424" y="769917"/>
                      <a:pt x="-2745" y="811425"/>
                      <a:pt x="618" y="849251"/>
                    </a:cubicBezTo>
                    <a:cubicBezTo>
                      <a:pt x="187465" y="762683"/>
                      <a:pt x="363586" y="689505"/>
                      <a:pt x="550305" y="608521"/>
                    </a:cubicBezTo>
                    <a:cubicBezTo>
                      <a:pt x="635034" y="571837"/>
                      <a:pt x="697739" y="505895"/>
                      <a:pt x="782340" y="468894"/>
                    </a:cubicBezTo>
                    <a:cubicBezTo>
                      <a:pt x="804491" y="458866"/>
                      <a:pt x="870687" y="437795"/>
                      <a:pt x="870687" y="43779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4" name=""/>
              <p:cNvSpPr/>
              <p:nvPr/>
            </p:nvSpPr>
            <p:spPr>
              <a:xfrm>
                <a:off x="5371094" y="3723719"/>
                <a:ext cx="1057342" cy="935190"/>
              </a:xfrm>
              <a:custGeom>
                <a:avLst/>
                <a:gdLst>
                  <a:gd name="connsiteX0" fmla="*/ 853024 w 1057259"/>
                  <a:gd name="connsiteY0" fmla="*/ 463626 h 933344"/>
                  <a:gd name="connsiteX1" fmla="*/ 900306 w 1057259"/>
                  <a:gd name="connsiteY1" fmla="*/ 259643 h 933344"/>
                  <a:gd name="connsiteX2" fmla="*/ 1003314 w 1057259"/>
                  <a:gd name="connsiteY2" fmla="*/ 55724 h 933344"/>
                  <a:gd name="connsiteX3" fmla="*/ 1057260 w 1057259"/>
                  <a:gd name="connsiteY3" fmla="*/ 0 h 933344"/>
                  <a:gd name="connsiteX4" fmla="*/ 969739 w 1057259"/>
                  <a:gd name="connsiteY4" fmla="*/ 32305 h 933344"/>
                  <a:gd name="connsiteX5" fmla="*/ 730596 w 1057259"/>
                  <a:gd name="connsiteY5" fmla="*/ 158287 h 933344"/>
                  <a:gd name="connsiteX6" fmla="*/ 461433 w 1057259"/>
                  <a:gd name="connsiteY6" fmla="*/ 318731 h 933344"/>
                  <a:gd name="connsiteX7" fmla="*/ 312666 w 1057259"/>
                  <a:gd name="connsiteY7" fmla="*/ 424086 h 933344"/>
                  <a:gd name="connsiteX8" fmla="*/ 137180 w 1057259"/>
                  <a:gd name="connsiteY8" fmla="*/ 556161 h 933344"/>
                  <a:gd name="connsiteX9" fmla="*/ 57720 w 1057259"/>
                  <a:gd name="connsiteY9" fmla="*/ 625975 h 933344"/>
                  <a:gd name="connsiteX10" fmla="*/ 11262 w 1057259"/>
                  <a:gd name="connsiteY10" fmla="*/ 812758 h 933344"/>
                  <a:gd name="connsiteX11" fmla="*/ 1361 w 1057259"/>
                  <a:gd name="connsiteY11" fmla="*/ 933345 h 933344"/>
                  <a:gd name="connsiteX12" fmla="*/ 540259 w 1057259"/>
                  <a:gd name="connsiteY12" fmla="*/ 656502 h 933344"/>
                  <a:gd name="connsiteX13" fmla="*/ 786129 w 1057259"/>
                  <a:gd name="connsiteY13" fmla="*/ 515288 h 933344"/>
                  <a:gd name="connsiteX14" fmla="*/ 853024 w 1057259"/>
                  <a:gd name="connsiteY14" fmla="*/ 463626 h 93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57259" h="933344">
                    <a:moveTo>
                      <a:pt x="853024" y="463626"/>
                    </a:moveTo>
                    <a:cubicBezTo>
                      <a:pt x="846677" y="402952"/>
                      <a:pt x="881520" y="314859"/>
                      <a:pt x="900306" y="259643"/>
                    </a:cubicBezTo>
                    <a:cubicBezTo>
                      <a:pt x="925376" y="186022"/>
                      <a:pt x="957427" y="115700"/>
                      <a:pt x="1003314" y="55724"/>
                    </a:cubicBezTo>
                    <a:cubicBezTo>
                      <a:pt x="1019180" y="34970"/>
                      <a:pt x="1039172" y="18469"/>
                      <a:pt x="1057260" y="0"/>
                    </a:cubicBezTo>
                    <a:cubicBezTo>
                      <a:pt x="1029525" y="2095"/>
                      <a:pt x="996459" y="21008"/>
                      <a:pt x="969739" y="32305"/>
                    </a:cubicBezTo>
                    <a:cubicBezTo>
                      <a:pt x="887613" y="67021"/>
                      <a:pt x="809104" y="114050"/>
                      <a:pt x="730596" y="158287"/>
                    </a:cubicBezTo>
                    <a:cubicBezTo>
                      <a:pt x="639902" y="209441"/>
                      <a:pt x="545844" y="254122"/>
                      <a:pt x="461433" y="318731"/>
                    </a:cubicBezTo>
                    <a:cubicBezTo>
                      <a:pt x="412944" y="355796"/>
                      <a:pt x="363376" y="391083"/>
                      <a:pt x="312666" y="424086"/>
                    </a:cubicBezTo>
                    <a:cubicBezTo>
                      <a:pt x="250532" y="464515"/>
                      <a:pt x="201916" y="525633"/>
                      <a:pt x="137180" y="556161"/>
                    </a:cubicBezTo>
                    <a:cubicBezTo>
                      <a:pt x="106462" y="570568"/>
                      <a:pt x="75300" y="592527"/>
                      <a:pt x="57720" y="625975"/>
                    </a:cubicBezTo>
                    <a:cubicBezTo>
                      <a:pt x="29794" y="678716"/>
                      <a:pt x="19639" y="752020"/>
                      <a:pt x="11262" y="812758"/>
                    </a:cubicBezTo>
                    <a:cubicBezTo>
                      <a:pt x="5930" y="850838"/>
                      <a:pt x="-3526" y="894567"/>
                      <a:pt x="1361" y="933345"/>
                    </a:cubicBezTo>
                    <a:cubicBezTo>
                      <a:pt x="184082" y="834210"/>
                      <a:pt x="357157" y="749481"/>
                      <a:pt x="540259" y="656502"/>
                    </a:cubicBezTo>
                    <a:cubicBezTo>
                      <a:pt x="623337" y="614170"/>
                      <a:pt x="703178" y="558001"/>
                      <a:pt x="786129" y="515288"/>
                    </a:cubicBezTo>
                    <a:cubicBezTo>
                      <a:pt x="807772" y="504181"/>
                      <a:pt x="821734" y="448648"/>
                      <a:pt x="853024" y="4636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5" name=""/>
              <p:cNvSpPr/>
              <p:nvPr/>
            </p:nvSpPr>
            <p:spPr>
              <a:xfrm>
                <a:off x="5334460" y="3710682"/>
                <a:ext cx="1004797" cy="937029"/>
              </a:xfrm>
              <a:custGeom>
                <a:avLst/>
                <a:gdLst>
                  <a:gd name="connsiteX0" fmla="*/ 865981 w 1004718"/>
                  <a:gd name="connsiteY0" fmla="*/ 494217 h 935180"/>
                  <a:gd name="connsiteX1" fmla="*/ 1004720 w 1004718"/>
                  <a:gd name="connsiteY1" fmla="*/ 0 h 935180"/>
                  <a:gd name="connsiteX2" fmla="*/ 855446 w 1004718"/>
                  <a:gd name="connsiteY2" fmla="*/ 73939 h 935180"/>
                  <a:gd name="connsiteX3" fmla="*/ 604243 w 1004718"/>
                  <a:gd name="connsiteY3" fmla="*/ 181198 h 935180"/>
                  <a:gd name="connsiteX4" fmla="*/ 352914 w 1004718"/>
                  <a:gd name="connsiteY4" fmla="*/ 318160 h 935180"/>
                  <a:gd name="connsiteX5" fmla="*/ 154898 w 1004718"/>
                  <a:gd name="connsiteY5" fmla="*/ 445094 h 935180"/>
                  <a:gd name="connsiteX6" fmla="*/ 1180 w 1004718"/>
                  <a:gd name="connsiteY6" fmla="*/ 880985 h 935180"/>
                  <a:gd name="connsiteX7" fmla="*/ 7020 w 1004718"/>
                  <a:gd name="connsiteY7" fmla="*/ 932520 h 935180"/>
                  <a:gd name="connsiteX8" fmla="*/ 114215 w 1004718"/>
                  <a:gd name="connsiteY8" fmla="*/ 883777 h 935180"/>
                  <a:gd name="connsiteX9" fmla="*/ 274025 w 1004718"/>
                  <a:gd name="connsiteY9" fmla="*/ 808569 h 935180"/>
                  <a:gd name="connsiteX10" fmla="*/ 405401 w 1004718"/>
                  <a:gd name="connsiteY10" fmla="*/ 735201 h 935180"/>
                  <a:gd name="connsiteX11" fmla="*/ 702046 w 1004718"/>
                  <a:gd name="connsiteY11" fmla="*/ 574503 h 935180"/>
                  <a:gd name="connsiteX12" fmla="*/ 865981 w 1004718"/>
                  <a:gd name="connsiteY12" fmla="*/ 494217 h 935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4718" h="935180">
                    <a:moveTo>
                      <a:pt x="865981" y="494217"/>
                    </a:moveTo>
                    <a:cubicBezTo>
                      <a:pt x="855446" y="314923"/>
                      <a:pt x="912185" y="138231"/>
                      <a:pt x="1004720" y="0"/>
                    </a:cubicBezTo>
                    <a:cubicBezTo>
                      <a:pt x="955025" y="4189"/>
                      <a:pt x="901523" y="53122"/>
                      <a:pt x="855446" y="73939"/>
                    </a:cubicBezTo>
                    <a:cubicBezTo>
                      <a:pt x="772939" y="111194"/>
                      <a:pt x="685481" y="138739"/>
                      <a:pt x="604243" y="181198"/>
                    </a:cubicBezTo>
                    <a:cubicBezTo>
                      <a:pt x="519515" y="225625"/>
                      <a:pt x="438468" y="276398"/>
                      <a:pt x="352914" y="318160"/>
                    </a:cubicBezTo>
                    <a:cubicBezTo>
                      <a:pt x="286020" y="350972"/>
                      <a:pt x="210875" y="390766"/>
                      <a:pt x="154898" y="445094"/>
                    </a:cubicBezTo>
                    <a:cubicBezTo>
                      <a:pt x="50621" y="546641"/>
                      <a:pt x="38" y="726506"/>
                      <a:pt x="1180" y="880985"/>
                    </a:cubicBezTo>
                    <a:cubicBezTo>
                      <a:pt x="1180" y="893297"/>
                      <a:pt x="-3897" y="924079"/>
                      <a:pt x="7020" y="932520"/>
                    </a:cubicBezTo>
                    <a:cubicBezTo>
                      <a:pt x="26885" y="947879"/>
                      <a:pt x="97397" y="892091"/>
                      <a:pt x="114215" y="883777"/>
                    </a:cubicBezTo>
                    <a:cubicBezTo>
                      <a:pt x="167147" y="857819"/>
                      <a:pt x="221411" y="834844"/>
                      <a:pt x="274025" y="808569"/>
                    </a:cubicBezTo>
                    <a:cubicBezTo>
                      <a:pt x="319023" y="786101"/>
                      <a:pt x="359515" y="756208"/>
                      <a:pt x="405401" y="735201"/>
                    </a:cubicBezTo>
                    <a:cubicBezTo>
                      <a:pt x="506949" y="688807"/>
                      <a:pt x="604815" y="631686"/>
                      <a:pt x="702046" y="574503"/>
                    </a:cubicBezTo>
                    <a:cubicBezTo>
                      <a:pt x="720515" y="563586"/>
                      <a:pt x="853796" y="509132"/>
                      <a:pt x="865981" y="494217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6" name=""/>
              <p:cNvSpPr/>
              <p:nvPr/>
            </p:nvSpPr>
            <p:spPr>
              <a:xfrm>
                <a:off x="4831356" y="3683404"/>
                <a:ext cx="1381973" cy="843296"/>
              </a:xfrm>
              <a:custGeom>
                <a:avLst/>
                <a:gdLst>
                  <a:gd name="connsiteX0" fmla="*/ 1371649 w 1381865"/>
                  <a:gd name="connsiteY0" fmla="*/ 467876 h 841632"/>
                  <a:gd name="connsiteX1" fmla="*/ 1332553 w 1381865"/>
                  <a:gd name="connsiteY1" fmla="*/ 373564 h 841632"/>
                  <a:gd name="connsiteX2" fmla="*/ 1268261 w 1381865"/>
                  <a:gd name="connsiteY2" fmla="*/ 237046 h 841632"/>
                  <a:gd name="connsiteX3" fmla="*/ 1058820 w 1381865"/>
                  <a:gd name="connsiteY3" fmla="*/ 10025 h 841632"/>
                  <a:gd name="connsiteX4" fmla="*/ 974219 w 1381865"/>
                  <a:gd name="connsiteY4" fmla="*/ 17958 h 841632"/>
                  <a:gd name="connsiteX5" fmla="*/ 763128 w 1381865"/>
                  <a:gd name="connsiteY5" fmla="*/ 103322 h 841632"/>
                  <a:gd name="connsiteX6" fmla="*/ 483429 w 1381865"/>
                  <a:gd name="connsiteY6" fmla="*/ 226638 h 841632"/>
                  <a:gd name="connsiteX7" fmla="*/ 211981 w 1381865"/>
                  <a:gd name="connsiteY7" fmla="*/ 375531 h 841632"/>
                  <a:gd name="connsiteX8" fmla="*/ 1 w 1381865"/>
                  <a:gd name="connsiteY8" fmla="*/ 556920 h 841632"/>
                  <a:gd name="connsiteX9" fmla="*/ 146991 w 1381865"/>
                  <a:gd name="connsiteY9" fmla="*/ 595000 h 841632"/>
                  <a:gd name="connsiteX10" fmla="*/ 334789 w 1381865"/>
                  <a:gd name="connsiteY10" fmla="*/ 683536 h 841632"/>
                  <a:gd name="connsiteX11" fmla="*/ 575519 w 1381865"/>
                  <a:gd name="connsiteY11" fmla="*/ 841633 h 841632"/>
                  <a:gd name="connsiteX12" fmla="*/ 808380 w 1381865"/>
                  <a:gd name="connsiteY12" fmla="*/ 766488 h 841632"/>
                  <a:gd name="connsiteX13" fmla="*/ 1142343 w 1381865"/>
                  <a:gd name="connsiteY13" fmla="*/ 659546 h 841632"/>
                  <a:gd name="connsiteX14" fmla="*/ 1381867 w 1381865"/>
                  <a:gd name="connsiteY14" fmla="*/ 524996 h 841632"/>
                  <a:gd name="connsiteX15" fmla="*/ 1371649 w 1381865"/>
                  <a:gd name="connsiteY15" fmla="*/ 467876 h 841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81865" h="841632">
                    <a:moveTo>
                      <a:pt x="1371649" y="467876"/>
                    </a:moveTo>
                    <a:cubicBezTo>
                      <a:pt x="1354132" y="446741"/>
                      <a:pt x="1344485" y="401362"/>
                      <a:pt x="1332553" y="373564"/>
                    </a:cubicBezTo>
                    <a:cubicBezTo>
                      <a:pt x="1312561" y="326852"/>
                      <a:pt x="1292061" y="281537"/>
                      <a:pt x="1268261" y="237046"/>
                    </a:cubicBezTo>
                    <a:cubicBezTo>
                      <a:pt x="1219328" y="145654"/>
                      <a:pt x="1145199" y="57435"/>
                      <a:pt x="1058820" y="10025"/>
                    </a:cubicBezTo>
                    <a:cubicBezTo>
                      <a:pt x="1022454" y="-9904"/>
                      <a:pt x="1010014" y="3678"/>
                      <a:pt x="974219" y="17958"/>
                    </a:cubicBezTo>
                    <a:cubicBezTo>
                      <a:pt x="903770" y="46328"/>
                      <a:pt x="832306" y="71271"/>
                      <a:pt x="763128" y="103322"/>
                    </a:cubicBezTo>
                    <a:cubicBezTo>
                      <a:pt x="670593" y="146289"/>
                      <a:pt x="575837" y="182465"/>
                      <a:pt x="483429" y="226638"/>
                    </a:cubicBezTo>
                    <a:cubicBezTo>
                      <a:pt x="389961" y="270620"/>
                      <a:pt x="299305" y="320347"/>
                      <a:pt x="211981" y="375531"/>
                    </a:cubicBezTo>
                    <a:cubicBezTo>
                      <a:pt x="131822" y="426749"/>
                      <a:pt x="60676" y="479300"/>
                      <a:pt x="1" y="556920"/>
                    </a:cubicBezTo>
                    <a:cubicBezTo>
                      <a:pt x="48046" y="575960"/>
                      <a:pt x="98565" y="576722"/>
                      <a:pt x="146991" y="595000"/>
                    </a:cubicBezTo>
                    <a:cubicBezTo>
                      <a:pt x="211981" y="619244"/>
                      <a:pt x="272719" y="651358"/>
                      <a:pt x="334789" y="683536"/>
                    </a:cubicBezTo>
                    <a:cubicBezTo>
                      <a:pt x="415075" y="725107"/>
                      <a:pt x="509323" y="775056"/>
                      <a:pt x="575519" y="841633"/>
                    </a:cubicBezTo>
                    <a:cubicBezTo>
                      <a:pt x="645333" y="798538"/>
                      <a:pt x="731458" y="788765"/>
                      <a:pt x="808380" y="766488"/>
                    </a:cubicBezTo>
                    <a:cubicBezTo>
                      <a:pt x="920760" y="733993"/>
                      <a:pt x="1032082" y="698343"/>
                      <a:pt x="1142343" y="659546"/>
                    </a:cubicBezTo>
                    <a:cubicBezTo>
                      <a:pt x="1228150" y="629399"/>
                      <a:pt x="1306976" y="577039"/>
                      <a:pt x="1381867" y="524996"/>
                    </a:cubicBezTo>
                    <a:cubicBezTo>
                      <a:pt x="1377488" y="510144"/>
                      <a:pt x="1367206" y="489645"/>
                      <a:pt x="1371649" y="467876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7" name=""/>
              <p:cNvSpPr/>
              <p:nvPr/>
            </p:nvSpPr>
            <p:spPr>
              <a:xfrm>
                <a:off x="4867216" y="3736624"/>
                <a:ext cx="1337226" cy="847277"/>
              </a:xfrm>
              <a:custGeom>
                <a:avLst/>
                <a:gdLst>
                  <a:gd name="connsiteX0" fmla="*/ 1337123 w 1337121"/>
                  <a:gd name="connsiteY0" fmla="*/ 450874 h 845605"/>
                  <a:gd name="connsiteX1" fmla="*/ 1226246 w 1337121"/>
                  <a:gd name="connsiteY1" fmla="*/ 245368 h 845605"/>
                  <a:gd name="connsiteX2" fmla="*/ 1021057 w 1337121"/>
                  <a:gd name="connsiteY2" fmla="*/ 25074 h 845605"/>
                  <a:gd name="connsiteX3" fmla="*/ 955750 w 1337121"/>
                  <a:gd name="connsiteY3" fmla="*/ 2480 h 845605"/>
                  <a:gd name="connsiteX4" fmla="*/ 785278 w 1337121"/>
                  <a:gd name="connsiteY4" fmla="*/ 64424 h 845605"/>
                  <a:gd name="connsiteX5" fmla="*/ 283889 w 1337121"/>
                  <a:gd name="connsiteY5" fmla="*/ 308835 h 845605"/>
                  <a:gd name="connsiteX6" fmla="*/ 75336 w 1337121"/>
                  <a:gd name="connsiteY6" fmla="*/ 468962 h 845605"/>
                  <a:gd name="connsiteX7" fmla="*/ 1 w 1337121"/>
                  <a:gd name="connsiteY7" fmla="*/ 558577 h 845605"/>
                  <a:gd name="connsiteX8" fmla="*/ 338851 w 1337121"/>
                  <a:gd name="connsiteY8" fmla="*/ 681386 h 845605"/>
                  <a:gd name="connsiteX9" fmla="*/ 449220 w 1337121"/>
                  <a:gd name="connsiteY9" fmla="*/ 782489 h 845605"/>
                  <a:gd name="connsiteX10" fmla="*/ 510149 w 1337121"/>
                  <a:gd name="connsiteY10" fmla="*/ 844877 h 845605"/>
                  <a:gd name="connsiteX11" fmla="*/ 565238 w 1337121"/>
                  <a:gd name="connsiteY11" fmla="*/ 824377 h 845605"/>
                  <a:gd name="connsiteX12" fmla="*/ 704484 w 1337121"/>
                  <a:gd name="connsiteY12" fmla="*/ 782045 h 845605"/>
                  <a:gd name="connsiteX13" fmla="*/ 899264 w 1337121"/>
                  <a:gd name="connsiteY13" fmla="*/ 709248 h 845605"/>
                  <a:gd name="connsiteX14" fmla="*/ 1209301 w 1337121"/>
                  <a:gd name="connsiteY14" fmla="*/ 561561 h 845605"/>
                  <a:gd name="connsiteX15" fmla="*/ 1300503 w 1337121"/>
                  <a:gd name="connsiteY15" fmla="*/ 501648 h 845605"/>
                  <a:gd name="connsiteX16" fmla="*/ 1337123 w 1337121"/>
                  <a:gd name="connsiteY16" fmla="*/ 450874 h 84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121" h="845605">
                    <a:moveTo>
                      <a:pt x="1337123" y="450874"/>
                    </a:moveTo>
                    <a:cubicBezTo>
                      <a:pt x="1316496" y="378014"/>
                      <a:pt x="1269277" y="304329"/>
                      <a:pt x="1226246" y="245368"/>
                    </a:cubicBezTo>
                    <a:cubicBezTo>
                      <a:pt x="1165381" y="162036"/>
                      <a:pt x="1099312" y="86701"/>
                      <a:pt x="1021057" y="25074"/>
                    </a:cubicBezTo>
                    <a:cubicBezTo>
                      <a:pt x="995671" y="5019"/>
                      <a:pt x="984818" y="-5009"/>
                      <a:pt x="955750" y="2480"/>
                    </a:cubicBezTo>
                    <a:cubicBezTo>
                      <a:pt x="897272" y="18245"/>
                      <a:pt x="840240" y="38974"/>
                      <a:pt x="785278" y="64424"/>
                    </a:cubicBezTo>
                    <a:cubicBezTo>
                      <a:pt x="616075" y="141028"/>
                      <a:pt x="442557" y="203543"/>
                      <a:pt x="283889" y="308835"/>
                    </a:cubicBezTo>
                    <a:cubicBezTo>
                      <a:pt x="210946" y="357590"/>
                      <a:pt x="141279" y="411087"/>
                      <a:pt x="75336" y="468962"/>
                    </a:cubicBezTo>
                    <a:cubicBezTo>
                      <a:pt x="45444" y="495047"/>
                      <a:pt x="25896" y="527669"/>
                      <a:pt x="1" y="558577"/>
                    </a:cubicBezTo>
                    <a:cubicBezTo>
                      <a:pt x="111386" y="557752"/>
                      <a:pt x="248347" y="600339"/>
                      <a:pt x="338851" y="681386"/>
                    </a:cubicBezTo>
                    <a:cubicBezTo>
                      <a:pt x="376043" y="714706"/>
                      <a:pt x="411965" y="749296"/>
                      <a:pt x="449220" y="782489"/>
                    </a:cubicBezTo>
                    <a:cubicBezTo>
                      <a:pt x="466357" y="797784"/>
                      <a:pt x="490918" y="838975"/>
                      <a:pt x="510149" y="844877"/>
                    </a:cubicBezTo>
                    <a:cubicBezTo>
                      <a:pt x="525571" y="849637"/>
                      <a:pt x="552164" y="829708"/>
                      <a:pt x="565238" y="824377"/>
                    </a:cubicBezTo>
                    <a:cubicBezTo>
                      <a:pt x="610553" y="805908"/>
                      <a:pt x="657900" y="795563"/>
                      <a:pt x="704484" y="782045"/>
                    </a:cubicBezTo>
                    <a:cubicBezTo>
                      <a:pt x="771252" y="763005"/>
                      <a:pt x="834909" y="735714"/>
                      <a:pt x="899264" y="709248"/>
                    </a:cubicBezTo>
                    <a:cubicBezTo>
                      <a:pt x="1005699" y="665583"/>
                      <a:pt x="1106928" y="615888"/>
                      <a:pt x="1209301" y="561561"/>
                    </a:cubicBezTo>
                    <a:cubicBezTo>
                      <a:pt x="1240952" y="543561"/>
                      <a:pt x="1271416" y="523550"/>
                      <a:pt x="1300503" y="501648"/>
                    </a:cubicBezTo>
                    <a:cubicBezTo>
                      <a:pt x="1312307" y="493334"/>
                      <a:pt x="1335282" y="484321"/>
                      <a:pt x="1337123" y="450874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8" name=""/>
              <p:cNvSpPr/>
              <p:nvPr/>
            </p:nvSpPr>
            <p:spPr>
              <a:xfrm>
                <a:off x="4860043" y="3825309"/>
                <a:ext cx="1365790" cy="819249"/>
              </a:xfrm>
              <a:custGeom>
                <a:avLst/>
                <a:gdLst>
                  <a:gd name="connsiteX0" fmla="*/ 1202829 w 1365683"/>
                  <a:gd name="connsiteY0" fmla="*/ 176215 h 817632"/>
                  <a:gd name="connsiteX1" fmla="*/ 1358323 w 1365683"/>
                  <a:gd name="connsiteY1" fmla="*/ 363379 h 817632"/>
                  <a:gd name="connsiteX2" fmla="*/ 1365685 w 1365683"/>
                  <a:gd name="connsiteY2" fmla="*/ 391114 h 817632"/>
                  <a:gd name="connsiteX3" fmla="*/ 704232 w 1365683"/>
                  <a:gd name="connsiteY3" fmla="*/ 714796 h 817632"/>
                  <a:gd name="connsiteX4" fmla="*/ 540107 w 1365683"/>
                  <a:gd name="connsiteY4" fmla="*/ 784990 h 817632"/>
                  <a:gd name="connsiteX5" fmla="*/ 441733 w 1365683"/>
                  <a:gd name="connsiteY5" fmla="*/ 802507 h 817632"/>
                  <a:gd name="connsiteX6" fmla="*/ 403653 w 1365683"/>
                  <a:gd name="connsiteY6" fmla="*/ 749005 h 817632"/>
                  <a:gd name="connsiteX7" fmla="*/ 365573 w 1365683"/>
                  <a:gd name="connsiteY7" fmla="*/ 700325 h 817632"/>
                  <a:gd name="connsiteX8" fmla="*/ 131633 w 1365683"/>
                  <a:gd name="connsiteY8" fmla="*/ 591670 h 817632"/>
                  <a:gd name="connsiteX9" fmla="*/ 129920 w 1365683"/>
                  <a:gd name="connsiteY9" fmla="*/ 591289 h 817632"/>
                  <a:gd name="connsiteX10" fmla="*/ 7492 w 1365683"/>
                  <a:gd name="connsiteY10" fmla="*/ 583356 h 817632"/>
                  <a:gd name="connsiteX11" fmla="*/ 130 w 1365683"/>
                  <a:gd name="connsiteY11" fmla="*/ 555621 h 817632"/>
                  <a:gd name="connsiteX12" fmla="*/ 712610 w 1365683"/>
                  <a:gd name="connsiteY12" fmla="*/ 62292 h 817632"/>
                  <a:gd name="connsiteX13" fmla="*/ 962162 w 1365683"/>
                  <a:gd name="connsiteY13" fmla="*/ 6441 h 817632"/>
                  <a:gd name="connsiteX14" fmla="*/ 1202829 w 1365683"/>
                  <a:gd name="connsiteY14" fmla="*/ 176215 h 81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65683" h="817632">
                    <a:moveTo>
                      <a:pt x="1202829" y="176215"/>
                    </a:moveTo>
                    <a:cubicBezTo>
                      <a:pt x="1252650" y="228766"/>
                      <a:pt x="1330905" y="292804"/>
                      <a:pt x="1358323" y="363379"/>
                    </a:cubicBezTo>
                    <a:lnTo>
                      <a:pt x="1365685" y="391114"/>
                    </a:lnTo>
                    <a:cubicBezTo>
                      <a:pt x="1220853" y="465625"/>
                      <a:pt x="846716" y="633368"/>
                      <a:pt x="704232" y="714796"/>
                    </a:cubicBezTo>
                    <a:cubicBezTo>
                      <a:pt x="651364" y="745133"/>
                      <a:pt x="593673" y="757382"/>
                      <a:pt x="540107" y="784990"/>
                    </a:cubicBezTo>
                    <a:cubicBezTo>
                      <a:pt x="505517" y="802761"/>
                      <a:pt x="479433" y="837732"/>
                      <a:pt x="441733" y="802507"/>
                    </a:cubicBezTo>
                    <a:cubicBezTo>
                      <a:pt x="426184" y="787973"/>
                      <a:pt x="415521" y="767727"/>
                      <a:pt x="403653" y="749005"/>
                    </a:cubicBezTo>
                    <a:cubicBezTo>
                      <a:pt x="392502" y="731627"/>
                      <a:pt x="379751" y="715335"/>
                      <a:pt x="365573" y="700325"/>
                    </a:cubicBezTo>
                    <a:cubicBezTo>
                      <a:pt x="308453" y="639334"/>
                      <a:pt x="218456" y="606014"/>
                      <a:pt x="131633" y="591670"/>
                    </a:cubicBezTo>
                    <a:cubicBezTo>
                      <a:pt x="131088" y="591448"/>
                      <a:pt x="130510" y="591321"/>
                      <a:pt x="129920" y="591289"/>
                    </a:cubicBezTo>
                    <a:cubicBezTo>
                      <a:pt x="89917" y="581299"/>
                      <a:pt x="48447" y="578615"/>
                      <a:pt x="7492" y="583356"/>
                    </a:cubicBezTo>
                    <a:cubicBezTo>
                      <a:pt x="-1584" y="583356"/>
                      <a:pt x="130" y="555621"/>
                      <a:pt x="130" y="555621"/>
                    </a:cubicBezTo>
                    <a:cubicBezTo>
                      <a:pt x="209571" y="364078"/>
                      <a:pt x="445858" y="146196"/>
                      <a:pt x="712610" y="62292"/>
                    </a:cubicBezTo>
                    <a:cubicBezTo>
                      <a:pt x="783630" y="39888"/>
                      <a:pt x="891587" y="-19516"/>
                      <a:pt x="962162" y="6441"/>
                    </a:cubicBezTo>
                    <a:cubicBezTo>
                      <a:pt x="962289" y="6568"/>
                      <a:pt x="1141012" y="110844"/>
                      <a:pt x="1202829" y="17621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9" name=""/>
              <p:cNvSpPr/>
              <p:nvPr/>
            </p:nvSpPr>
            <p:spPr>
              <a:xfrm>
                <a:off x="4867724" y="3853248"/>
                <a:ext cx="1358108" cy="826994"/>
              </a:xfrm>
              <a:custGeom>
                <a:avLst/>
                <a:gdLst>
                  <a:gd name="connsiteX0" fmla="*/ 1202573 w 1358002"/>
                  <a:gd name="connsiteY0" fmla="*/ 175939 h 825362"/>
                  <a:gd name="connsiteX1" fmla="*/ 1358003 w 1358002"/>
                  <a:gd name="connsiteY1" fmla="*/ 363230 h 825362"/>
                  <a:gd name="connsiteX2" fmla="*/ 1140566 w 1358002"/>
                  <a:gd name="connsiteY2" fmla="*/ 516630 h 825362"/>
                  <a:gd name="connsiteX3" fmla="*/ 711973 w 1358002"/>
                  <a:gd name="connsiteY3" fmla="*/ 733940 h 825362"/>
                  <a:gd name="connsiteX4" fmla="*/ 546579 w 1358002"/>
                  <a:gd name="connsiteY4" fmla="*/ 808323 h 825362"/>
                  <a:gd name="connsiteX5" fmla="*/ 441477 w 1358002"/>
                  <a:gd name="connsiteY5" fmla="*/ 802548 h 825362"/>
                  <a:gd name="connsiteX6" fmla="*/ 403397 w 1358002"/>
                  <a:gd name="connsiteY6" fmla="*/ 748982 h 825362"/>
                  <a:gd name="connsiteX7" fmla="*/ 365317 w 1358002"/>
                  <a:gd name="connsiteY7" fmla="*/ 700303 h 825362"/>
                  <a:gd name="connsiteX8" fmla="*/ 124143 w 1358002"/>
                  <a:gd name="connsiteY8" fmla="*/ 563913 h 825362"/>
                  <a:gd name="connsiteX9" fmla="*/ 122429 w 1358002"/>
                  <a:gd name="connsiteY9" fmla="*/ 563531 h 825362"/>
                  <a:gd name="connsiteX10" fmla="*/ 1 w 1358002"/>
                  <a:gd name="connsiteY10" fmla="*/ 555598 h 825362"/>
                  <a:gd name="connsiteX11" fmla="*/ 712481 w 1358002"/>
                  <a:gd name="connsiteY11" fmla="*/ 62270 h 825362"/>
                  <a:gd name="connsiteX12" fmla="*/ 961970 w 1358002"/>
                  <a:gd name="connsiteY12" fmla="*/ 6419 h 825362"/>
                  <a:gd name="connsiteX13" fmla="*/ 1202573 w 1358002"/>
                  <a:gd name="connsiteY13" fmla="*/ 175939 h 82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58002" h="825362">
                    <a:moveTo>
                      <a:pt x="1202573" y="175939"/>
                    </a:moveTo>
                    <a:cubicBezTo>
                      <a:pt x="1252268" y="228934"/>
                      <a:pt x="1330649" y="292401"/>
                      <a:pt x="1358003" y="363230"/>
                    </a:cubicBezTo>
                    <a:cubicBezTo>
                      <a:pt x="1293838" y="419335"/>
                      <a:pt x="1214187" y="478549"/>
                      <a:pt x="1140566" y="516630"/>
                    </a:cubicBezTo>
                    <a:cubicBezTo>
                      <a:pt x="995671" y="591076"/>
                      <a:pt x="854457" y="652385"/>
                      <a:pt x="711973" y="733940"/>
                    </a:cubicBezTo>
                    <a:cubicBezTo>
                      <a:pt x="659105" y="764277"/>
                      <a:pt x="600145" y="780779"/>
                      <a:pt x="546579" y="808323"/>
                    </a:cubicBezTo>
                    <a:cubicBezTo>
                      <a:pt x="512052" y="826285"/>
                      <a:pt x="479177" y="837582"/>
                      <a:pt x="441477" y="802548"/>
                    </a:cubicBezTo>
                    <a:cubicBezTo>
                      <a:pt x="425864" y="787887"/>
                      <a:pt x="415138" y="767705"/>
                      <a:pt x="403397" y="748982"/>
                    </a:cubicBezTo>
                    <a:cubicBezTo>
                      <a:pt x="392278" y="731586"/>
                      <a:pt x="379527" y="715287"/>
                      <a:pt x="365317" y="700303"/>
                    </a:cubicBezTo>
                    <a:cubicBezTo>
                      <a:pt x="303310" y="633980"/>
                      <a:pt x="212044" y="584539"/>
                      <a:pt x="124143" y="563913"/>
                    </a:cubicBezTo>
                    <a:cubicBezTo>
                      <a:pt x="123597" y="563690"/>
                      <a:pt x="123019" y="563563"/>
                      <a:pt x="122429" y="563531"/>
                    </a:cubicBezTo>
                    <a:cubicBezTo>
                      <a:pt x="82426" y="553542"/>
                      <a:pt x="40956" y="550857"/>
                      <a:pt x="1" y="555598"/>
                    </a:cubicBezTo>
                    <a:cubicBezTo>
                      <a:pt x="209442" y="364055"/>
                      <a:pt x="445666" y="146173"/>
                      <a:pt x="712481" y="62270"/>
                    </a:cubicBezTo>
                    <a:cubicBezTo>
                      <a:pt x="783501" y="39866"/>
                      <a:pt x="891521" y="-19476"/>
                      <a:pt x="961970" y="6419"/>
                    </a:cubicBezTo>
                    <a:cubicBezTo>
                      <a:pt x="961906" y="6419"/>
                      <a:pt x="1140693" y="110695"/>
                      <a:pt x="1202573" y="175939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0" name=""/>
              <p:cNvSpPr/>
              <p:nvPr/>
            </p:nvSpPr>
            <p:spPr>
              <a:xfrm>
                <a:off x="4913297" y="3873868"/>
                <a:ext cx="1287568" cy="787667"/>
              </a:xfrm>
              <a:custGeom>
                <a:avLst/>
                <a:gdLst>
                  <a:gd name="connsiteX0" fmla="*/ 1284826 w 1287467"/>
                  <a:gd name="connsiteY0" fmla="*/ 347474 h 786112"/>
                  <a:gd name="connsiteX1" fmla="*/ 1280701 w 1287467"/>
                  <a:gd name="connsiteY1" fmla="*/ 352488 h 786112"/>
                  <a:gd name="connsiteX2" fmla="*/ 1072529 w 1287467"/>
                  <a:gd name="connsiteY2" fmla="*/ 493257 h 786112"/>
                  <a:gd name="connsiteX3" fmla="*/ 922811 w 1287467"/>
                  <a:gd name="connsiteY3" fmla="*/ 567323 h 786112"/>
                  <a:gd name="connsiteX4" fmla="*/ 666087 w 1287467"/>
                  <a:gd name="connsiteY4" fmla="*/ 699398 h 786112"/>
                  <a:gd name="connsiteX5" fmla="*/ 579581 w 1287467"/>
                  <a:gd name="connsiteY5" fmla="*/ 739001 h 786112"/>
                  <a:gd name="connsiteX6" fmla="*/ 509260 w 1287467"/>
                  <a:gd name="connsiteY6" fmla="*/ 769910 h 786112"/>
                  <a:gd name="connsiteX7" fmla="*/ 407713 w 1287467"/>
                  <a:gd name="connsiteY7" fmla="*/ 764198 h 786112"/>
                  <a:gd name="connsiteX8" fmla="*/ 377820 w 1287467"/>
                  <a:gd name="connsiteY8" fmla="*/ 723642 h 786112"/>
                  <a:gd name="connsiteX9" fmla="*/ 371473 w 1287467"/>
                  <a:gd name="connsiteY9" fmla="*/ 713044 h 786112"/>
                  <a:gd name="connsiteX10" fmla="*/ 335678 w 1287467"/>
                  <a:gd name="connsiteY10" fmla="*/ 667157 h 786112"/>
                  <a:gd name="connsiteX11" fmla="*/ 29450 w 1287467"/>
                  <a:gd name="connsiteY11" fmla="*/ 514011 h 786112"/>
                  <a:gd name="connsiteX12" fmla="*/ 1271 w 1287467"/>
                  <a:gd name="connsiteY12" fmla="*/ 517629 h 786112"/>
                  <a:gd name="connsiteX13" fmla="*/ 1 w 1287467"/>
                  <a:gd name="connsiteY13" fmla="*/ 514646 h 786112"/>
                  <a:gd name="connsiteX14" fmla="*/ 665452 w 1287467"/>
                  <a:gd name="connsiteY14" fmla="*/ 59207 h 786112"/>
                  <a:gd name="connsiteX15" fmla="*/ 687285 w 1287467"/>
                  <a:gd name="connsiteY15" fmla="*/ 52226 h 786112"/>
                  <a:gd name="connsiteX16" fmla="*/ 911006 w 1287467"/>
                  <a:gd name="connsiteY16" fmla="*/ 1452 h 786112"/>
                  <a:gd name="connsiteX17" fmla="*/ 1283811 w 1287467"/>
                  <a:gd name="connsiteY17" fmla="*/ 325134 h 786112"/>
                  <a:gd name="connsiteX18" fmla="*/ 1283811 w 1287467"/>
                  <a:gd name="connsiteY18" fmla="*/ 325134 h 786112"/>
                  <a:gd name="connsiteX19" fmla="*/ 1287301 w 1287467"/>
                  <a:gd name="connsiteY19" fmla="*/ 339858 h 786112"/>
                  <a:gd name="connsiteX20" fmla="*/ 1284826 w 1287467"/>
                  <a:gd name="connsiteY20" fmla="*/ 347474 h 786112"/>
                  <a:gd name="connsiteX21" fmla="*/ 7173 w 1287467"/>
                  <a:gd name="connsiteY21" fmla="*/ 512996 h 786112"/>
                  <a:gd name="connsiteX22" fmla="*/ 29958 w 1287467"/>
                  <a:gd name="connsiteY22" fmla="*/ 510838 h 786112"/>
                  <a:gd name="connsiteX23" fmla="*/ 338026 w 1287467"/>
                  <a:gd name="connsiteY23" fmla="*/ 664872 h 786112"/>
                  <a:gd name="connsiteX24" fmla="*/ 374266 w 1287467"/>
                  <a:gd name="connsiteY24" fmla="*/ 711266 h 786112"/>
                  <a:gd name="connsiteX25" fmla="*/ 380613 w 1287467"/>
                  <a:gd name="connsiteY25" fmla="*/ 721929 h 786112"/>
                  <a:gd name="connsiteX26" fmla="*/ 409998 w 1287467"/>
                  <a:gd name="connsiteY26" fmla="*/ 761786 h 786112"/>
                  <a:gd name="connsiteX27" fmla="*/ 508118 w 1287467"/>
                  <a:gd name="connsiteY27" fmla="*/ 767054 h 786112"/>
                  <a:gd name="connsiteX28" fmla="*/ 578693 w 1287467"/>
                  <a:gd name="connsiteY28" fmla="*/ 736019 h 786112"/>
                  <a:gd name="connsiteX29" fmla="*/ 664881 w 1287467"/>
                  <a:gd name="connsiteY29" fmla="*/ 696542 h 786112"/>
                  <a:gd name="connsiteX30" fmla="*/ 921732 w 1287467"/>
                  <a:gd name="connsiteY30" fmla="*/ 564467 h 786112"/>
                  <a:gd name="connsiteX31" fmla="*/ 1071450 w 1287467"/>
                  <a:gd name="connsiteY31" fmla="*/ 490401 h 786112"/>
                  <a:gd name="connsiteX32" fmla="*/ 1279114 w 1287467"/>
                  <a:gd name="connsiteY32" fmla="*/ 349949 h 786112"/>
                  <a:gd name="connsiteX33" fmla="*/ 1284572 w 1287467"/>
                  <a:gd name="connsiteY33" fmla="*/ 339160 h 786112"/>
                  <a:gd name="connsiteX34" fmla="*/ 1281716 w 1287467"/>
                  <a:gd name="connsiteY34" fmla="*/ 326974 h 786112"/>
                  <a:gd name="connsiteX35" fmla="*/ 1282859 w 1287467"/>
                  <a:gd name="connsiteY35" fmla="*/ 325959 h 786112"/>
                  <a:gd name="connsiteX36" fmla="*/ 1281716 w 1287467"/>
                  <a:gd name="connsiteY36" fmla="*/ 326974 h 786112"/>
                  <a:gd name="connsiteX37" fmla="*/ 910308 w 1287467"/>
                  <a:gd name="connsiteY37" fmla="*/ 4689 h 786112"/>
                  <a:gd name="connsiteX38" fmla="*/ 688173 w 1287467"/>
                  <a:gd name="connsiteY38" fmla="*/ 55462 h 786112"/>
                  <a:gd name="connsiteX39" fmla="*/ 666341 w 1287467"/>
                  <a:gd name="connsiteY39" fmla="*/ 62444 h 786112"/>
                  <a:gd name="connsiteX40" fmla="*/ 7173 w 1287467"/>
                  <a:gd name="connsiteY40" fmla="*/ 512996 h 78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87467" h="786112">
                    <a:moveTo>
                      <a:pt x="1284826" y="347474"/>
                    </a:moveTo>
                    <a:cubicBezTo>
                      <a:pt x="1283791" y="349397"/>
                      <a:pt x="1282389" y="351098"/>
                      <a:pt x="1280701" y="352488"/>
                    </a:cubicBezTo>
                    <a:cubicBezTo>
                      <a:pt x="1216333" y="406441"/>
                      <a:pt x="1146576" y="453616"/>
                      <a:pt x="1072529" y="493257"/>
                    </a:cubicBezTo>
                    <a:cubicBezTo>
                      <a:pt x="1022200" y="519089"/>
                      <a:pt x="971680" y="543650"/>
                      <a:pt x="922811" y="567323"/>
                    </a:cubicBezTo>
                    <a:cubicBezTo>
                      <a:pt x="838717" y="608133"/>
                      <a:pt x="751450" y="650338"/>
                      <a:pt x="666087" y="699398"/>
                    </a:cubicBezTo>
                    <a:cubicBezTo>
                      <a:pt x="638174" y="714535"/>
                      <a:pt x="609278" y="727761"/>
                      <a:pt x="579581" y="739001"/>
                    </a:cubicBezTo>
                    <a:cubicBezTo>
                      <a:pt x="556162" y="748458"/>
                      <a:pt x="531981" y="758041"/>
                      <a:pt x="509260" y="769910"/>
                    </a:cubicBezTo>
                    <a:cubicBezTo>
                      <a:pt x="478415" y="785967"/>
                      <a:pt x="445158" y="798724"/>
                      <a:pt x="407713" y="764198"/>
                    </a:cubicBezTo>
                    <a:cubicBezTo>
                      <a:pt x="395978" y="752075"/>
                      <a:pt x="385925" y="738437"/>
                      <a:pt x="377820" y="723642"/>
                    </a:cubicBezTo>
                    <a:cubicBezTo>
                      <a:pt x="375662" y="720088"/>
                      <a:pt x="373504" y="716534"/>
                      <a:pt x="371473" y="713044"/>
                    </a:cubicBezTo>
                    <a:cubicBezTo>
                      <a:pt x="360988" y="696669"/>
                      <a:pt x="349006" y="681310"/>
                      <a:pt x="335678" y="667157"/>
                    </a:cubicBezTo>
                    <a:cubicBezTo>
                      <a:pt x="277796" y="605276"/>
                      <a:pt x="85682" y="518009"/>
                      <a:pt x="29450" y="514011"/>
                    </a:cubicBezTo>
                    <a:cubicBezTo>
                      <a:pt x="19930" y="513815"/>
                      <a:pt x="10435" y="515033"/>
                      <a:pt x="1271" y="517629"/>
                    </a:cubicBezTo>
                    <a:lnTo>
                      <a:pt x="1" y="514646"/>
                    </a:lnTo>
                    <a:cubicBezTo>
                      <a:pt x="217629" y="316248"/>
                      <a:pt x="432402" y="132575"/>
                      <a:pt x="665452" y="59207"/>
                    </a:cubicBezTo>
                    <a:lnTo>
                      <a:pt x="687285" y="52226"/>
                    </a:lnTo>
                    <a:cubicBezTo>
                      <a:pt x="761985" y="28362"/>
                      <a:pt x="874893" y="-7687"/>
                      <a:pt x="911006" y="1452"/>
                    </a:cubicBezTo>
                    <a:cubicBezTo>
                      <a:pt x="913417" y="2595"/>
                      <a:pt x="1135806" y="105411"/>
                      <a:pt x="1283811" y="325134"/>
                    </a:cubicBezTo>
                    <a:lnTo>
                      <a:pt x="1283811" y="325134"/>
                    </a:lnTo>
                    <a:cubicBezTo>
                      <a:pt x="1286711" y="329462"/>
                      <a:pt x="1287949" y="334692"/>
                      <a:pt x="1287301" y="339858"/>
                    </a:cubicBezTo>
                    <a:cubicBezTo>
                      <a:pt x="1286978" y="342536"/>
                      <a:pt x="1286140" y="345119"/>
                      <a:pt x="1284826" y="347474"/>
                    </a:cubicBezTo>
                    <a:close/>
                    <a:moveTo>
                      <a:pt x="7173" y="512996"/>
                    </a:moveTo>
                    <a:cubicBezTo>
                      <a:pt x="14643" y="511288"/>
                      <a:pt x="22303" y="510565"/>
                      <a:pt x="29958" y="510838"/>
                    </a:cubicBezTo>
                    <a:cubicBezTo>
                      <a:pt x="88030" y="514963"/>
                      <a:pt x="278494" y="601151"/>
                      <a:pt x="338026" y="664872"/>
                    </a:cubicBezTo>
                    <a:cubicBezTo>
                      <a:pt x="351526" y="679178"/>
                      <a:pt x="363654" y="694708"/>
                      <a:pt x="374266" y="711266"/>
                    </a:cubicBezTo>
                    <a:cubicBezTo>
                      <a:pt x="376487" y="714820"/>
                      <a:pt x="378645" y="718375"/>
                      <a:pt x="380613" y="721929"/>
                    </a:cubicBezTo>
                    <a:cubicBezTo>
                      <a:pt x="388558" y="736482"/>
                      <a:pt x="398447" y="749892"/>
                      <a:pt x="409998" y="761786"/>
                    </a:cubicBezTo>
                    <a:cubicBezTo>
                      <a:pt x="445857" y="795170"/>
                      <a:pt x="476892" y="783302"/>
                      <a:pt x="508118" y="767054"/>
                    </a:cubicBezTo>
                    <a:cubicBezTo>
                      <a:pt x="530966" y="755249"/>
                      <a:pt x="555210" y="745475"/>
                      <a:pt x="578693" y="736019"/>
                    </a:cubicBezTo>
                    <a:cubicBezTo>
                      <a:pt x="608294" y="724848"/>
                      <a:pt x="637089" y="711654"/>
                      <a:pt x="664881" y="696542"/>
                    </a:cubicBezTo>
                    <a:cubicBezTo>
                      <a:pt x="750625" y="647482"/>
                      <a:pt x="837638" y="605276"/>
                      <a:pt x="921732" y="564467"/>
                    </a:cubicBezTo>
                    <a:cubicBezTo>
                      <a:pt x="970601" y="540731"/>
                      <a:pt x="1021185" y="516232"/>
                      <a:pt x="1071450" y="490401"/>
                    </a:cubicBezTo>
                    <a:cubicBezTo>
                      <a:pt x="1145300" y="450823"/>
                      <a:pt x="1214892" y="403763"/>
                      <a:pt x="1279114" y="349949"/>
                    </a:cubicBezTo>
                    <a:cubicBezTo>
                      <a:pt x="1282262" y="347194"/>
                      <a:pt x="1284217" y="343323"/>
                      <a:pt x="1284572" y="339160"/>
                    </a:cubicBezTo>
                    <a:cubicBezTo>
                      <a:pt x="1285099" y="334888"/>
                      <a:pt x="1284090" y="330566"/>
                      <a:pt x="1281716" y="326974"/>
                    </a:cubicBezTo>
                    <a:lnTo>
                      <a:pt x="1282859" y="325959"/>
                    </a:lnTo>
                    <a:lnTo>
                      <a:pt x="1281716" y="326974"/>
                    </a:lnTo>
                    <a:cubicBezTo>
                      <a:pt x="1134156" y="108203"/>
                      <a:pt x="912529" y="5704"/>
                      <a:pt x="910308" y="4689"/>
                    </a:cubicBezTo>
                    <a:cubicBezTo>
                      <a:pt x="875147" y="-4006"/>
                      <a:pt x="757987" y="33376"/>
                      <a:pt x="688173" y="55462"/>
                    </a:cubicBezTo>
                    <a:lnTo>
                      <a:pt x="666341" y="62444"/>
                    </a:lnTo>
                    <a:cubicBezTo>
                      <a:pt x="435258" y="135114"/>
                      <a:pt x="222453" y="316629"/>
                      <a:pt x="7173" y="512996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1" name=""/>
              <p:cNvSpPr/>
              <p:nvPr/>
            </p:nvSpPr>
            <p:spPr>
              <a:xfrm>
                <a:off x="4966233" y="3889894"/>
                <a:ext cx="1207077" cy="760534"/>
              </a:xfrm>
              <a:custGeom>
                <a:avLst/>
                <a:gdLst>
                  <a:gd name="connsiteX0" fmla="*/ 1204540 w 1206983"/>
                  <a:gd name="connsiteY0" fmla="*/ 325640 h 759033"/>
                  <a:gd name="connsiteX1" fmla="*/ 1200542 w 1206983"/>
                  <a:gd name="connsiteY1" fmla="*/ 330527 h 759033"/>
                  <a:gd name="connsiteX2" fmla="*/ 1000494 w 1206983"/>
                  <a:gd name="connsiteY2" fmla="*/ 468885 h 759033"/>
                  <a:gd name="connsiteX3" fmla="*/ 856805 w 1206983"/>
                  <a:gd name="connsiteY3" fmla="*/ 542190 h 759033"/>
                  <a:gd name="connsiteX4" fmla="*/ 610553 w 1206983"/>
                  <a:gd name="connsiteY4" fmla="*/ 672741 h 759033"/>
                  <a:gd name="connsiteX5" fmla="*/ 527538 w 1206983"/>
                  <a:gd name="connsiteY5" fmla="*/ 712027 h 759033"/>
                  <a:gd name="connsiteX6" fmla="*/ 460137 w 1206983"/>
                  <a:gd name="connsiteY6" fmla="*/ 742745 h 759033"/>
                  <a:gd name="connsiteX7" fmla="*/ 363476 w 1206983"/>
                  <a:gd name="connsiteY7" fmla="*/ 738493 h 759033"/>
                  <a:gd name="connsiteX8" fmla="*/ 335297 w 1206983"/>
                  <a:gd name="connsiteY8" fmla="*/ 699715 h 759033"/>
                  <a:gd name="connsiteX9" fmla="*/ 328950 w 1206983"/>
                  <a:gd name="connsiteY9" fmla="*/ 689560 h 759033"/>
                  <a:gd name="connsiteX10" fmla="*/ 295186 w 1206983"/>
                  <a:gd name="connsiteY10" fmla="*/ 645768 h 759033"/>
                  <a:gd name="connsiteX11" fmla="*/ 16312 w 1206983"/>
                  <a:gd name="connsiteY11" fmla="*/ 488496 h 759033"/>
                  <a:gd name="connsiteX12" fmla="*/ 1397 w 1206983"/>
                  <a:gd name="connsiteY12" fmla="*/ 490147 h 759033"/>
                  <a:gd name="connsiteX13" fmla="*/ 1 w 1206983"/>
                  <a:gd name="connsiteY13" fmla="*/ 487290 h 759033"/>
                  <a:gd name="connsiteX14" fmla="*/ 627562 w 1206983"/>
                  <a:gd name="connsiteY14" fmla="*/ 60094 h 759033"/>
                  <a:gd name="connsiteX15" fmla="*/ 648316 w 1206983"/>
                  <a:gd name="connsiteY15" fmla="*/ 53177 h 759033"/>
                  <a:gd name="connsiteX16" fmla="*/ 862517 w 1206983"/>
                  <a:gd name="connsiteY16" fmla="*/ 1197 h 759033"/>
                  <a:gd name="connsiteX17" fmla="*/ 1203588 w 1206983"/>
                  <a:gd name="connsiteY17" fmla="*/ 303617 h 759033"/>
                  <a:gd name="connsiteX18" fmla="*/ 1203588 w 1206983"/>
                  <a:gd name="connsiteY18" fmla="*/ 303617 h 759033"/>
                  <a:gd name="connsiteX19" fmla="*/ 1206825 w 1206983"/>
                  <a:gd name="connsiteY19" fmla="*/ 317707 h 759033"/>
                  <a:gd name="connsiteX20" fmla="*/ 1204540 w 1206983"/>
                  <a:gd name="connsiteY20" fmla="*/ 325640 h 759033"/>
                  <a:gd name="connsiteX21" fmla="*/ 6665 w 1206983"/>
                  <a:gd name="connsiteY21" fmla="*/ 485387 h 759033"/>
                  <a:gd name="connsiteX22" fmla="*/ 16502 w 1206983"/>
                  <a:gd name="connsiteY22" fmla="*/ 485387 h 759033"/>
                  <a:gd name="connsiteX23" fmla="*/ 297154 w 1206983"/>
                  <a:gd name="connsiteY23" fmla="*/ 643546 h 759033"/>
                  <a:gd name="connsiteX24" fmla="*/ 331298 w 1206983"/>
                  <a:gd name="connsiteY24" fmla="*/ 687973 h 759033"/>
                  <a:gd name="connsiteX25" fmla="*/ 337645 w 1206983"/>
                  <a:gd name="connsiteY25" fmla="*/ 698191 h 759033"/>
                  <a:gd name="connsiteX26" fmla="*/ 365317 w 1206983"/>
                  <a:gd name="connsiteY26" fmla="*/ 736272 h 759033"/>
                  <a:gd name="connsiteX27" fmla="*/ 458867 w 1206983"/>
                  <a:gd name="connsiteY27" fmla="*/ 740016 h 759033"/>
                  <a:gd name="connsiteX28" fmla="*/ 526523 w 1206983"/>
                  <a:gd name="connsiteY28" fmla="*/ 709235 h 759033"/>
                  <a:gd name="connsiteX29" fmla="*/ 609030 w 1206983"/>
                  <a:gd name="connsiteY29" fmla="*/ 670076 h 759033"/>
                  <a:gd name="connsiteX30" fmla="*/ 855472 w 1206983"/>
                  <a:gd name="connsiteY30" fmla="*/ 539524 h 759033"/>
                  <a:gd name="connsiteX31" fmla="*/ 999098 w 1206983"/>
                  <a:gd name="connsiteY31" fmla="*/ 466220 h 759033"/>
                  <a:gd name="connsiteX32" fmla="*/ 1198638 w 1206983"/>
                  <a:gd name="connsiteY32" fmla="*/ 328179 h 759033"/>
                  <a:gd name="connsiteX33" fmla="*/ 1204032 w 1206983"/>
                  <a:gd name="connsiteY33" fmla="*/ 317580 h 759033"/>
                  <a:gd name="connsiteX34" fmla="*/ 1201367 w 1206983"/>
                  <a:gd name="connsiteY34" fmla="*/ 306029 h 759033"/>
                  <a:gd name="connsiteX35" fmla="*/ 1201367 w 1206983"/>
                  <a:gd name="connsiteY35" fmla="*/ 306029 h 759033"/>
                  <a:gd name="connsiteX36" fmla="*/ 861819 w 1206983"/>
                  <a:gd name="connsiteY36" fmla="*/ 4751 h 759033"/>
                  <a:gd name="connsiteX37" fmla="*/ 649268 w 1206983"/>
                  <a:gd name="connsiteY37" fmla="*/ 56794 h 759033"/>
                  <a:gd name="connsiteX38" fmla="*/ 628514 w 1206983"/>
                  <a:gd name="connsiteY38" fmla="*/ 63712 h 759033"/>
                  <a:gd name="connsiteX39" fmla="*/ 6665 w 1206983"/>
                  <a:gd name="connsiteY39" fmla="*/ 485387 h 75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206983" h="759033">
                    <a:moveTo>
                      <a:pt x="1204540" y="325640"/>
                    </a:moveTo>
                    <a:cubicBezTo>
                      <a:pt x="1203512" y="327494"/>
                      <a:pt x="1202154" y="329150"/>
                      <a:pt x="1200542" y="330527"/>
                    </a:cubicBezTo>
                    <a:cubicBezTo>
                      <a:pt x="1138687" y="383262"/>
                      <a:pt x="1071666" y="429618"/>
                      <a:pt x="1000494" y="468885"/>
                    </a:cubicBezTo>
                    <a:cubicBezTo>
                      <a:pt x="952196" y="494272"/>
                      <a:pt x="903707" y="518707"/>
                      <a:pt x="856805" y="542190"/>
                    </a:cubicBezTo>
                    <a:cubicBezTo>
                      <a:pt x="776138" y="582618"/>
                      <a:pt x="692743" y="624379"/>
                      <a:pt x="610553" y="672741"/>
                    </a:cubicBezTo>
                    <a:cubicBezTo>
                      <a:pt x="583795" y="687687"/>
                      <a:pt x="556060" y="700812"/>
                      <a:pt x="527538" y="712027"/>
                    </a:cubicBezTo>
                    <a:cubicBezTo>
                      <a:pt x="505134" y="721420"/>
                      <a:pt x="481969" y="731067"/>
                      <a:pt x="460137" y="742745"/>
                    </a:cubicBezTo>
                    <a:cubicBezTo>
                      <a:pt x="430497" y="758612"/>
                      <a:pt x="398637" y="771369"/>
                      <a:pt x="363476" y="738493"/>
                    </a:cubicBezTo>
                    <a:cubicBezTo>
                      <a:pt x="352376" y="726898"/>
                      <a:pt x="342900" y="713849"/>
                      <a:pt x="335297" y="699715"/>
                    </a:cubicBezTo>
                    <a:cubicBezTo>
                      <a:pt x="333266" y="696351"/>
                      <a:pt x="331235" y="692924"/>
                      <a:pt x="328950" y="689560"/>
                    </a:cubicBezTo>
                    <a:cubicBezTo>
                      <a:pt x="319119" y="673921"/>
                      <a:pt x="307809" y="659254"/>
                      <a:pt x="295186" y="645768"/>
                    </a:cubicBezTo>
                    <a:cubicBezTo>
                      <a:pt x="237748" y="583824"/>
                      <a:pt x="78764" y="494145"/>
                      <a:pt x="16312" y="488496"/>
                    </a:cubicBezTo>
                    <a:cubicBezTo>
                      <a:pt x="11279" y="488027"/>
                      <a:pt x="6202" y="488585"/>
                      <a:pt x="1397" y="490147"/>
                    </a:cubicBezTo>
                    <a:lnTo>
                      <a:pt x="1" y="487290"/>
                    </a:lnTo>
                    <a:cubicBezTo>
                      <a:pt x="178978" y="321769"/>
                      <a:pt x="389815" y="138222"/>
                      <a:pt x="627562" y="60094"/>
                    </a:cubicBezTo>
                    <a:cubicBezTo>
                      <a:pt x="633909" y="58000"/>
                      <a:pt x="640890" y="55715"/>
                      <a:pt x="648316" y="53177"/>
                    </a:cubicBezTo>
                    <a:cubicBezTo>
                      <a:pt x="719907" y="29186"/>
                      <a:pt x="828118" y="-7053"/>
                      <a:pt x="862517" y="1197"/>
                    </a:cubicBezTo>
                    <a:cubicBezTo>
                      <a:pt x="864802" y="2150"/>
                      <a:pt x="1064215" y="93795"/>
                      <a:pt x="1203588" y="303617"/>
                    </a:cubicBezTo>
                    <a:lnTo>
                      <a:pt x="1203588" y="303617"/>
                    </a:lnTo>
                    <a:cubicBezTo>
                      <a:pt x="1206292" y="307787"/>
                      <a:pt x="1207434" y="312776"/>
                      <a:pt x="1206825" y="317707"/>
                    </a:cubicBezTo>
                    <a:cubicBezTo>
                      <a:pt x="1206584" y="320474"/>
                      <a:pt x="1205810" y="323165"/>
                      <a:pt x="1204540" y="325640"/>
                    </a:cubicBezTo>
                    <a:close/>
                    <a:moveTo>
                      <a:pt x="6665" y="485387"/>
                    </a:moveTo>
                    <a:cubicBezTo>
                      <a:pt x="9934" y="484987"/>
                      <a:pt x="13234" y="484987"/>
                      <a:pt x="16502" y="485387"/>
                    </a:cubicBezTo>
                    <a:cubicBezTo>
                      <a:pt x="79335" y="491035"/>
                      <a:pt x="239335" y="581222"/>
                      <a:pt x="297154" y="643546"/>
                    </a:cubicBezTo>
                    <a:cubicBezTo>
                      <a:pt x="309929" y="657230"/>
                      <a:pt x="321360" y="672107"/>
                      <a:pt x="331298" y="687973"/>
                    </a:cubicBezTo>
                    <a:cubicBezTo>
                      <a:pt x="333393" y="691337"/>
                      <a:pt x="335424" y="694764"/>
                      <a:pt x="337645" y="698191"/>
                    </a:cubicBezTo>
                    <a:cubicBezTo>
                      <a:pt x="345147" y="712052"/>
                      <a:pt x="354451" y="724860"/>
                      <a:pt x="365317" y="736272"/>
                    </a:cubicBezTo>
                    <a:cubicBezTo>
                      <a:pt x="399208" y="768005"/>
                      <a:pt x="428784" y="756137"/>
                      <a:pt x="458867" y="740016"/>
                    </a:cubicBezTo>
                    <a:cubicBezTo>
                      <a:pt x="480826" y="728402"/>
                      <a:pt x="504056" y="718691"/>
                      <a:pt x="526523" y="709235"/>
                    </a:cubicBezTo>
                    <a:cubicBezTo>
                      <a:pt x="554886" y="698083"/>
                      <a:pt x="582456" y="685003"/>
                      <a:pt x="609030" y="670076"/>
                    </a:cubicBezTo>
                    <a:cubicBezTo>
                      <a:pt x="691537" y="621714"/>
                      <a:pt x="774805" y="579952"/>
                      <a:pt x="855472" y="539524"/>
                    </a:cubicBezTo>
                    <a:cubicBezTo>
                      <a:pt x="902374" y="516041"/>
                      <a:pt x="950672" y="491733"/>
                      <a:pt x="999098" y="466220"/>
                    </a:cubicBezTo>
                    <a:cubicBezTo>
                      <a:pt x="1070092" y="427048"/>
                      <a:pt x="1136948" y="380799"/>
                      <a:pt x="1198638" y="328179"/>
                    </a:cubicBezTo>
                    <a:cubicBezTo>
                      <a:pt x="1201716" y="325456"/>
                      <a:pt x="1203645" y="321667"/>
                      <a:pt x="1204032" y="317580"/>
                    </a:cubicBezTo>
                    <a:cubicBezTo>
                      <a:pt x="1204502" y="313537"/>
                      <a:pt x="1203563" y="309456"/>
                      <a:pt x="1201367" y="306029"/>
                    </a:cubicBezTo>
                    <a:lnTo>
                      <a:pt x="1201367" y="306029"/>
                    </a:lnTo>
                    <a:cubicBezTo>
                      <a:pt x="1062501" y="96969"/>
                      <a:pt x="863850" y="5640"/>
                      <a:pt x="861819" y="4751"/>
                    </a:cubicBezTo>
                    <a:cubicBezTo>
                      <a:pt x="828372" y="-3182"/>
                      <a:pt x="716226" y="34390"/>
                      <a:pt x="649268" y="56794"/>
                    </a:cubicBezTo>
                    <a:lnTo>
                      <a:pt x="628514" y="63712"/>
                    </a:lnTo>
                    <a:cubicBezTo>
                      <a:pt x="393242" y="140888"/>
                      <a:pt x="184373" y="321261"/>
                      <a:pt x="6665" y="485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2" name=""/>
              <p:cNvSpPr/>
              <p:nvPr/>
            </p:nvSpPr>
            <p:spPr>
              <a:xfrm>
                <a:off x="6215233" y="4190778"/>
                <a:ext cx="36687" cy="28135"/>
              </a:xfrm>
              <a:custGeom>
                <a:avLst/>
                <a:gdLst>
                  <a:gd name="connsiteX0" fmla="*/ 1715 w 36684"/>
                  <a:gd name="connsiteY0" fmla="*/ 26366 h 28079"/>
                  <a:gd name="connsiteX1" fmla="*/ 11552 w 36684"/>
                  <a:gd name="connsiteY1" fmla="*/ 27953 h 28079"/>
                  <a:gd name="connsiteX2" fmla="*/ 31798 w 36684"/>
                  <a:gd name="connsiteY2" fmla="*/ 17100 h 28079"/>
                  <a:gd name="connsiteX3" fmla="*/ 36685 w 36684"/>
                  <a:gd name="connsiteY3" fmla="*/ 5866 h 28079"/>
                  <a:gd name="connsiteX4" fmla="*/ 28244 w 36684"/>
                  <a:gd name="connsiteY4" fmla="*/ 2058 h 28079"/>
                  <a:gd name="connsiteX5" fmla="*/ 23865 w 36684"/>
                  <a:gd name="connsiteY5" fmla="*/ 7517 h 28079"/>
                  <a:gd name="connsiteX6" fmla="*/ 9394 w 36684"/>
                  <a:gd name="connsiteY6" fmla="*/ 15958 h 28079"/>
                  <a:gd name="connsiteX7" fmla="*/ 1207 w 36684"/>
                  <a:gd name="connsiteY7" fmla="*/ 25731 h 28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84" h="28079">
                    <a:moveTo>
                      <a:pt x="1715" y="26366"/>
                    </a:moveTo>
                    <a:cubicBezTo>
                      <a:pt x="4780" y="27800"/>
                      <a:pt x="8189" y="28353"/>
                      <a:pt x="11552" y="27953"/>
                    </a:cubicBezTo>
                    <a:cubicBezTo>
                      <a:pt x="19606" y="27616"/>
                      <a:pt x="27057" y="23618"/>
                      <a:pt x="31798" y="17100"/>
                    </a:cubicBezTo>
                    <a:cubicBezTo>
                      <a:pt x="34439" y="13882"/>
                      <a:pt x="36127" y="9992"/>
                      <a:pt x="36685" y="5866"/>
                    </a:cubicBezTo>
                    <a:cubicBezTo>
                      <a:pt x="36685" y="-480"/>
                      <a:pt x="32116" y="-1559"/>
                      <a:pt x="28244" y="2058"/>
                    </a:cubicBezTo>
                    <a:cubicBezTo>
                      <a:pt x="26664" y="3778"/>
                      <a:pt x="25204" y="5600"/>
                      <a:pt x="23865" y="7517"/>
                    </a:cubicBezTo>
                    <a:cubicBezTo>
                      <a:pt x="20254" y="12029"/>
                      <a:pt x="15100" y="15037"/>
                      <a:pt x="9394" y="15958"/>
                    </a:cubicBezTo>
                    <a:cubicBezTo>
                      <a:pt x="6031" y="16465"/>
                      <a:pt x="-3299" y="19131"/>
                      <a:pt x="1207" y="2573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3" name=""/>
              <p:cNvSpPr/>
              <p:nvPr/>
            </p:nvSpPr>
            <p:spPr>
              <a:xfrm>
                <a:off x="295145" y="2707702"/>
                <a:ext cx="525483" cy="1053790"/>
              </a:xfrm>
              <a:custGeom>
                <a:avLst/>
                <a:gdLst>
                  <a:gd name="connsiteX0" fmla="*/ 525444 w 525442"/>
                  <a:gd name="connsiteY0" fmla="*/ 0 h 1051710"/>
                  <a:gd name="connsiteX1" fmla="*/ 470355 w 525442"/>
                  <a:gd name="connsiteY1" fmla="*/ 185387 h 1051710"/>
                  <a:gd name="connsiteX2" fmla="*/ 178407 w 525442"/>
                  <a:gd name="connsiteY2" fmla="*/ 834273 h 1051710"/>
                  <a:gd name="connsiteX3" fmla="*/ 1 w 525442"/>
                  <a:gd name="connsiteY3" fmla="*/ 1051711 h 10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442" h="1051710">
                    <a:moveTo>
                      <a:pt x="525444" y="0"/>
                    </a:moveTo>
                    <a:cubicBezTo>
                      <a:pt x="513639" y="66386"/>
                      <a:pt x="524429" y="131250"/>
                      <a:pt x="470355" y="185387"/>
                    </a:cubicBezTo>
                    <a:cubicBezTo>
                      <a:pt x="297344" y="369441"/>
                      <a:pt x="254059" y="607188"/>
                      <a:pt x="178407" y="834273"/>
                    </a:cubicBezTo>
                    <a:cubicBezTo>
                      <a:pt x="145975" y="920778"/>
                      <a:pt x="70513" y="985705"/>
                      <a:pt x="1" y="10517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4" name=""/>
              <p:cNvSpPr/>
              <p:nvPr/>
            </p:nvSpPr>
            <p:spPr>
              <a:xfrm>
                <a:off x="749810" y="2777972"/>
                <a:ext cx="79498" cy="61366"/>
              </a:xfrm>
              <a:custGeom>
                <a:avLst/>
                <a:gdLst>
                  <a:gd name="connsiteX0" fmla="*/ 45745 w 79492"/>
                  <a:gd name="connsiteY0" fmla="*/ 0 h 61245"/>
                  <a:gd name="connsiteX1" fmla="*/ 7665 w 79492"/>
                  <a:gd name="connsiteY1" fmla="*/ 26148 h 61245"/>
                  <a:gd name="connsiteX2" fmla="*/ 49 w 79492"/>
                  <a:gd name="connsiteY2" fmla="*/ 36747 h 61245"/>
                  <a:gd name="connsiteX3" fmla="*/ 26514 w 79492"/>
                  <a:gd name="connsiteY3" fmla="*/ 48552 h 61245"/>
                  <a:gd name="connsiteX4" fmla="*/ 51330 w 79492"/>
                  <a:gd name="connsiteY4" fmla="*/ 61246 h 61245"/>
                  <a:gd name="connsiteX5" fmla="*/ 67133 w 79492"/>
                  <a:gd name="connsiteY5" fmla="*/ 58707 h 61245"/>
                  <a:gd name="connsiteX6" fmla="*/ 77859 w 79492"/>
                  <a:gd name="connsiteY6" fmla="*/ 56676 h 61245"/>
                  <a:gd name="connsiteX7" fmla="*/ 75067 w 79492"/>
                  <a:gd name="connsiteY7" fmla="*/ 34018 h 61245"/>
                  <a:gd name="connsiteX8" fmla="*/ 74242 w 79492"/>
                  <a:gd name="connsiteY8" fmla="*/ 3554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492" h="61245">
                    <a:moveTo>
                      <a:pt x="45745" y="0"/>
                    </a:moveTo>
                    <a:cubicBezTo>
                      <a:pt x="33052" y="8885"/>
                      <a:pt x="20358" y="17327"/>
                      <a:pt x="7665" y="26148"/>
                    </a:cubicBezTo>
                    <a:cubicBezTo>
                      <a:pt x="4174" y="28560"/>
                      <a:pt x="-522" y="31924"/>
                      <a:pt x="49" y="36747"/>
                    </a:cubicBezTo>
                    <a:cubicBezTo>
                      <a:pt x="1318" y="47093"/>
                      <a:pt x="19089" y="43665"/>
                      <a:pt x="26514" y="48552"/>
                    </a:cubicBezTo>
                    <a:cubicBezTo>
                      <a:pt x="33940" y="53439"/>
                      <a:pt x="39589" y="61246"/>
                      <a:pt x="51330" y="61246"/>
                    </a:cubicBezTo>
                    <a:cubicBezTo>
                      <a:pt x="57232" y="61246"/>
                      <a:pt x="60977" y="58390"/>
                      <a:pt x="67133" y="58707"/>
                    </a:cubicBezTo>
                    <a:cubicBezTo>
                      <a:pt x="71449" y="58707"/>
                      <a:pt x="74940" y="60420"/>
                      <a:pt x="77859" y="56676"/>
                    </a:cubicBezTo>
                    <a:cubicBezTo>
                      <a:pt x="82492" y="50329"/>
                      <a:pt x="75892" y="40428"/>
                      <a:pt x="75067" y="34018"/>
                    </a:cubicBezTo>
                    <a:cubicBezTo>
                      <a:pt x="73670" y="22848"/>
                      <a:pt x="71259" y="14280"/>
                      <a:pt x="74242" y="3554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5" name=""/>
              <p:cNvSpPr/>
              <p:nvPr/>
            </p:nvSpPr>
            <p:spPr>
              <a:xfrm>
                <a:off x="655013" y="2198843"/>
                <a:ext cx="499043" cy="600234"/>
              </a:xfrm>
              <a:custGeom>
                <a:avLst/>
                <a:gdLst>
                  <a:gd name="connsiteX0" fmla="*/ 490618 w 499004"/>
                  <a:gd name="connsiteY0" fmla="*/ 288133 h 599049"/>
                  <a:gd name="connsiteX1" fmla="*/ 141994 w 499004"/>
                  <a:gd name="connsiteY1" fmla="*/ 597153 h 599049"/>
                  <a:gd name="connsiteX2" fmla="*/ 14616 w 499004"/>
                  <a:gd name="connsiteY2" fmla="*/ 156629 h 599049"/>
                  <a:gd name="connsiteX3" fmla="*/ 315386 w 499004"/>
                  <a:gd name="connsiteY3" fmla="*/ 9830 h 599049"/>
                  <a:gd name="connsiteX4" fmla="*/ 490618 w 499004"/>
                  <a:gd name="connsiteY4" fmla="*/ 288133 h 59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004" h="599049">
                    <a:moveTo>
                      <a:pt x="490618" y="288133"/>
                    </a:moveTo>
                    <a:cubicBezTo>
                      <a:pt x="438639" y="461334"/>
                      <a:pt x="218853" y="618161"/>
                      <a:pt x="141994" y="597153"/>
                    </a:cubicBezTo>
                    <a:cubicBezTo>
                      <a:pt x="58979" y="574242"/>
                      <a:pt x="-37173" y="301715"/>
                      <a:pt x="14616" y="156629"/>
                    </a:cubicBezTo>
                    <a:cubicBezTo>
                      <a:pt x="55806" y="41183"/>
                      <a:pt x="183946" y="-26473"/>
                      <a:pt x="315386" y="9830"/>
                    </a:cubicBezTo>
                    <a:cubicBezTo>
                      <a:pt x="446826" y="46133"/>
                      <a:pt x="525842" y="170909"/>
                      <a:pt x="490618" y="288133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6" name=""/>
              <p:cNvSpPr/>
              <p:nvPr/>
            </p:nvSpPr>
            <p:spPr>
              <a:xfrm>
                <a:off x="369574" y="3286277"/>
                <a:ext cx="689241" cy="954459"/>
              </a:xfrm>
              <a:custGeom>
                <a:avLst/>
                <a:gdLst>
                  <a:gd name="connsiteX0" fmla="*/ 689189 w 689187"/>
                  <a:gd name="connsiteY0" fmla="*/ 0 h 952575"/>
                  <a:gd name="connsiteX1" fmla="*/ 604778 w 689187"/>
                  <a:gd name="connsiteY1" fmla="*/ 173963 h 952575"/>
                  <a:gd name="connsiteX2" fmla="*/ 211283 w 689187"/>
                  <a:gd name="connsiteY2" fmla="*/ 766998 h 952575"/>
                  <a:gd name="connsiteX3" fmla="*/ 1 w 689187"/>
                  <a:gd name="connsiteY3" fmla="*/ 952576 h 952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187" h="952575">
                    <a:moveTo>
                      <a:pt x="689189" y="0"/>
                    </a:moveTo>
                    <a:cubicBezTo>
                      <a:pt x="666785" y="63467"/>
                      <a:pt x="666912" y="129409"/>
                      <a:pt x="604778" y="173963"/>
                    </a:cubicBezTo>
                    <a:cubicBezTo>
                      <a:pt x="404222" y="327362"/>
                      <a:pt x="322921" y="555145"/>
                      <a:pt x="211283" y="766998"/>
                    </a:cubicBezTo>
                    <a:cubicBezTo>
                      <a:pt x="165269" y="847093"/>
                      <a:pt x="80033" y="898882"/>
                      <a:pt x="1" y="952576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7" name=""/>
              <p:cNvSpPr/>
              <p:nvPr/>
            </p:nvSpPr>
            <p:spPr>
              <a:xfrm>
                <a:off x="1398342" y="2456130"/>
                <a:ext cx="78649" cy="62869"/>
              </a:xfrm>
              <a:custGeom>
                <a:avLst/>
                <a:gdLst>
                  <a:gd name="connsiteX0" fmla="*/ 51163 w 78643"/>
                  <a:gd name="connsiteY0" fmla="*/ 0 h 62745"/>
                  <a:gd name="connsiteX1" fmla="*/ 9275 w 78643"/>
                  <a:gd name="connsiteY1" fmla="*/ 19611 h 62745"/>
                  <a:gd name="connsiteX2" fmla="*/ 9 w 78643"/>
                  <a:gd name="connsiteY2" fmla="*/ 28877 h 62745"/>
                  <a:gd name="connsiteX3" fmla="*/ 24254 w 78643"/>
                  <a:gd name="connsiteY3" fmla="*/ 44808 h 62745"/>
                  <a:gd name="connsiteX4" fmla="*/ 46721 w 78643"/>
                  <a:gd name="connsiteY4" fmla="*/ 61182 h 62745"/>
                  <a:gd name="connsiteX5" fmla="*/ 62714 w 78643"/>
                  <a:gd name="connsiteY5" fmla="*/ 61182 h 62745"/>
                  <a:gd name="connsiteX6" fmla="*/ 73567 w 78643"/>
                  <a:gd name="connsiteY6" fmla="*/ 61182 h 62745"/>
                  <a:gd name="connsiteX7" fmla="*/ 74583 w 78643"/>
                  <a:gd name="connsiteY7" fmla="*/ 38334 h 62745"/>
                  <a:gd name="connsiteX8" fmla="*/ 78645 w 78643"/>
                  <a:gd name="connsiteY8" fmla="*/ 8187 h 6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745">
                    <a:moveTo>
                      <a:pt x="51163" y="0"/>
                    </a:moveTo>
                    <a:cubicBezTo>
                      <a:pt x="37264" y="6727"/>
                      <a:pt x="23048" y="12693"/>
                      <a:pt x="9275" y="19611"/>
                    </a:cubicBezTo>
                    <a:cubicBezTo>
                      <a:pt x="5467" y="21515"/>
                      <a:pt x="263" y="24054"/>
                      <a:pt x="9" y="28877"/>
                    </a:cubicBezTo>
                    <a:cubicBezTo>
                      <a:pt x="-435" y="39286"/>
                      <a:pt x="18034" y="38842"/>
                      <a:pt x="24254" y="44808"/>
                    </a:cubicBezTo>
                    <a:cubicBezTo>
                      <a:pt x="30473" y="50774"/>
                      <a:pt x="35106" y="59405"/>
                      <a:pt x="46721" y="61182"/>
                    </a:cubicBezTo>
                    <a:cubicBezTo>
                      <a:pt x="52496" y="62071"/>
                      <a:pt x="56685" y="59913"/>
                      <a:pt x="62714" y="61182"/>
                    </a:cubicBezTo>
                    <a:cubicBezTo>
                      <a:pt x="66903" y="62134"/>
                      <a:pt x="70140" y="64165"/>
                      <a:pt x="73567" y="61182"/>
                    </a:cubicBezTo>
                    <a:cubicBezTo>
                      <a:pt x="79216" y="55914"/>
                      <a:pt x="74329" y="44808"/>
                      <a:pt x="74583" y="38334"/>
                    </a:cubicBezTo>
                    <a:cubicBezTo>
                      <a:pt x="74964" y="27100"/>
                      <a:pt x="73948" y="18278"/>
                      <a:pt x="78645" y="8187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8" name=""/>
              <p:cNvSpPr/>
              <p:nvPr/>
            </p:nvSpPr>
            <p:spPr>
              <a:xfrm>
                <a:off x="930329" y="2793266"/>
                <a:ext cx="505016" cy="582969"/>
              </a:xfrm>
              <a:custGeom>
                <a:avLst/>
                <a:gdLst>
                  <a:gd name="connsiteX0" fmla="*/ 484908 w 504977"/>
                  <a:gd name="connsiteY0" fmla="*/ 327785 h 581818"/>
                  <a:gd name="connsiteX1" fmla="*/ 90715 w 504977"/>
                  <a:gd name="connsiteY1" fmla="*/ 576195 h 581818"/>
                  <a:gd name="connsiteX2" fmla="*/ 36514 w 504977"/>
                  <a:gd name="connsiteY2" fmla="*/ 120820 h 581818"/>
                  <a:gd name="connsiteX3" fmla="*/ 357085 w 504977"/>
                  <a:gd name="connsiteY3" fmla="*/ 24731 h 581818"/>
                  <a:gd name="connsiteX4" fmla="*/ 484908 w 504977"/>
                  <a:gd name="connsiteY4" fmla="*/ 327785 h 581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77" h="581818">
                    <a:moveTo>
                      <a:pt x="484908" y="327785"/>
                    </a:moveTo>
                    <a:cubicBezTo>
                      <a:pt x="405511" y="490197"/>
                      <a:pt x="163194" y="609579"/>
                      <a:pt x="90715" y="576195"/>
                    </a:cubicBezTo>
                    <a:cubicBezTo>
                      <a:pt x="12587" y="540082"/>
                      <a:pt x="-38123" y="255624"/>
                      <a:pt x="36514" y="120820"/>
                    </a:cubicBezTo>
                    <a:cubicBezTo>
                      <a:pt x="95856" y="13624"/>
                      <a:pt x="233262" y="-32453"/>
                      <a:pt x="357085" y="24731"/>
                    </a:cubicBezTo>
                    <a:cubicBezTo>
                      <a:pt x="480909" y="81915"/>
                      <a:pt x="538538" y="217734"/>
                      <a:pt x="484908" y="327785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9" name=""/>
              <p:cNvSpPr/>
              <p:nvPr/>
            </p:nvSpPr>
            <p:spPr>
              <a:xfrm>
                <a:off x="923093" y="1134425"/>
                <a:ext cx="191537" cy="688769"/>
              </a:xfrm>
              <a:custGeom>
                <a:avLst/>
                <a:gdLst>
                  <a:gd name="connsiteX0" fmla="*/ 191523 w 191522"/>
                  <a:gd name="connsiteY0" fmla="*/ 0 h 687410"/>
                  <a:gd name="connsiteX1" fmla="*/ 140750 w 191522"/>
                  <a:gd name="connsiteY1" fmla="*/ 104149 h 687410"/>
                  <a:gd name="connsiteX2" fmla="*/ 118790 w 191522"/>
                  <a:gd name="connsiteY2" fmla="*/ 391655 h 687410"/>
                  <a:gd name="connsiteX3" fmla="*/ 13879 w 191522"/>
                  <a:gd name="connsiteY3" fmla="*/ 496565 h 687410"/>
                  <a:gd name="connsiteX4" fmla="*/ 32919 w 191522"/>
                  <a:gd name="connsiteY4" fmla="*/ 687411 h 687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522" h="687410">
                    <a:moveTo>
                      <a:pt x="191523" y="0"/>
                    </a:moveTo>
                    <a:cubicBezTo>
                      <a:pt x="168942" y="31657"/>
                      <a:pt x="151780" y="66856"/>
                      <a:pt x="140750" y="104149"/>
                    </a:cubicBezTo>
                    <a:cubicBezTo>
                      <a:pt x="102670" y="234828"/>
                      <a:pt x="168548" y="306736"/>
                      <a:pt x="118790" y="391655"/>
                    </a:cubicBezTo>
                    <a:cubicBezTo>
                      <a:pt x="84835" y="449536"/>
                      <a:pt x="41043" y="438620"/>
                      <a:pt x="13879" y="496565"/>
                    </a:cubicBezTo>
                    <a:cubicBezTo>
                      <a:pt x="-15760" y="559715"/>
                      <a:pt x="7533" y="633717"/>
                      <a:pt x="32919" y="6874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0" name=""/>
              <p:cNvSpPr/>
              <p:nvPr/>
            </p:nvSpPr>
            <p:spPr>
              <a:xfrm>
                <a:off x="1062520" y="1173534"/>
                <a:ext cx="46842" cy="37563"/>
              </a:xfrm>
              <a:custGeom>
                <a:avLst/>
                <a:gdLst>
                  <a:gd name="connsiteX0" fmla="*/ 30592 w 46838"/>
                  <a:gd name="connsiteY0" fmla="*/ 0 h 37489"/>
                  <a:gd name="connsiteX1" fmla="*/ 5523 w 46838"/>
                  <a:gd name="connsiteY1" fmla="*/ 11741 h 37489"/>
                  <a:gd name="connsiteX2" fmla="*/ 1 w 46838"/>
                  <a:gd name="connsiteY2" fmla="*/ 17263 h 37489"/>
                  <a:gd name="connsiteX3" fmla="*/ 14472 w 46838"/>
                  <a:gd name="connsiteY3" fmla="*/ 26783 h 37489"/>
                  <a:gd name="connsiteX4" fmla="*/ 27927 w 46838"/>
                  <a:gd name="connsiteY4" fmla="*/ 36557 h 37489"/>
                  <a:gd name="connsiteX5" fmla="*/ 37510 w 46838"/>
                  <a:gd name="connsiteY5" fmla="*/ 36557 h 37489"/>
                  <a:gd name="connsiteX6" fmla="*/ 43857 w 46838"/>
                  <a:gd name="connsiteY6" fmla="*/ 36557 h 37489"/>
                  <a:gd name="connsiteX7" fmla="*/ 44428 w 46838"/>
                  <a:gd name="connsiteY7" fmla="*/ 22912 h 37489"/>
                  <a:gd name="connsiteX8" fmla="*/ 46840 w 46838"/>
                  <a:gd name="connsiteY8" fmla="*/ 4887 h 3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8" h="37489">
                    <a:moveTo>
                      <a:pt x="30592" y="0"/>
                    </a:moveTo>
                    <a:cubicBezTo>
                      <a:pt x="22278" y="3998"/>
                      <a:pt x="13774" y="7743"/>
                      <a:pt x="5523" y="11741"/>
                    </a:cubicBezTo>
                    <a:cubicBezTo>
                      <a:pt x="3238" y="12820"/>
                      <a:pt x="128" y="14344"/>
                      <a:pt x="1" y="17263"/>
                    </a:cubicBezTo>
                    <a:cubicBezTo>
                      <a:pt x="1" y="23610"/>
                      <a:pt x="10791" y="23229"/>
                      <a:pt x="14472" y="26783"/>
                    </a:cubicBezTo>
                    <a:cubicBezTo>
                      <a:pt x="18153" y="30337"/>
                      <a:pt x="20818" y="35542"/>
                      <a:pt x="27927" y="36557"/>
                    </a:cubicBezTo>
                    <a:cubicBezTo>
                      <a:pt x="31417" y="37128"/>
                      <a:pt x="33893" y="35795"/>
                      <a:pt x="37510" y="36557"/>
                    </a:cubicBezTo>
                    <a:cubicBezTo>
                      <a:pt x="40049" y="37128"/>
                      <a:pt x="41953" y="38334"/>
                      <a:pt x="43857" y="36557"/>
                    </a:cubicBezTo>
                    <a:cubicBezTo>
                      <a:pt x="47221" y="33447"/>
                      <a:pt x="44301" y="26783"/>
                      <a:pt x="44428" y="22912"/>
                    </a:cubicBezTo>
                    <a:cubicBezTo>
                      <a:pt x="43927" y="16800"/>
                      <a:pt x="44752" y="10650"/>
                      <a:pt x="46840" y="4887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1" name=""/>
              <p:cNvSpPr/>
              <p:nvPr/>
            </p:nvSpPr>
            <p:spPr>
              <a:xfrm>
                <a:off x="1037735" y="839487"/>
                <a:ext cx="302251" cy="348933"/>
              </a:xfrm>
              <a:custGeom>
                <a:avLst/>
                <a:gdLst>
                  <a:gd name="connsiteX0" fmla="*/ 290203 w 302227"/>
                  <a:gd name="connsiteY0" fmla="*/ 196173 h 348244"/>
                  <a:gd name="connsiteX1" fmla="*/ 54296 w 302227"/>
                  <a:gd name="connsiteY1" fmla="*/ 344876 h 348244"/>
                  <a:gd name="connsiteX2" fmla="*/ 21864 w 302227"/>
                  <a:gd name="connsiteY2" fmla="*/ 72349 h 348244"/>
                  <a:gd name="connsiteX3" fmla="*/ 213725 w 302227"/>
                  <a:gd name="connsiteY3" fmla="*/ 14784 h 348244"/>
                  <a:gd name="connsiteX4" fmla="*/ 290203 w 302227"/>
                  <a:gd name="connsiteY4" fmla="*/ 196173 h 34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227" h="348244">
                    <a:moveTo>
                      <a:pt x="290203" y="196173"/>
                    </a:moveTo>
                    <a:cubicBezTo>
                      <a:pt x="242666" y="293404"/>
                      <a:pt x="97644" y="364868"/>
                      <a:pt x="54296" y="344876"/>
                    </a:cubicBezTo>
                    <a:cubicBezTo>
                      <a:pt x="7521" y="323234"/>
                      <a:pt x="-22816" y="153015"/>
                      <a:pt x="21864" y="72349"/>
                    </a:cubicBezTo>
                    <a:cubicBezTo>
                      <a:pt x="57406" y="8184"/>
                      <a:pt x="139596" y="-19424"/>
                      <a:pt x="213725" y="14784"/>
                    </a:cubicBezTo>
                    <a:cubicBezTo>
                      <a:pt x="287854" y="48993"/>
                      <a:pt x="322317" y="130358"/>
                      <a:pt x="290203" y="19617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2" name=""/>
              <p:cNvSpPr/>
              <p:nvPr/>
            </p:nvSpPr>
            <p:spPr>
              <a:xfrm>
                <a:off x="7744" y="3628330"/>
                <a:ext cx="318756" cy="958846"/>
              </a:xfrm>
              <a:custGeom>
                <a:avLst/>
                <a:gdLst>
                  <a:gd name="connsiteX0" fmla="*/ 318732 w 318731"/>
                  <a:gd name="connsiteY0" fmla="*/ 0 h 956954"/>
                  <a:gd name="connsiteX1" fmla="*/ 166412 w 318731"/>
                  <a:gd name="connsiteY1" fmla="*/ 306926 h 956954"/>
                  <a:gd name="connsiteX2" fmla="*/ 71211 w 318731"/>
                  <a:gd name="connsiteY2" fmla="*/ 669449 h 956954"/>
                  <a:gd name="connsiteX3" fmla="*/ 52171 w 318731"/>
                  <a:gd name="connsiteY3" fmla="*/ 850774 h 956954"/>
                  <a:gd name="connsiteX4" fmla="*/ 1 w 318731"/>
                  <a:gd name="connsiteY4" fmla="*/ 956955 h 95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731" h="956954">
                    <a:moveTo>
                      <a:pt x="318732" y="0"/>
                    </a:moveTo>
                    <a:cubicBezTo>
                      <a:pt x="258107" y="97117"/>
                      <a:pt x="207093" y="199915"/>
                      <a:pt x="166412" y="306926"/>
                    </a:cubicBezTo>
                    <a:cubicBezTo>
                      <a:pt x="107260" y="462293"/>
                      <a:pt x="74638" y="548100"/>
                      <a:pt x="71211" y="669449"/>
                    </a:cubicBezTo>
                    <a:cubicBezTo>
                      <a:pt x="69434" y="729489"/>
                      <a:pt x="75336" y="778867"/>
                      <a:pt x="52171" y="850774"/>
                    </a:cubicBezTo>
                    <a:cubicBezTo>
                      <a:pt x="39800" y="888423"/>
                      <a:pt x="22241" y="924155"/>
                      <a:pt x="1" y="956955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3" name=""/>
              <p:cNvSpPr/>
              <p:nvPr/>
            </p:nvSpPr>
            <p:spPr>
              <a:xfrm>
                <a:off x="239219" y="3693640"/>
                <a:ext cx="78649" cy="62806"/>
              </a:xfrm>
              <a:custGeom>
                <a:avLst/>
                <a:gdLst>
                  <a:gd name="connsiteX0" fmla="*/ 51163 w 78643"/>
                  <a:gd name="connsiteY0" fmla="*/ 0 h 62682"/>
                  <a:gd name="connsiteX1" fmla="*/ 9275 w 78643"/>
                  <a:gd name="connsiteY1" fmla="*/ 19611 h 62682"/>
                  <a:gd name="connsiteX2" fmla="*/ 9 w 78643"/>
                  <a:gd name="connsiteY2" fmla="*/ 28877 h 62682"/>
                  <a:gd name="connsiteX3" fmla="*/ 24190 w 78643"/>
                  <a:gd name="connsiteY3" fmla="*/ 44744 h 62682"/>
                  <a:gd name="connsiteX4" fmla="*/ 46721 w 78643"/>
                  <a:gd name="connsiteY4" fmla="*/ 61119 h 62682"/>
                  <a:gd name="connsiteX5" fmla="*/ 62651 w 78643"/>
                  <a:gd name="connsiteY5" fmla="*/ 61119 h 62682"/>
                  <a:gd name="connsiteX6" fmla="*/ 73567 w 78643"/>
                  <a:gd name="connsiteY6" fmla="*/ 61119 h 62682"/>
                  <a:gd name="connsiteX7" fmla="*/ 74519 w 78643"/>
                  <a:gd name="connsiteY7" fmla="*/ 38270 h 62682"/>
                  <a:gd name="connsiteX8" fmla="*/ 78645 w 78643"/>
                  <a:gd name="connsiteY8" fmla="*/ 8124 h 6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682">
                    <a:moveTo>
                      <a:pt x="51163" y="0"/>
                    </a:moveTo>
                    <a:cubicBezTo>
                      <a:pt x="37201" y="6727"/>
                      <a:pt x="23048" y="12693"/>
                      <a:pt x="9275" y="19611"/>
                    </a:cubicBezTo>
                    <a:cubicBezTo>
                      <a:pt x="5467" y="21452"/>
                      <a:pt x="199" y="23990"/>
                      <a:pt x="9" y="28877"/>
                    </a:cubicBezTo>
                    <a:cubicBezTo>
                      <a:pt x="-435" y="39223"/>
                      <a:pt x="18034" y="38842"/>
                      <a:pt x="24190" y="44744"/>
                    </a:cubicBezTo>
                    <a:cubicBezTo>
                      <a:pt x="30346" y="50646"/>
                      <a:pt x="35106" y="59341"/>
                      <a:pt x="46721" y="61119"/>
                    </a:cubicBezTo>
                    <a:cubicBezTo>
                      <a:pt x="52496" y="62007"/>
                      <a:pt x="56622" y="59849"/>
                      <a:pt x="62651" y="61119"/>
                    </a:cubicBezTo>
                    <a:cubicBezTo>
                      <a:pt x="66903" y="62070"/>
                      <a:pt x="70140" y="64101"/>
                      <a:pt x="73567" y="61119"/>
                    </a:cubicBezTo>
                    <a:cubicBezTo>
                      <a:pt x="79152" y="55914"/>
                      <a:pt x="74329" y="44744"/>
                      <a:pt x="74519" y="38270"/>
                    </a:cubicBezTo>
                    <a:cubicBezTo>
                      <a:pt x="74964" y="27037"/>
                      <a:pt x="73948" y="18215"/>
                      <a:pt x="78645" y="8124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4" name=""/>
              <p:cNvSpPr/>
              <p:nvPr/>
            </p:nvSpPr>
            <p:spPr>
              <a:xfrm>
                <a:off x="198030" y="3135510"/>
                <a:ext cx="504945" cy="582988"/>
              </a:xfrm>
              <a:custGeom>
                <a:avLst/>
                <a:gdLst>
                  <a:gd name="connsiteX0" fmla="*/ 484764 w 504906"/>
                  <a:gd name="connsiteY0" fmla="*/ 327786 h 581837"/>
                  <a:gd name="connsiteX1" fmla="*/ 90635 w 504906"/>
                  <a:gd name="connsiteY1" fmla="*/ 576195 h 581837"/>
                  <a:gd name="connsiteX2" fmla="*/ 36370 w 504906"/>
                  <a:gd name="connsiteY2" fmla="*/ 120820 h 581837"/>
                  <a:gd name="connsiteX3" fmla="*/ 357005 w 504906"/>
                  <a:gd name="connsiteY3" fmla="*/ 24731 h 581837"/>
                  <a:gd name="connsiteX4" fmla="*/ 484764 w 504906"/>
                  <a:gd name="connsiteY4" fmla="*/ 327786 h 58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06" h="581837">
                    <a:moveTo>
                      <a:pt x="484764" y="327786"/>
                    </a:moveTo>
                    <a:cubicBezTo>
                      <a:pt x="405431" y="490261"/>
                      <a:pt x="163050" y="609642"/>
                      <a:pt x="90635" y="576195"/>
                    </a:cubicBezTo>
                    <a:cubicBezTo>
                      <a:pt x="12443" y="540146"/>
                      <a:pt x="-37949" y="255624"/>
                      <a:pt x="36370" y="120820"/>
                    </a:cubicBezTo>
                    <a:cubicBezTo>
                      <a:pt x="95775" y="13624"/>
                      <a:pt x="233118" y="-32453"/>
                      <a:pt x="357005" y="24731"/>
                    </a:cubicBezTo>
                    <a:cubicBezTo>
                      <a:pt x="480893" y="81914"/>
                      <a:pt x="538521" y="217797"/>
                      <a:pt x="484764" y="327786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5" name=""/>
              <p:cNvSpPr/>
              <p:nvPr/>
            </p:nvSpPr>
            <p:spPr>
              <a:xfrm>
                <a:off x="7744" y="3853702"/>
                <a:ext cx="418470" cy="526099"/>
              </a:xfrm>
              <a:custGeom>
                <a:avLst/>
                <a:gdLst>
                  <a:gd name="connsiteX0" fmla="*/ 418439 w 418437"/>
                  <a:gd name="connsiteY0" fmla="*/ 0 h 525061"/>
                  <a:gd name="connsiteX1" fmla="*/ 319875 w 418437"/>
                  <a:gd name="connsiteY1" fmla="*/ 166347 h 525061"/>
                  <a:gd name="connsiteX2" fmla="*/ 1 w 418437"/>
                  <a:gd name="connsiteY2" fmla="*/ 525062 h 52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437" h="525061">
                    <a:moveTo>
                      <a:pt x="418439" y="0"/>
                    </a:moveTo>
                    <a:cubicBezTo>
                      <a:pt x="390831" y="61499"/>
                      <a:pt x="385499" y="126934"/>
                      <a:pt x="319875" y="166347"/>
                    </a:cubicBezTo>
                    <a:cubicBezTo>
                      <a:pt x="176439" y="258183"/>
                      <a:pt x="84285" y="388481"/>
                      <a:pt x="1" y="52506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6" name=""/>
              <p:cNvSpPr/>
              <p:nvPr/>
            </p:nvSpPr>
            <p:spPr>
              <a:xfrm>
                <a:off x="331388" y="3915514"/>
                <a:ext cx="79909" cy="64188"/>
              </a:xfrm>
              <a:custGeom>
                <a:avLst/>
                <a:gdLst>
                  <a:gd name="connsiteX0" fmla="*/ 53439 w 79903"/>
                  <a:gd name="connsiteY0" fmla="*/ 0 h 64061"/>
                  <a:gd name="connsiteX1" fmla="*/ 10028 w 79903"/>
                  <a:gd name="connsiteY1" fmla="*/ 16057 h 64061"/>
                  <a:gd name="connsiteX2" fmla="*/ 64 w 79903"/>
                  <a:gd name="connsiteY2" fmla="*/ 24499 h 64061"/>
                  <a:gd name="connsiteX3" fmla="*/ 22848 w 79903"/>
                  <a:gd name="connsiteY3" fmla="*/ 42396 h 64061"/>
                  <a:gd name="connsiteX4" fmla="*/ 43919 w 79903"/>
                  <a:gd name="connsiteY4" fmla="*/ 60611 h 64061"/>
                  <a:gd name="connsiteX5" fmla="*/ 59786 w 79903"/>
                  <a:gd name="connsiteY5" fmla="*/ 62007 h 64061"/>
                  <a:gd name="connsiteX6" fmla="*/ 70702 w 79903"/>
                  <a:gd name="connsiteY6" fmla="*/ 62642 h 64061"/>
                  <a:gd name="connsiteX7" fmla="*/ 73559 w 79903"/>
                  <a:gd name="connsiteY7" fmla="*/ 39984 h 64061"/>
                  <a:gd name="connsiteX8" fmla="*/ 79905 w 79903"/>
                  <a:gd name="connsiteY8" fmla="*/ 10218 h 6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903" h="64061">
                    <a:moveTo>
                      <a:pt x="53439" y="0"/>
                    </a:moveTo>
                    <a:cubicBezTo>
                      <a:pt x="38969" y="5585"/>
                      <a:pt x="24308" y="10536"/>
                      <a:pt x="10028" y="16057"/>
                    </a:cubicBezTo>
                    <a:cubicBezTo>
                      <a:pt x="6093" y="17580"/>
                      <a:pt x="698" y="19675"/>
                      <a:pt x="64" y="24499"/>
                    </a:cubicBezTo>
                    <a:cubicBezTo>
                      <a:pt x="-1206" y="34844"/>
                      <a:pt x="17200" y="35923"/>
                      <a:pt x="22848" y="42396"/>
                    </a:cubicBezTo>
                    <a:cubicBezTo>
                      <a:pt x="28497" y="48870"/>
                      <a:pt x="32495" y="57819"/>
                      <a:pt x="43919" y="60611"/>
                    </a:cubicBezTo>
                    <a:cubicBezTo>
                      <a:pt x="49631" y="61944"/>
                      <a:pt x="53884" y="60167"/>
                      <a:pt x="59786" y="62007"/>
                    </a:cubicBezTo>
                    <a:cubicBezTo>
                      <a:pt x="63975" y="63277"/>
                      <a:pt x="67021" y="65561"/>
                      <a:pt x="70702" y="62642"/>
                    </a:cubicBezTo>
                    <a:cubicBezTo>
                      <a:pt x="76732" y="57882"/>
                      <a:pt x="72797" y="46395"/>
                      <a:pt x="73559" y="39984"/>
                    </a:cubicBezTo>
                    <a:cubicBezTo>
                      <a:pt x="74891" y="28751"/>
                      <a:pt x="74637" y="19865"/>
                      <a:pt x="79905" y="10218"/>
                    </a:cubicBezTo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7" name=""/>
              <p:cNvSpPr/>
              <p:nvPr/>
            </p:nvSpPr>
            <p:spPr>
              <a:xfrm>
                <a:off x="312039" y="3371332"/>
                <a:ext cx="510874" cy="571813"/>
              </a:xfrm>
              <a:custGeom>
                <a:avLst/>
                <a:gdLst>
                  <a:gd name="connsiteX0" fmla="*/ 482720 w 510834"/>
                  <a:gd name="connsiteY0" fmla="*/ 347376 h 570684"/>
                  <a:gd name="connsiteX1" fmla="*/ 69232 w 510834"/>
                  <a:gd name="connsiteY1" fmla="*/ 562085 h 570684"/>
                  <a:gd name="connsiteX2" fmla="*/ 53112 w 510834"/>
                  <a:gd name="connsiteY2" fmla="*/ 103790 h 570684"/>
                  <a:gd name="connsiteX3" fmla="*/ 380538 w 510834"/>
                  <a:gd name="connsiteY3" fmla="*/ 34738 h 570684"/>
                  <a:gd name="connsiteX4" fmla="*/ 482720 w 510834"/>
                  <a:gd name="connsiteY4" fmla="*/ 347376 h 570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834" h="570684">
                    <a:moveTo>
                      <a:pt x="482720" y="347376"/>
                    </a:moveTo>
                    <a:cubicBezTo>
                      <a:pt x="390058" y="502680"/>
                      <a:pt x="138602" y="601244"/>
                      <a:pt x="69232" y="562085"/>
                    </a:cubicBezTo>
                    <a:cubicBezTo>
                      <a:pt x="-5659" y="519626"/>
                      <a:pt x="-32315" y="232057"/>
                      <a:pt x="53112" y="103790"/>
                    </a:cubicBezTo>
                    <a:cubicBezTo>
                      <a:pt x="121212" y="1862"/>
                      <a:pt x="261918" y="-32537"/>
                      <a:pt x="380538" y="34738"/>
                    </a:cubicBezTo>
                    <a:cubicBezTo>
                      <a:pt x="499157" y="102013"/>
                      <a:pt x="545679" y="242212"/>
                      <a:pt x="482720" y="347376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8" name=""/>
              <p:cNvSpPr/>
              <p:nvPr/>
            </p:nvSpPr>
            <p:spPr>
              <a:xfrm>
                <a:off x="1962615" y="955413"/>
                <a:ext cx="300285" cy="415894"/>
              </a:xfrm>
              <a:custGeom>
                <a:avLst/>
                <a:gdLst>
                  <a:gd name="connsiteX0" fmla="*/ 300263 w 300262"/>
                  <a:gd name="connsiteY0" fmla="*/ 0 h 415073"/>
                  <a:gd name="connsiteX1" fmla="*/ 263453 w 300262"/>
                  <a:gd name="connsiteY1" fmla="*/ 75779 h 415073"/>
                  <a:gd name="connsiteX2" fmla="*/ 92092 w 300262"/>
                  <a:gd name="connsiteY2" fmla="*/ 334153 h 415073"/>
                  <a:gd name="connsiteX3" fmla="*/ 1 w 300262"/>
                  <a:gd name="connsiteY3" fmla="*/ 415074 h 415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262" h="415073">
                    <a:moveTo>
                      <a:pt x="300263" y="0"/>
                    </a:moveTo>
                    <a:cubicBezTo>
                      <a:pt x="290490" y="27735"/>
                      <a:pt x="290553" y="56359"/>
                      <a:pt x="263453" y="75779"/>
                    </a:cubicBezTo>
                    <a:cubicBezTo>
                      <a:pt x="176059" y="142610"/>
                      <a:pt x="140644" y="241873"/>
                      <a:pt x="92092" y="334153"/>
                    </a:cubicBezTo>
                    <a:cubicBezTo>
                      <a:pt x="72036" y="369060"/>
                      <a:pt x="34972" y="391654"/>
                      <a:pt x="1" y="415074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9" name=""/>
              <p:cNvSpPr/>
              <p:nvPr/>
            </p:nvSpPr>
            <p:spPr>
              <a:xfrm>
                <a:off x="2224881" y="983839"/>
                <a:ext cx="34211" cy="27423"/>
              </a:xfrm>
              <a:custGeom>
                <a:avLst/>
                <a:gdLst>
                  <a:gd name="connsiteX0" fmla="*/ 22278 w 34208"/>
                  <a:gd name="connsiteY0" fmla="*/ 0 h 27369"/>
                  <a:gd name="connsiteX1" fmla="*/ 4000 w 34208"/>
                  <a:gd name="connsiteY1" fmla="*/ 8568 h 27369"/>
                  <a:gd name="connsiteX2" fmla="*/ 1 w 34208"/>
                  <a:gd name="connsiteY2" fmla="*/ 12566 h 27369"/>
                  <a:gd name="connsiteX3" fmla="*/ 10537 w 34208"/>
                  <a:gd name="connsiteY3" fmla="*/ 19548 h 27369"/>
                  <a:gd name="connsiteX4" fmla="*/ 20311 w 34208"/>
                  <a:gd name="connsiteY4" fmla="*/ 26656 h 27369"/>
                  <a:gd name="connsiteX5" fmla="*/ 27292 w 34208"/>
                  <a:gd name="connsiteY5" fmla="*/ 26656 h 27369"/>
                  <a:gd name="connsiteX6" fmla="*/ 32052 w 34208"/>
                  <a:gd name="connsiteY6" fmla="*/ 26656 h 27369"/>
                  <a:gd name="connsiteX7" fmla="*/ 32433 w 34208"/>
                  <a:gd name="connsiteY7" fmla="*/ 16692 h 27369"/>
                  <a:gd name="connsiteX8" fmla="*/ 34210 w 34208"/>
                  <a:gd name="connsiteY8" fmla="*/ 3554 h 2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08" h="27369">
                    <a:moveTo>
                      <a:pt x="22278" y="0"/>
                    </a:moveTo>
                    <a:cubicBezTo>
                      <a:pt x="15931" y="2919"/>
                      <a:pt x="10029" y="5649"/>
                      <a:pt x="4000" y="8568"/>
                    </a:cubicBezTo>
                    <a:cubicBezTo>
                      <a:pt x="2349" y="9393"/>
                      <a:pt x="65" y="10472"/>
                      <a:pt x="1" y="12566"/>
                    </a:cubicBezTo>
                    <a:cubicBezTo>
                      <a:pt x="1" y="17136"/>
                      <a:pt x="7808" y="16946"/>
                      <a:pt x="10537" y="19548"/>
                    </a:cubicBezTo>
                    <a:cubicBezTo>
                      <a:pt x="13266" y="22150"/>
                      <a:pt x="15297" y="25894"/>
                      <a:pt x="20311" y="26656"/>
                    </a:cubicBezTo>
                    <a:cubicBezTo>
                      <a:pt x="22849" y="27037"/>
                      <a:pt x="24626" y="26085"/>
                      <a:pt x="27292" y="26656"/>
                    </a:cubicBezTo>
                    <a:cubicBezTo>
                      <a:pt x="29958" y="27227"/>
                      <a:pt x="30529" y="27925"/>
                      <a:pt x="32052" y="26656"/>
                    </a:cubicBezTo>
                    <a:cubicBezTo>
                      <a:pt x="33575" y="25387"/>
                      <a:pt x="32369" y="19484"/>
                      <a:pt x="32433" y="16692"/>
                    </a:cubicBezTo>
                    <a:cubicBezTo>
                      <a:pt x="32078" y="12236"/>
                      <a:pt x="32687" y="7756"/>
                      <a:pt x="34210" y="3554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269676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0" name=""/>
              <p:cNvSpPr/>
              <p:nvPr/>
            </p:nvSpPr>
            <p:spPr>
              <a:xfrm>
                <a:off x="2206864" y="740885"/>
                <a:ext cx="220043" cy="253990"/>
              </a:xfrm>
              <a:custGeom>
                <a:avLst/>
                <a:gdLst>
                  <a:gd name="connsiteX0" fmla="*/ 211275 w 220026"/>
                  <a:gd name="connsiteY0" fmla="*/ 142767 h 253489"/>
                  <a:gd name="connsiteX1" fmla="*/ 39533 w 220026"/>
                  <a:gd name="connsiteY1" fmla="*/ 251042 h 253489"/>
                  <a:gd name="connsiteX2" fmla="*/ 15924 w 220026"/>
                  <a:gd name="connsiteY2" fmla="*/ 52644 h 253489"/>
                  <a:gd name="connsiteX3" fmla="*/ 155551 w 220026"/>
                  <a:gd name="connsiteY3" fmla="*/ 10756 h 253489"/>
                  <a:gd name="connsiteX4" fmla="*/ 211275 w 220026"/>
                  <a:gd name="connsiteY4" fmla="*/ 142767 h 253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026" h="253489">
                    <a:moveTo>
                      <a:pt x="211275" y="142767"/>
                    </a:moveTo>
                    <a:cubicBezTo>
                      <a:pt x="176685" y="213596"/>
                      <a:pt x="71076" y="265576"/>
                      <a:pt x="39533" y="251042"/>
                    </a:cubicBezTo>
                    <a:cubicBezTo>
                      <a:pt x="5515" y="235302"/>
                      <a:pt x="-16635" y="111415"/>
                      <a:pt x="15924" y="52644"/>
                    </a:cubicBezTo>
                    <a:cubicBezTo>
                      <a:pt x="41755" y="5932"/>
                      <a:pt x="101667" y="-14123"/>
                      <a:pt x="155551" y="10756"/>
                    </a:cubicBezTo>
                    <a:cubicBezTo>
                      <a:pt x="209434" y="35635"/>
                      <a:pt x="234694" y="94659"/>
                      <a:pt x="211275" y="142767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1" name=""/>
              <p:cNvSpPr/>
              <p:nvPr/>
            </p:nvSpPr>
            <p:spPr>
              <a:xfrm>
                <a:off x="8314770" y="2138105"/>
                <a:ext cx="99700" cy="700026"/>
              </a:xfrm>
              <a:custGeom>
                <a:avLst/>
                <a:gdLst>
                  <a:gd name="connsiteX0" fmla="*/ 99694 w 99692"/>
                  <a:gd name="connsiteY0" fmla="*/ 0 h 698644"/>
                  <a:gd name="connsiteX1" fmla="*/ 67390 w 99692"/>
                  <a:gd name="connsiteY1" fmla="*/ 111004 h 698644"/>
                  <a:gd name="connsiteX2" fmla="*/ 3923 w 99692"/>
                  <a:gd name="connsiteY2" fmla="*/ 531663 h 698644"/>
                  <a:gd name="connsiteX3" fmla="*/ 22963 w 99692"/>
                  <a:gd name="connsiteY3" fmla="*/ 698644 h 698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92" h="698644">
                    <a:moveTo>
                      <a:pt x="99694" y="0"/>
                    </a:moveTo>
                    <a:cubicBezTo>
                      <a:pt x="84145" y="37192"/>
                      <a:pt x="57743" y="66323"/>
                      <a:pt x="67390" y="111004"/>
                    </a:cubicBezTo>
                    <a:cubicBezTo>
                      <a:pt x="94807" y="259389"/>
                      <a:pt x="39528" y="392987"/>
                      <a:pt x="3923" y="531663"/>
                    </a:cubicBezTo>
                    <a:cubicBezTo>
                      <a:pt x="-7819" y="585609"/>
                      <a:pt x="9254" y="642793"/>
                      <a:pt x="22963" y="698644"/>
                    </a:cubicBezTo>
                  </a:path>
                </a:pathLst>
              </a:custGeom>
              <a:noFill/>
              <a:ln w="2919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2" name=""/>
              <p:cNvSpPr/>
              <p:nvPr/>
            </p:nvSpPr>
            <p:spPr>
              <a:xfrm>
                <a:off x="8369961" y="2173907"/>
                <a:ext cx="46465" cy="42469"/>
              </a:xfrm>
              <a:custGeom>
                <a:avLst/>
                <a:gdLst>
                  <a:gd name="connsiteX0" fmla="*/ 34416 w 46461"/>
                  <a:gd name="connsiteY0" fmla="*/ 7616 h 42385"/>
                  <a:gd name="connsiteX1" fmla="*/ 45142 w 46461"/>
                  <a:gd name="connsiteY1" fmla="*/ 33003 h 42385"/>
                  <a:gd name="connsiteX2" fmla="*/ 45523 w 46461"/>
                  <a:gd name="connsiteY2" fmla="*/ 40809 h 42385"/>
                  <a:gd name="connsiteX3" fmla="*/ 28450 w 46461"/>
                  <a:gd name="connsiteY3" fmla="*/ 38144 h 42385"/>
                  <a:gd name="connsiteX4" fmla="*/ 11885 w 46461"/>
                  <a:gd name="connsiteY4" fmla="*/ 36366 h 42385"/>
                  <a:gd name="connsiteX5" fmla="*/ 4777 w 46461"/>
                  <a:gd name="connsiteY5" fmla="*/ 30020 h 42385"/>
                  <a:gd name="connsiteX6" fmla="*/ 17 w 46461"/>
                  <a:gd name="connsiteY6" fmla="*/ 25514 h 42385"/>
                  <a:gd name="connsiteX7" fmla="*/ 8775 w 46461"/>
                  <a:gd name="connsiteY7" fmla="*/ 15042 h 42385"/>
                  <a:gd name="connsiteX8" fmla="*/ 19057 w 46461"/>
                  <a:gd name="connsiteY8" fmla="*/ 0 h 4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61" h="42385">
                    <a:moveTo>
                      <a:pt x="34416" y="7616"/>
                    </a:moveTo>
                    <a:cubicBezTo>
                      <a:pt x="37906" y="16184"/>
                      <a:pt x="41715" y="24625"/>
                      <a:pt x="45142" y="33003"/>
                    </a:cubicBezTo>
                    <a:cubicBezTo>
                      <a:pt x="46094" y="35351"/>
                      <a:pt x="47364" y="38524"/>
                      <a:pt x="45523" y="40809"/>
                    </a:cubicBezTo>
                    <a:cubicBezTo>
                      <a:pt x="41524" y="45569"/>
                      <a:pt x="33527" y="38017"/>
                      <a:pt x="28450" y="38144"/>
                    </a:cubicBezTo>
                    <a:cubicBezTo>
                      <a:pt x="23373" y="38271"/>
                      <a:pt x="17724" y="40238"/>
                      <a:pt x="11885" y="36366"/>
                    </a:cubicBezTo>
                    <a:cubicBezTo>
                      <a:pt x="8966" y="34463"/>
                      <a:pt x="7950" y="31860"/>
                      <a:pt x="4777" y="30020"/>
                    </a:cubicBezTo>
                    <a:cubicBezTo>
                      <a:pt x="1603" y="28179"/>
                      <a:pt x="271" y="28306"/>
                      <a:pt x="17" y="25514"/>
                    </a:cubicBezTo>
                    <a:cubicBezTo>
                      <a:pt x="-364" y="20944"/>
                      <a:pt x="6363" y="17961"/>
                      <a:pt x="8775" y="15042"/>
                    </a:cubicBezTo>
                    <a:cubicBezTo>
                      <a:pt x="13218" y="10815"/>
                      <a:pt x="16709" y="5687"/>
                      <a:pt x="19057" y="0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3" name=""/>
              <p:cNvSpPr/>
              <p:nvPr/>
            </p:nvSpPr>
            <p:spPr>
              <a:xfrm>
                <a:off x="8314504" y="1831005"/>
                <a:ext cx="293517" cy="361254"/>
              </a:xfrm>
              <a:custGeom>
                <a:avLst/>
                <a:gdLst>
                  <a:gd name="connsiteX0" fmla="*/ 8060 w 293494"/>
                  <a:gd name="connsiteY0" fmla="*/ 90834 h 360541"/>
                  <a:gd name="connsiteX1" fmla="*/ 83269 w 293494"/>
                  <a:gd name="connsiteY1" fmla="*/ 359045 h 360541"/>
                  <a:gd name="connsiteX2" fmla="*/ 289917 w 293494"/>
                  <a:gd name="connsiteY2" fmla="*/ 178862 h 360541"/>
                  <a:gd name="connsiteX3" fmla="*/ 186275 w 293494"/>
                  <a:gd name="connsiteY3" fmla="*/ 7502 h 360541"/>
                  <a:gd name="connsiteX4" fmla="*/ 8060 w 293494"/>
                  <a:gd name="connsiteY4" fmla="*/ 90834 h 360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494" h="360541">
                    <a:moveTo>
                      <a:pt x="8060" y="90834"/>
                    </a:moveTo>
                    <a:cubicBezTo>
                      <a:pt x="-21832" y="194729"/>
                      <a:pt x="37763" y="344701"/>
                      <a:pt x="83269" y="359045"/>
                    </a:cubicBezTo>
                    <a:cubicBezTo>
                      <a:pt x="132392" y="374404"/>
                      <a:pt x="268973" y="268541"/>
                      <a:pt x="289917" y="178862"/>
                    </a:cubicBezTo>
                    <a:cubicBezTo>
                      <a:pt x="306546" y="107526"/>
                      <a:pt x="264086" y="32000"/>
                      <a:pt x="186275" y="7502"/>
                    </a:cubicBezTo>
                    <a:cubicBezTo>
                      <a:pt x="108465" y="-16997"/>
                      <a:pt x="28053" y="20512"/>
                      <a:pt x="8060" y="90834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4" name=""/>
              <p:cNvSpPr/>
              <p:nvPr/>
            </p:nvSpPr>
            <p:spPr>
              <a:xfrm>
                <a:off x="10111519" y="1596488"/>
                <a:ext cx="530751" cy="465560"/>
              </a:xfrm>
              <a:custGeom>
                <a:avLst/>
                <a:gdLst>
                  <a:gd name="connsiteX0" fmla="*/ 530712 w 530710"/>
                  <a:gd name="connsiteY0" fmla="*/ 0 h 464641"/>
                  <a:gd name="connsiteX1" fmla="*/ 462866 w 530710"/>
                  <a:gd name="connsiteY1" fmla="*/ 93804 h 464641"/>
                  <a:gd name="connsiteX2" fmla="*/ 219978 w 530710"/>
                  <a:gd name="connsiteY2" fmla="*/ 249108 h 464641"/>
                  <a:gd name="connsiteX3" fmla="*/ 177138 w 530710"/>
                  <a:gd name="connsiteY3" fmla="*/ 391210 h 464641"/>
                  <a:gd name="connsiteX4" fmla="*/ 1 w 530710"/>
                  <a:gd name="connsiteY4" fmla="*/ 464642 h 464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710" h="464641">
                    <a:moveTo>
                      <a:pt x="530712" y="0"/>
                    </a:moveTo>
                    <a:cubicBezTo>
                      <a:pt x="513449" y="34799"/>
                      <a:pt x="490474" y="66494"/>
                      <a:pt x="462866" y="93804"/>
                    </a:cubicBezTo>
                    <a:cubicBezTo>
                      <a:pt x="365698" y="189004"/>
                      <a:pt x="271195" y="165141"/>
                      <a:pt x="219978" y="249108"/>
                    </a:cubicBezTo>
                    <a:cubicBezTo>
                      <a:pt x="184944" y="306228"/>
                      <a:pt x="215345" y="339866"/>
                      <a:pt x="177138" y="391210"/>
                    </a:cubicBezTo>
                    <a:cubicBezTo>
                      <a:pt x="135503" y="447188"/>
                      <a:pt x="59216" y="461532"/>
                      <a:pt x="1" y="46464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5" name=""/>
              <p:cNvSpPr/>
              <p:nvPr/>
            </p:nvSpPr>
            <p:spPr>
              <a:xfrm>
                <a:off x="10579428" y="1622052"/>
                <a:ext cx="40183" cy="48067"/>
              </a:xfrm>
              <a:custGeom>
                <a:avLst/>
                <a:gdLst>
                  <a:gd name="connsiteX0" fmla="*/ 38723 w 40180"/>
                  <a:gd name="connsiteY0" fmla="*/ 12249 h 47972"/>
                  <a:gd name="connsiteX1" fmla="*/ 40182 w 40180"/>
                  <a:gd name="connsiteY1" fmla="*/ 39857 h 47972"/>
                  <a:gd name="connsiteX2" fmla="*/ 37961 w 40180"/>
                  <a:gd name="connsiteY2" fmla="*/ 47346 h 47972"/>
                  <a:gd name="connsiteX3" fmla="*/ 22729 w 40180"/>
                  <a:gd name="connsiteY3" fmla="*/ 39096 h 47972"/>
                  <a:gd name="connsiteX4" fmla="*/ 7687 w 40180"/>
                  <a:gd name="connsiteY4" fmla="*/ 31860 h 47972"/>
                  <a:gd name="connsiteX5" fmla="*/ 3118 w 40180"/>
                  <a:gd name="connsiteY5" fmla="*/ 23483 h 47972"/>
                  <a:gd name="connsiteX6" fmla="*/ 198 w 40180"/>
                  <a:gd name="connsiteY6" fmla="*/ 17644 h 47972"/>
                  <a:gd name="connsiteX7" fmla="*/ 11939 w 40180"/>
                  <a:gd name="connsiteY7" fmla="*/ 10662 h 47972"/>
                  <a:gd name="connsiteX8" fmla="*/ 26727 w 40180"/>
                  <a:gd name="connsiteY8" fmla="*/ 0 h 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0" h="47972">
                    <a:moveTo>
                      <a:pt x="38723" y="12249"/>
                    </a:moveTo>
                    <a:cubicBezTo>
                      <a:pt x="39103" y="21452"/>
                      <a:pt x="39801" y="30718"/>
                      <a:pt x="40182" y="39857"/>
                    </a:cubicBezTo>
                    <a:cubicBezTo>
                      <a:pt x="40182" y="42396"/>
                      <a:pt x="40182" y="45886"/>
                      <a:pt x="37961" y="47346"/>
                    </a:cubicBezTo>
                    <a:cubicBezTo>
                      <a:pt x="32566" y="50520"/>
                      <a:pt x="27616" y="40682"/>
                      <a:pt x="22729" y="39096"/>
                    </a:cubicBezTo>
                    <a:cubicBezTo>
                      <a:pt x="17842" y="37509"/>
                      <a:pt x="11939" y="37509"/>
                      <a:pt x="7687" y="31860"/>
                    </a:cubicBezTo>
                    <a:cubicBezTo>
                      <a:pt x="5592" y="29068"/>
                      <a:pt x="5529" y="26275"/>
                      <a:pt x="3118" y="23483"/>
                    </a:cubicBezTo>
                    <a:cubicBezTo>
                      <a:pt x="706" y="20690"/>
                      <a:pt x="-500" y="20373"/>
                      <a:pt x="198" y="17644"/>
                    </a:cubicBezTo>
                    <a:cubicBezTo>
                      <a:pt x="1404" y="13201"/>
                      <a:pt x="8639" y="12630"/>
                      <a:pt x="11939" y="10662"/>
                    </a:cubicBezTo>
                    <a:cubicBezTo>
                      <a:pt x="17588" y="8238"/>
                      <a:pt x="22665" y="4595"/>
                      <a:pt x="26727" y="0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6" name=""/>
              <p:cNvSpPr/>
              <p:nvPr/>
            </p:nvSpPr>
            <p:spPr>
              <a:xfrm>
                <a:off x="10579958" y="1311103"/>
                <a:ext cx="306298" cy="338211"/>
              </a:xfrm>
              <a:custGeom>
                <a:avLst/>
                <a:gdLst>
                  <a:gd name="connsiteX0" fmla="*/ 47903 w 306274"/>
                  <a:gd name="connsiteY0" fmla="*/ 50502 h 337544"/>
                  <a:gd name="connsiteX1" fmla="*/ 28862 w 306274"/>
                  <a:gd name="connsiteY1" fmla="*/ 328614 h 337544"/>
                  <a:gd name="connsiteX2" fmla="*/ 284317 w 306274"/>
                  <a:gd name="connsiteY2" fmla="*/ 228336 h 337544"/>
                  <a:gd name="connsiteX3" fmla="*/ 244206 w 306274"/>
                  <a:gd name="connsiteY3" fmla="*/ 32096 h 337544"/>
                  <a:gd name="connsiteX4" fmla="*/ 47903 w 306274"/>
                  <a:gd name="connsiteY4" fmla="*/ 50502 h 33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274" h="337544">
                    <a:moveTo>
                      <a:pt x="47903" y="50502"/>
                    </a:moveTo>
                    <a:cubicBezTo>
                      <a:pt x="-15564" y="138340"/>
                      <a:pt x="-9598" y="299927"/>
                      <a:pt x="28862" y="328614"/>
                    </a:cubicBezTo>
                    <a:cubicBezTo>
                      <a:pt x="69990" y="359649"/>
                      <a:pt x="234368" y="305829"/>
                      <a:pt x="284317" y="228336"/>
                    </a:cubicBezTo>
                    <a:cubicBezTo>
                      <a:pt x="324047" y="166646"/>
                      <a:pt x="309387" y="81156"/>
                      <a:pt x="244206" y="32096"/>
                    </a:cubicBezTo>
                    <a:cubicBezTo>
                      <a:pt x="179025" y="-16964"/>
                      <a:pt x="90679" y="-8967"/>
                      <a:pt x="47903" y="50502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7" name=""/>
              <p:cNvSpPr/>
              <p:nvPr/>
            </p:nvSpPr>
            <p:spPr>
              <a:xfrm>
                <a:off x="10291968" y="766860"/>
                <a:ext cx="85307" cy="507722"/>
              </a:xfrm>
              <a:custGeom>
                <a:avLst/>
                <a:gdLst>
                  <a:gd name="connsiteX0" fmla="*/ 9205 w 85300"/>
                  <a:gd name="connsiteY0" fmla="*/ 0 h 506720"/>
                  <a:gd name="connsiteX1" fmla="*/ 7111 w 85300"/>
                  <a:gd name="connsiteY1" fmla="*/ 84221 h 506720"/>
                  <a:gd name="connsiteX2" fmla="*/ 40875 w 85300"/>
                  <a:gd name="connsiteY2" fmla="*/ 392480 h 506720"/>
                  <a:gd name="connsiteX3" fmla="*/ 85302 w 85300"/>
                  <a:gd name="connsiteY3" fmla="*/ 506720 h 50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00" h="506720">
                    <a:moveTo>
                      <a:pt x="9205" y="0"/>
                    </a:moveTo>
                    <a:cubicBezTo>
                      <a:pt x="5143" y="29131"/>
                      <a:pt x="-8058" y="54582"/>
                      <a:pt x="7111" y="84221"/>
                    </a:cubicBezTo>
                    <a:cubicBezTo>
                      <a:pt x="54077" y="183737"/>
                      <a:pt x="39987" y="288140"/>
                      <a:pt x="40875" y="392480"/>
                    </a:cubicBezTo>
                    <a:cubicBezTo>
                      <a:pt x="42652" y="432654"/>
                      <a:pt x="65310" y="469719"/>
                      <a:pt x="85302" y="506720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8" name=""/>
              <p:cNvSpPr/>
              <p:nvPr/>
            </p:nvSpPr>
            <p:spPr>
              <a:xfrm>
                <a:off x="10280729" y="796749"/>
                <a:ext cx="35691" cy="27815"/>
              </a:xfrm>
              <a:custGeom>
                <a:avLst/>
                <a:gdLst>
                  <a:gd name="connsiteX0" fmla="*/ 21397 w 35688"/>
                  <a:gd name="connsiteY0" fmla="*/ 2602 h 27760"/>
                  <a:gd name="connsiteX1" fmla="*/ 33646 w 35688"/>
                  <a:gd name="connsiteY1" fmla="*/ 18596 h 27760"/>
                  <a:gd name="connsiteX2" fmla="*/ 35423 w 35688"/>
                  <a:gd name="connsiteY2" fmla="*/ 23991 h 27760"/>
                  <a:gd name="connsiteX3" fmla="*/ 22729 w 35688"/>
                  <a:gd name="connsiteY3" fmla="*/ 25323 h 27760"/>
                  <a:gd name="connsiteX4" fmla="*/ 10734 w 35688"/>
                  <a:gd name="connsiteY4" fmla="*/ 27164 h 27760"/>
                  <a:gd name="connsiteX5" fmla="*/ 4387 w 35688"/>
                  <a:gd name="connsiteY5" fmla="*/ 23991 h 27760"/>
                  <a:gd name="connsiteX6" fmla="*/ 199 w 35688"/>
                  <a:gd name="connsiteY6" fmla="*/ 21706 h 27760"/>
                  <a:gd name="connsiteX7" fmla="*/ 4387 w 35688"/>
                  <a:gd name="connsiteY7" fmla="*/ 12693 h 27760"/>
                  <a:gd name="connsiteX8" fmla="*/ 8831 w 35688"/>
                  <a:gd name="connsiteY8" fmla="*/ 0 h 27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688" h="27760">
                    <a:moveTo>
                      <a:pt x="21397" y="2602"/>
                    </a:moveTo>
                    <a:cubicBezTo>
                      <a:pt x="25395" y="7997"/>
                      <a:pt x="29711" y="13265"/>
                      <a:pt x="33646" y="18596"/>
                    </a:cubicBezTo>
                    <a:cubicBezTo>
                      <a:pt x="34788" y="20056"/>
                      <a:pt x="36311" y="22087"/>
                      <a:pt x="35423" y="23991"/>
                    </a:cubicBezTo>
                    <a:cubicBezTo>
                      <a:pt x="33519" y="28116"/>
                      <a:pt x="26411" y="23991"/>
                      <a:pt x="22729" y="25323"/>
                    </a:cubicBezTo>
                    <a:cubicBezTo>
                      <a:pt x="19049" y="26656"/>
                      <a:pt x="15621" y="28814"/>
                      <a:pt x="10734" y="27164"/>
                    </a:cubicBezTo>
                    <a:cubicBezTo>
                      <a:pt x="8322" y="26339"/>
                      <a:pt x="7180" y="24689"/>
                      <a:pt x="4387" y="23991"/>
                    </a:cubicBezTo>
                    <a:cubicBezTo>
                      <a:pt x="1595" y="23292"/>
                      <a:pt x="897" y="23991"/>
                      <a:pt x="199" y="21706"/>
                    </a:cubicBezTo>
                    <a:cubicBezTo>
                      <a:pt x="-944" y="18596"/>
                      <a:pt x="3182" y="15359"/>
                      <a:pt x="4387" y="12693"/>
                    </a:cubicBezTo>
                    <a:cubicBezTo>
                      <a:pt x="6799" y="8841"/>
                      <a:pt x="8322" y="4506"/>
                      <a:pt x="8831" y="0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1180412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9" name=""/>
              <p:cNvSpPr/>
              <p:nvPr/>
            </p:nvSpPr>
            <p:spPr>
              <a:xfrm>
                <a:off x="10195968" y="539507"/>
                <a:ext cx="215047" cy="267691"/>
              </a:xfrm>
              <a:custGeom>
                <a:avLst/>
                <a:gdLst>
                  <a:gd name="connsiteX0" fmla="*/ 34 w 215030"/>
                  <a:gd name="connsiteY0" fmla="*/ 92165 h 267163"/>
                  <a:gd name="connsiteX1" fmla="*/ 102978 w 215030"/>
                  <a:gd name="connsiteY1" fmla="*/ 267143 h 267163"/>
                  <a:gd name="connsiteX2" fmla="*/ 214997 w 215030"/>
                  <a:gd name="connsiteY2" fmla="*/ 101685 h 267163"/>
                  <a:gd name="connsiteX3" fmla="*/ 110086 w 215030"/>
                  <a:gd name="connsiteY3" fmla="*/ 138 h 267163"/>
                  <a:gd name="connsiteX4" fmla="*/ 34 w 215030"/>
                  <a:gd name="connsiteY4" fmla="*/ 92165 h 267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030" h="267163">
                    <a:moveTo>
                      <a:pt x="34" y="92165"/>
                    </a:moveTo>
                    <a:cubicBezTo>
                      <a:pt x="-1743" y="170928"/>
                      <a:pt x="68261" y="265557"/>
                      <a:pt x="102978" y="267143"/>
                    </a:cubicBezTo>
                    <a:cubicBezTo>
                      <a:pt x="140423" y="268794"/>
                      <a:pt x="216900" y="168770"/>
                      <a:pt x="214997" y="101685"/>
                    </a:cubicBezTo>
                    <a:cubicBezTo>
                      <a:pt x="213410" y="48309"/>
                      <a:pt x="169427" y="2994"/>
                      <a:pt x="110086" y="138"/>
                    </a:cubicBezTo>
                    <a:cubicBezTo>
                      <a:pt x="50744" y="-2718"/>
                      <a:pt x="1176" y="39107"/>
                      <a:pt x="34" y="92165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4" name=""/>
              <p:cNvSpPr/>
              <p:nvPr/>
            </p:nvSpPr>
            <p:spPr>
              <a:xfrm>
                <a:off x="11458076" y="4053573"/>
                <a:ext cx="515201" cy="667212"/>
              </a:xfrm>
              <a:custGeom>
                <a:avLst/>
                <a:gdLst>
                  <a:gd name="connsiteX0" fmla="*/ 1 w 515161"/>
                  <a:gd name="connsiteY0" fmla="*/ 665895 h 665895"/>
                  <a:gd name="connsiteX1" fmla="*/ 515163 w 515161"/>
                  <a:gd name="connsiteY1" fmla="*/ 515098 h 665895"/>
                  <a:gd name="connsiteX2" fmla="*/ 364365 w 515161"/>
                  <a:gd name="connsiteY2" fmla="*/ 0 h 665895"/>
                  <a:gd name="connsiteX3" fmla="*/ 216614 w 515161"/>
                  <a:gd name="connsiteY3" fmla="*/ 491679 h 665895"/>
                  <a:gd name="connsiteX4" fmla="*/ 334408 w 515161"/>
                  <a:gd name="connsiteY4" fmla="*/ 276526 h 665895"/>
                  <a:gd name="connsiteX5" fmla="*/ 383215 w 515161"/>
                  <a:gd name="connsiteY5" fmla="*/ 443126 h 665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161" h="665895">
                    <a:moveTo>
                      <a:pt x="1" y="665895"/>
                    </a:moveTo>
                    <a:lnTo>
                      <a:pt x="515163" y="515098"/>
                    </a:lnTo>
                    <a:lnTo>
                      <a:pt x="364365" y="0"/>
                    </a:lnTo>
                    <a:close/>
                    <a:moveTo>
                      <a:pt x="216614" y="491679"/>
                    </a:moveTo>
                    <a:lnTo>
                      <a:pt x="334408" y="276526"/>
                    </a:lnTo>
                    <a:lnTo>
                      <a:pt x="383215" y="443126"/>
                    </a:lnTo>
                    <a:close/>
                  </a:path>
                </a:pathLst>
              </a:custGeom>
              <a:solidFill>
                <a:srgbClr val="FB9D3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7" name=""/>
              <p:cNvSpPr/>
              <p:nvPr/>
            </p:nvSpPr>
            <p:spPr>
              <a:xfrm>
                <a:off x="1535133" y="4540990"/>
                <a:ext cx="2263967" cy="1014960"/>
              </a:xfrm>
              <a:custGeom>
                <a:avLst/>
                <a:gdLst>
                  <a:gd name="connsiteX0" fmla="*/ 618486 w 2263790"/>
                  <a:gd name="connsiteY0" fmla="*/ 602891 h 1012957"/>
                  <a:gd name="connsiteX1" fmla="*/ 504246 w 2263790"/>
                  <a:gd name="connsiteY1" fmla="*/ 507310 h 1012957"/>
                  <a:gd name="connsiteX2" fmla="*/ 330600 w 2263790"/>
                  <a:gd name="connsiteY2" fmla="*/ 311832 h 1012957"/>
                  <a:gd name="connsiteX3" fmla="*/ 28434 w 2263790"/>
                  <a:gd name="connsiteY3" fmla="*/ 60249 h 1012957"/>
                  <a:gd name="connsiteX4" fmla="*/ 1143 w 2263790"/>
                  <a:gd name="connsiteY4" fmla="*/ 3954 h 1012957"/>
                  <a:gd name="connsiteX5" fmla="*/ 44364 w 2263790"/>
                  <a:gd name="connsiteY5" fmla="*/ 2811 h 1012957"/>
                  <a:gd name="connsiteX6" fmla="*/ 485015 w 2263790"/>
                  <a:gd name="connsiteY6" fmla="*/ 91094 h 1012957"/>
                  <a:gd name="connsiteX7" fmla="*/ 825071 w 2263790"/>
                  <a:gd name="connsiteY7" fmla="*/ 175505 h 1012957"/>
                  <a:gd name="connsiteX8" fmla="*/ 1150149 w 2263790"/>
                  <a:gd name="connsiteY8" fmla="*/ 292538 h 1012957"/>
                  <a:gd name="connsiteX9" fmla="*/ 1770094 w 2263790"/>
                  <a:gd name="connsiteY9" fmla="*/ 535426 h 1012957"/>
                  <a:gd name="connsiteX10" fmla="*/ 2171840 w 2263790"/>
                  <a:gd name="connsiteY10" fmla="*/ 697203 h 1012957"/>
                  <a:gd name="connsiteX11" fmla="*/ 2239178 w 2263790"/>
                  <a:gd name="connsiteY11" fmla="*/ 823502 h 1012957"/>
                  <a:gd name="connsiteX12" fmla="*/ 2237909 w 2263790"/>
                  <a:gd name="connsiteY12" fmla="*/ 1000829 h 1012957"/>
                  <a:gd name="connsiteX13" fmla="*/ 1992228 w 2263790"/>
                  <a:gd name="connsiteY13" fmla="*/ 972523 h 1012957"/>
                  <a:gd name="connsiteX14" fmla="*/ 1652172 w 2263790"/>
                  <a:gd name="connsiteY14" fmla="*/ 870975 h 1012957"/>
                  <a:gd name="connsiteX15" fmla="*/ 1390498 w 2263790"/>
                  <a:gd name="connsiteY15" fmla="*/ 810809 h 1012957"/>
                  <a:gd name="connsiteX16" fmla="*/ 1069355 w 2263790"/>
                  <a:gd name="connsiteY16" fmla="*/ 714720 h 1012957"/>
                  <a:gd name="connsiteX17" fmla="*/ 736915 w 2263790"/>
                  <a:gd name="connsiteY17" fmla="*/ 632657 h 1012957"/>
                  <a:gd name="connsiteX18" fmla="*/ 618486 w 2263790"/>
                  <a:gd name="connsiteY18" fmla="*/ 602891 h 101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63790" h="1012957">
                    <a:moveTo>
                      <a:pt x="618486" y="602891"/>
                    </a:moveTo>
                    <a:cubicBezTo>
                      <a:pt x="579200" y="627897"/>
                      <a:pt x="525571" y="530666"/>
                      <a:pt x="504246" y="507310"/>
                    </a:cubicBezTo>
                    <a:cubicBezTo>
                      <a:pt x="445983" y="442954"/>
                      <a:pt x="388736" y="376568"/>
                      <a:pt x="330600" y="311832"/>
                    </a:cubicBezTo>
                    <a:cubicBezTo>
                      <a:pt x="240413" y="211364"/>
                      <a:pt x="141342" y="125683"/>
                      <a:pt x="28434" y="60249"/>
                    </a:cubicBezTo>
                    <a:cubicBezTo>
                      <a:pt x="3047" y="45651"/>
                      <a:pt x="-2855" y="14553"/>
                      <a:pt x="1143" y="3954"/>
                    </a:cubicBezTo>
                    <a:cubicBezTo>
                      <a:pt x="4697" y="-5376"/>
                      <a:pt x="14725" y="5032"/>
                      <a:pt x="44364" y="2811"/>
                    </a:cubicBezTo>
                    <a:cubicBezTo>
                      <a:pt x="187799" y="-7724"/>
                      <a:pt x="346721" y="61518"/>
                      <a:pt x="485015" y="91094"/>
                    </a:cubicBezTo>
                    <a:cubicBezTo>
                      <a:pt x="599256" y="115529"/>
                      <a:pt x="713877" y="138884"/>
                      <a:pt x="825071" y="175505"/>
                    </a:cubicBezTo>
                    <a:cubicBezTo>
                      <a:pt x="934424" y="211491"/>
                      <a:pt x="1040859" y="255283"/>
                      <a:pt x="1150149" y="292538"/>
                    </a:cubicBezTo>
                    <a:cubicBezTo>
                      <a:pt x="1360034" y="364255"/>
                      <a:pt x="1561224" y="460979"/>
                      <a:pt x="1770094" y="535426"/>
                    </a:cubicBezTo>
                    <a:cubicBezTo>
                      <a:pt x="1902549" y="582582"/>
                      <a:pt x="2048967" y="625993"/>
                      <a:pt x="2171840" y="697203"/>
                    </a:cubicBezTo>
                    <a:cubicBezTo>
                      <a:pt x="2218742" y="724430"/>
                      <a:pt x="2227056" y="769619"/>
                      <a:pt x="2239178" y="823502"/>
                    </a:cubicBezTo>
                    <a:cubicBezTo>
                      <a:pt x="2249079" y="867485"/>
                      <a:pt x="2289952" y="977219"/>
                      <a:pt x="2237909" y="1000829"/>
                    </a:cubicBezTo>
                    <a:cubicBezTo>
                      <a:pt x="2168095" y="1032562"/>
                      <a:pt x="2058487" y="994482"/>
                      <a:pt x="1992228" y="972523"/>
                    </a:cubicBezTo>
                    <a:cubicBezTo>
                      <a:pt x="1879892" y="935648"/>
                      <a:pt x="1765651" y="904105"/>
                      <a:pt x="1652172" y="870975"/>
                    </a:cubicBezTo>
                    <a:cubicBezTo>
                      <a:pt x="1565032" y="845589"/>
                      <a:pt x="1478336" y="831245"/>
                      <a:pt x="1390498" y="810809"/>
                    </a:cubicBezTo>
                    <a:cubicBezTo>
                      <a:pt x="1281779" y="785422"/>
                      <a:pt x="1177313" y="743788"/>
                      <a:pt x="1069355" y="714720"/>
                    </a:cubicBezTo>
                    <a:cubicBezTo>
                      <a:pt x="959304" y="685081"/>
                      <a:pt x="845254" y="667183"/>
                      <a:pt x="736915" y="632657"/>
                    </a:cubicBezTo>
                    <a:cubicBezTo>
                      <a:pt x="704801" y="622376"/>
                      <a:pt x="657455" y="592102"/>
                      <a:pt x="618486" y="602891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8" name=""/>
              <p:cNvSpPr/>
              <p:nvPr/>
            </p:nvSpPr>
            <p:spPr>
              <a:xfrm>
                <a:off x="1535953" y="4524040"/>
                <a:ext cx="2269303" cy="1013543"/>
              </a:xfrm>
              <a:custGeom>
                <a:avLst/>
                <a:gdLst>
                  <a:gd name="connsiteX0" fmla="*/ 623886 w 2269126"/>
                  <a:gd name="connsiteY0" fmla="*/ 601149 h 1011543"/>
                  <a:gd name="connsiteX1" fmla="*/ 509645 w 2269126"/>
                  <a:gd name="connsiteY1" fmla="*/ 505568 h 1011543"/>
                  <a:gd name="connsiteX2" fmla="*/ 336000 w 2269126"/>
                  <a:gd name="connsiteY2" fmla="*/ 310090 h 1011543"/>
                  <a:gd name="connsiteX3" fmla="*/ 33834 w 2269126"/>
                  <a:gd name="connsiteY3" fmla="*/ 58570 h 1011543"/>
                  <a:gd name="connsiteX4" fmla="*/ 49764 w 2269126"/>
                  <a:gd name="connsiteY4" fmla="*/ 1069 h 1011543"/>
                  <a:gd name="connsiteX5" fmla="*/ 490351 w 2269126"/>
                  <a:gd name="connsiteY5" fmla="*/ 89352 h 1011543"/>
                  <a:gd name="connsiteX6" fmla="*/ 830471 w 2269126"/>
                  <a:gd name="connsiteY6" fmla="*/ 173763 h 1011543"/>
                  <a:gd name="connsiteX7" fmla="*/ 1155485 w 2269126"/>
                  <a:gd name="connsiteY7" fmla="*/ 290796 h 1011543"/>
                  <a:gd name="connsiteX8" fmla="*/ 1775494 w 2269126"/>
                  <a:gd name="connsiteY8" fmla="*/ 533684 h 1011543"/>
                  <a:gd name="connsiteX9" fmla="*/ 2177176 w 2269126"/>
                  <a:gd name="connsiteY9" fmla="*/ 695524 h 1011543"/>
                  <a:gd name="connsiteX10" fmla="*/ 2244514 w 2269126"/>
                  <a:gd name="connsiteY10" fmla="*/ 821760 h 1011543"/>
                  <a:gd name="connsiteX11" fmla="*/ 2243245 w 2269126"/>
                  <a:gd name="connsiteY11" fmla="*/ 999468 h 1011543"/>
                  <a:gd name="connsiteX12" fmla="*/ 1997564 w 2269126"/>
                  <a:gd name="connsiteY12" fmla="*/ 971098 h 1011543"/>
                  <a:gd name="connsiteX13" fmla="*/ 1657572 w 2269126"/>
                  <a:gd name="connsiteY13" fmla="*/ 869551 h 1011543"/>
                  <a:gd name="connsiteX14" fmla="*/ 1395898 w 2269126"/>
                  <a:gd name="connsiteY14" fmla="*/ 809384 h 1011543"/>
                  <a:gd name="connsiteX15" fmla="*/ 1074755 w 2269126"/>
                  <a:gd name="connsiteY15" fmla="*/ 713295 h 1011543"/>
                  <a:gd name="connsiteX16" fmla="*/ 742252 w 2269126"/>
                  <a:gd name="connsiteY16" fmla="*/ 631232 h 1011543"/>
                  <a:gd name="connsiteX17" fmla="*/ 623886 w 2269126"/>
                  <a:gd name="connsiteY17" fmla="*/ 601149 h 101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9126" h="1011543">
                    <a:moveTo>
                      <a:pt x="623886" y="601149"/>
                    </a:moveTo>
                    <a:cubicBezTo>
                      <a:pt x="584600" y="626536"/>
                      <a:pt x="530970" y="528987"/>
                      <a:pt x="509645" y="505568"/>
                    </a:cubicBezTo>
                    <a:cubicBezTo>
                      <a:pt x="451319" y="441212"/>
                      <a:pt x="394135" y="374826"/>
                      <a:pt x="336000" y="310090"/>
                    </a:cubicBezTo>
                    <a:cubicBezTo>
                      <a:pt x="245750" y="209622"/>
                      <a:pt x="146741" y="123941"/>
                      <a:pt x="33834" y="58570"/>
                    </a:cubicBezTo>
                    <a:cubicBezTo>
                      <a:pt x="-13703" y="31025"/>
                      <a:pt x="-13576" y="5766"/>
                      <a:pt x="49764" y="1069"/>
                    </a:cubicBezTo>
                    <a:cubicBezTo>
                      <a:pt x="193136" y="-9403"/>
                      <a:pt x="352057" y="59776"/>
                      <a:pt x="490351" y="89352"/>
                    </a:cubicBezTo>
                    <a:cubicBezTo>
                      <a:pt x="604592" y="113787"/>
                      <a:pt x="719277" y="137206"/>
                      <a:pt x="830471" y="173763"/>
                    </a:cubicBezTo>
                    <a:cubicBezTo>
                      <a:pt x="939761" y="209749"/>
                      <a:pt x="1046258" y="253604"/>
                      <a:pt x="1155485" y="290796"/>
                    </a:cubicBezTo>
                    <a:cubicBezTo>
                      <a:pt x="1365370" y="362514"/>
                      <a:pt x="1566560" y="459237"/>
                      <a:pt x="1775494" y="533684"/>
                    </a:cubicBezTo>
                    <a:cubicBezTo>
                      <a:pt x="1907886" y="580903"/>
                      <a:pt x="2054367" y="624251"/>
                      <a:pt x="2177176" y="695524"/>
                    </a:cubicBezTo>
                    <a:cubicBezTo>
                      <a:pt x="2224142" y="722689"/>
                      <a:pt x="2232392" y="767940"/>
                      <a:pt x="2244514" y="821760"/>
                    </a:cubicBezTo>
                    <a:cubicBezTo>
                      <a:pt x="2254415" y="865743"/>
                      <a:pt x="2295288" y="975477"/>
                      <a:pt x="2243245" y="999468"/>
                    </a:cubicBezTo>
                    <a:cubicBezTo>
                      <a:pt x="2173431" y="1031201"/>
                      <a:pt x="2063824" y="992804"/>
                      <a:pt x="1997564" y="971098"/>
                    </a:cubicBezTo>
                    <a:cubicBezTo>
                      <a:pt x="1885228" y="934224"/>
                      <a:pt x="1770987" y="902681"/>
                      <a:pt x="1657572" y="869551"/>
                    </a:cubicBezTo>
                    <a:cubicBezTo>
                      <a:pt x="1570432" y="844164"/>
                      <a:pt x="1483736" y="829820"/>
                      <a:pt x="1395898" y="809384"/>
                    </a:cubicBezTo>
                    <a:cubicBezTo>
                      <a:pt x="1287115" y="783997"/>
                      <a:pt x="1182649" y="742363"/>
                      <a:pt x="1074755" y="713295"/>
                    </a:cubicBezTo>
                    <a:cubicBezTo>
                      <a:pt x="964640" y="683656"/>
                      <a:pt x="850590" y="665758"/>
                      <a:pt x="742252" y="631232"/>
                    </a:cubicBezTo>
                    <a:cubicBezTo>
                      <a:pt x="710137" y="620697"/>
                      <a:pt x="662791" y="590360"/>
                      <a:pt x="623886" y="60114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9" name=""/>
              <p:cNvSpPr/>
              <p:nvPr/>
            </p:nvSpPr>
            <p:spPr>
              <a:xfrm>
                <a:off x="1600127" y="4469786"/>
                <a:ext cx="2266264" cy="1101357"/>
              </a:xfrm>
              <a:custGeom>
                <a:avLst/>
                <a:gdLst>
                  <a:gd name="connsiteX0" fmla="*/ 529887 w 2266087"/>
                  <a:gd name="connsiteY0" fmla="*/ 666212 h 1099183"/>
                  <a:gd name="connsiteX1" fmla="*/ 375979 w 2266087"/>
                  <a:gd name="connsiteY1" fmla="*/ 357763 h 1099183"/>
                  <a:gd name="connsiteX2" fmla="*/ 118431 w 2266087"/>
                  <a:gd name="connsiteY2" fmla="*/ 70575 h 1099183"/>
                  <a:gd name="connsiteX3" fmla="*/ 1 w 2266087"/>
                  <a:gd name="connsiteY3" fmla="*/ 1587 h 1099183"/>
                  <a:gd name="connsiteX4" fmla="*/ 173329 w 2266087"/>
                  <a:gd name="connsiteY4" fmla="*/ 20627 h 1099183"/>
                  <a:gd name="connsiteX5" fmla="*/ 658915 w 2266087"/>
                  <a:gd name="connsiteY5" fmla="*/ 132709 h 1099183"/>
                  <a:gd name="connsiteX6" fmla="*/ 1211585 w 2266087"/>
                  <a:gd name="connsiteY6" fmla="*/ 288584 h 1099183"/>
                  <a:gd name="connsiteX7" fmla="*/ 1522573 w 2266087"/>
                  <a:gd name="connsiteY7" fmla="*/ 401492 h 1099183"/>
                  <a:gd name="connsiteX8" fmla="*/ 1891761 w 2266087"/>
                  <a:gd name="connsiteY8" fmla="*/ 547085 h 1099183"/>
                  <a:gd name="connsiteX9" fmla="*/ 2062106 w 2266087"/>
                  <a:gd name="connsiteY9" fmla="*/ 628576 h 1099183"/>
                  <a:gd name="connsiteX10" fmla="*/ 2208968 w 2266087"/>
                  <a:gd name="connsiteY10" fmla="*/ 909798 h 1099183"/>
                  <a:gd name="connsiteX11" fmla="*/ 2266089 w 2266087"/>
                  <a:gd name="connsiteY11" fmla="*/ 1099184 h 1099183"/>
                  <a:gd name="connsiteX12" fmla="*/ 1173886 w 2266087"/>
                  <a:gd name="connsiteY12" fmla="*/ 858010 h 1099183"/>
                  <a:gd name="connsiteX13" fmla="*/ 702961 w 2266087"/>
                  <a:gd name="connsiteY13" fmla="*/ 692551 h 1099183"/>
                  <a:gd name="connsiteX14" fmla="*/ 529887 w 2266087"/>
                  <a:gd name="connsiteY14" fmla="*/ 666212 h 1099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66087" h="1099183">
                    <a:moveTo>
                      <a:pt x="529887" y="666212"/>
                    </a:moveTo>
                    <a:cubicBezTo>
                      <a:pt x="522271" y="566823"/>
                      <a:pt x="428847" y="439001"/>
                      <a:pt x="375979" y="357763"/>
                    </a:cubicBezTo>
                    <a:cubicBezTo>
                      <a:pt x="305404" y="249425"/>
                      <a:pt x="222897" y="149020"/>
                      <a:pt x="118431" y="70575"/>
                    </a:cubicBezTo>
                    <a:cubicBezTo>
                      <a:pt x="82191" y="43221"/>
                      <a:pt x="39668" y="24308"/>
                      <a:pt x="1" y="1587"/>
                    </a:cubicBezTo>
                    <a:cubicBezTo>
                      <a:pt x="52298" y="-5395"/>
                      <a:pt x="119890" y="12440"/>
                      <a:pt x="173329" y="20627"/>
                    </a:cubicBezTo>
                    <a:cubicBezTo>
                      <a:pt x="337328" y="45379"/>
                      <a:pt x="498598" y="91265"/>
                      <a:pt x="658915" y="132709"/>
                    </a:cubicBezTo>
                    <a:cubicBezTo>
                      <a:pt x="844175" y="180563"/>
                      <a:pt x="1033751" y="216866"/>
                      <a:pt x="1211585" y="288584"/>
                    </a:cubicBezTo>
                    <a:cubicBezTo>
                      <a:pt x="1313831" y="329774"/>
                      <a:pt x="1417472" y="367727"/>
                      <a:pt x="1522573" y="401492"/>
                    </a:cubicBezTo>
                    <a:cubicBezTo>
                      <a:pt x="1651157" y="442872"/>
                      <a:pt x="1761526" y="522841"/>
                      <a:pt x="1891761" y="547085"/>
                    </a:cubicBezTo>
                    <a:cubicBezTo>
                      <a:pt x="1953577" y="558636"/>
                      <a:pt x="2018694" y="582055"/>
                      <a:pt x="2062106" y="628576"/>
                    </a:cubicBezTo>
                    <a:cubicBezTo>
                      <a:pt x="2131158" y="702515"/>
                      <a:pt x="2173681" y="815931"/>
                      <a:pt x="2208968" y="909798"/>
                    </a:cubicBezTo>
                    <a:cubicBezTo>
                      <a:pt x="2231245" y="969204"/>
                      <a:pt x="2262915" y="1035082"/>
                      <a:pt x="2266089" y="1099184"/>
                    </a:cubicBezTo>
                    <a:cubicBezTo>
                      <a:pt x="1893664" y="1009124"/>
                      <a:pt x="1544787" y="938358"/>
                      <a:pt x="1173886" y="858010"/>
                    </a:cubicBezTo>
                    <a:cubicBezTo>
                      <a:pt x="1005698" y="821389"/>
                      <a:pt x="871149" y="729806"/>
                      <a:pt x="702961" y="692551"/>
                    </a:cubicBezTo>
                    <a:cubicBezTo>
                      <a:pt x="659359" y="682142"/>
                      <a:pt x="529887" y="666212"/>
                      <a:pt x="529887" y="666212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0" name=""/>
              <p:cNvSpPr/>
              <p:nvPr/>
            </p:nvSpPr>
            <p:spPr>
              <a:xfrm>
                <a:off x="1652745" y="4394127"/>
                <a:ext cx="2219866" cy="1251356"/>
              </a:xfrm>
              <a:custGeom>
                <a:avLst/>
                <a:gdLst>
                  <a:gd name="connsiteX0" fmla="*/ 502469 w 2219692"/>
                  <a:gd name="connsiteY0" fmla="*/ 713733 h 1248886"/>
                  <a:gd name="connsiteX1" fmla="*/ 361191 w 2219692"/>
                  <a:gd name="connsiteY1" fmla="*/ 387640 h 1248886"/>
                  <a:gd name="connsiteX2" fmla="*/ 115511 w 2219692"/>
                  <a:gd name="connsiteY2" fmla="*/ 77794 h 1248886"/>
                  <a:gd name="connsiteX3" fmla="*/ 1 w 2219692"/>
                  <a:gd name="connsiteY3" fmla="*/ 618 h 1248886"/>
                  <a:gd name="connsiteX4" fmla="*/ 172377 w 2219692"/>
                  <a:gd name="connsiteY4" fmla="*/ 28988 h 1248886"/>
                  <a:gd name="connsiteX5" fmla="*/ 652949 w 2219692"/>
                  <a:gd name="connsiteY5" fmla="*/ 169440 h 1248886"/>
                  <a:gd name="connsiteX6" fmla="*/ 1198765 w 2219692"/>
                  <a:gd name="connsiteY6" fmla="*/ 358572 h 1248886"/>
                  <a:gd name="connsiteX7" fmla="*/ 1504866 w 2219692"/>
                  <a:gd name="connsiteY7" fmla="*/ 490964 h 1248886"/>
                  <a:gd name="connsiteX8" fmla="*/ 1867833 w 2219692"/>
                  <a:gd name="connsiteY8" fmla="*/ 660103 h 1248886"/>
                  <a:gd name="connsiteX9" fmla="*/ 2034688 w 2219692"/>
                  <a:gd name="connsiteY9" fmla="*/ 752828 h 1248886"/>
                  <a:gd name="connsiteX10" fmla="*/ 2170000 w 2219692"/>
                  <a:gd name="connsiteY10" fmla="*/ 1050552 h 1248886"/>
                  <a:gd name="connsiteX11" fmla="*/ 2219694 w 2219692"/>
                  <a:gd name="connsiteY11" fmla="*/ 1248886 h 1248886"/>
                  <a:gd name="connsiteX12" fmla="*/ 1138344 w 2219692"/>
                  <a:gd name="connsiteY12" fmla="*/ 943864 h 1248886"/>
                  <a:gd name="connsiteX13" fmla="*/ 641081 w 2219692"/>
                  <a:gd name="connsiteY13" fmla="*/ 779992 h 1248886"/>
                  <a:gd name="connsiteX14" fmla="*/ 502469 w 2219692"/>
                  <a:gd name="connsiteY14" fmla="*/ 713733 h 1248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19692" h="1248886">
                    <a:moveTo>
                      <a:pt x="502469" y="713733"/>
                    </a:moveTo>
                    <a:cubicBezTo>
                      <a:pt x="498851" y="610853"/>
                      <a:pt x="410696" y="474145"/>
                      <a:pt x="361191" y="387640"/>
                    </a:cubicBezTo>
                    <a:cubicBezTo>
                      <a:pt x="295249" y="272257"/>
                      <a:pt x="216677" y="164426"/>
                      <a:pt x="115511" y="77794"/>
                    </a:cubicBezTo>
                    <a:cubicBezTo>
                      <a:pt x="80414" y="47774"/>
                      <a:pt x="38716" y="26069"/>
                      <a:pt x="1" y="618"/>
                    </a:cubicBezTo>
                    <a:cubicBezTo>
                      <a:pt x="52552" y="-3952"/>
                      <a:pt x="119319" y="17945"/>
                      <a:pt x="172377" y="28988"/>
                    </a:cubicBezTo>
                    <a:cubicBezTo>
                      <a:pt x="335233" y="62943"/>
                      <a:pt x="494472" y="118476"/>
                      <a:pt x="652949" y="169440"/>
                    </a:cubicBezTo>
                    <a:cubicBezTo>
                      <a:pt x="836115" y="228338"/>
                      <a:pt x="1024040" y="275494"/>
                      <a:pt x="1198765" y="358572"/>
                    </a:cubicBezTo>
                    <a:cubicBezTo>
                      <a:pt x="1299233" y="406299"/>
                      <a:pt x="1401542" y="450726"/>
                      <a:pt x="1504866" y="490964"/>
                    </a:cubicBezTo>
                    <a:cubicBezTo>
                      <a:pt x="1631800" y="540214"/>
                      <a:pt x="1738678" y="628370"/>
                      <a:pt x="1867833" y="660103"/>
                    </a:cubicBezTo>
                    <a:cubicBezTo>
                      <a:pt x="1929079" y="675145"/>
                      <a:pt x="1993180" y="702626"/>
                      <a:pt x="2034688" y="752828"/>
                    </a:cubicBezTo>
                    <a:cubicBezTo>
                      <a:pt x="2100630" y="832670"/>
                      <a:pt x="2138583" y="951861"/>
                      <a:pt x="2170000" y="1050552"/>
                    </a:cubicBezTo>
                    <a:cubicBezTo>
                      <a:pt x="2189865" y="1113003"/>
                      <a:pt x="2218869" y="1182563"/>
                      <a:pt x="2219694" y="1248886"/>
                    </a:cubicBezTo>
                    <a:cubicBezTo>
                      <a:pt x="1851586" y="1136930"/>
                      <a:pt x="1505564" y="1045792"/>
                      <a:pt x="1138344" y="943864"/>
                    </a:cubicBezTo>
                    <a:cubicBezTo>
                      <a:pt x="971744" y="897533"/>
                      <a:pt x="807618" y="827085"/>
                      <a:pt x="641081" y="779992"/>
                    </a:cubicBezTo>
                    <a:cubicBezTo>
                      <a:pt x="597733" y="768060"/>
                      <a:pt x="557431" y="679778"/>
                      <a:pt x="502469" y="713733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1" name=""/>
              <p:cNvSpPr/>
              <p:nvPr/>
            </p:nvSpPr>
            <p:spPr>
              <a:xfrm>
                <a:off x="1816186" y="4346588"/>
                <a:ext cx="2118826" cy="1274966"/>
              </a:xfrm>
              <a:custGeom>
                <a:avLst/>
                <a:gdLst>
                  <a:gd name="connsiteX0" fmla="*/ 387657 w 2118660"/>
                  <a:gd name="connsiteY0" fmla="*/ 783771 h 1272450"/>
                  <a:gd name="connsiteX1" fmla="*/ 1 w 2118660"/>
                  <a:gd name="connsiteY1" fmla="*/ 589 h 1272450"/>
                  <a:gd name="connsiteX2" fmla="*/ 298804 w 2118660"/>
                  <a:gd name="connsiteY2" fmla="*/ 80367 h 1272450"/>
                  <a:gd name="connsiteX3" fmla="*/ 797336 w 2118660"/>
                  <a:gd name="connsiteY3" fmla="*/ 186167 h 1272450"/>
                  <a:gd name="connsiteX4" fmla="*/ 1303676 w 2118660"/>
                  <a:gd name="connsiteY4" fmla="*/ 341343 h 1272450"/>
                  <a:gd name="connsiteX5" fmla="*/ 1707579 w 2118660"/>
                  <a:gd name="connsiteY5" fmla="*/ 495377 h 1272450"/>
                  <a:gd name="connsiteX6" fmla="*/ 2108183 w 2118660"/>
                  <a:gd name="connsiteY6" fmla="*/ 1177013 h 1272450"/>
                  <a:gd name="connsiteX7" fmla="*/ 2110468 w 2118660"/>
                  <a:gd name="connsiteY7" fmla="*/ 1264660 h 1272450"/>
                  <a:gd name="connsiteX8" fmla="*/ 1897092 w 2118660"/>
                  <a:gd name="connsiteY8" fmla="*/ 1214585 h 1272450"/>
                  <a:gd name="connsiteX9" fmla="*/ 1578170 w 2118660"/>
                  <a:gd name="connsiteY9" fmla="*/ 1135632 h 1272450"/>
                  <a:gd name="connsiteX10" fmla="*/ 1313005 w 2118660"/>
                  <a:gd name="connsiteY10" fmla="*/ 1051602 h 1272450"/>
                  <a:gd name="connsiteX11" fmla="*/ 715654 w 2118660"/>
                  <a:gd name="connsiteY11" fmla="*/ 869896 h 1272450"/>
                  <a:gd name="connsiteX12" fmla="*/ 387657 w 2118660"/>
                  <a:gd name="connsiteY12" fmla="*/ 78377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18660" h="1272450">
                    <a:moveTo>
                      <a:pt x="387657" y="783771"/>
                    </a:moveTo>
                    <a:cubicBezTo>
                      <a:pt x="361065" y="482050"/>
                      <a:pt x="209188" y="204064"/>
                      <a:pt x="1" y="589"/>
                    </a:cubicBezTo>
                    <a:cubicBezTo>
                      <a:pt x="94313" y="-6900"/>
                      <a:pt x="207094" y="59106"/>
                      <a:pt x="298804" y="80367"/>
                    </a:cubicBezTo>
                    <a:cubicBezTo>
                      <a:pt x="463310" y="118447"/>
                      <a:pt x="634099" y="139010"/>
                      <a:pt x="797336" y="186167"/>
                    </a:cubicBezTo>
                    <a:cubicBezTo>
                      <a:pt x="967491" y="235354"/>
                      <a:pt x="1132442" y="296091"/>
                      <a:pt x="1303676" y="341343"/>
                    </a:cubicBezTo>
                    <a:cubicBezTo>
                      <a:pt x="1437464" y="376631"/>
                      <a:pt x="1588579" y="421121"/>
                      <a:pt x="1707579" y="495377"/>
                    </a:cubicBezTo>
                    <a:cubicBezTo>
                      <a:pt x="1929079" y="633735"/>
                      <a:pt x="2070420" y="919337"/>
                      <a:pt x="2108183" y="1177013"/>
                    </a:cubicBezTo>
                    <a:cubicBezTo>
                      <a:pt x="2111166" y="1197576"/>
                      <a:pt x="2128746" y="1247397"/>
                      <a:pt x="2110468" y="1264660"/>
                    </a:cubicBezTo>
                    <a:cubicBezTo>
                      <a:pt x="2077274" y="1295950"/>
                      <a:pt x="1930729" y="1223470"/>
                      <a:pt x="1897092" y="1214585"/>
                    </a:cubicBezTo>
                    <a:cubicBezTo>
                      <a:pt x="1791165" y="1186596"/>
                      <a:pt x="1683589" y="1163811"/>
                      <a:pt x="1578170" y="1135632"/>
                    </a:cubicBezTo>
                    <a:cubicBezTo>
                      <a:pt x="1488047" y="1111197"/>
                      <a:pt x="1404461" y="1073244"/>
                      <a:pt x="1313005" y="1051602"/>
                    </a:cubicBezTo>
                    <a:cubicBezTo>
                      <a:pt x="1110990" y="1003748"/>
                      <a:pt x="912592" y="936981"/>
                      <a:pt x="715654" y="869896"/>
                    </a:cubicBezTo>
                    <a:cubicBezTo>
                      <a:pt x="678463" y="857012"/>
                      <a:pt x="414567" y="804969"/>
                      <a:pt x="387657" y="783771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2" name=""/>
              <p:cNvSpPr/>
              <p:nvPr/>
            </p:nvSpPr>
            <p:spPr>
              <a:xfrm>
                <a:off x="2180831" y="4159876"/>
                <a:ext cx="2598285" cy="1275242"/>
              </a:xfrm>
              <a:custGeom>
                <a:avLst/>
                <a:gdLst>
                  <a:gd name="connsiteX0" fmla="*/ 4634 w 2598082"/>
                  <a:gd name="connsiteY0" fmla="*/ 881262 h 1272725"/>
                  <a:gd name="connsiteX1" fmla="*/ 53504 w 2598082"/>
                  <a:gd name="connsiteY1" fmla="*/ 712694 h 1272725"/>
                  <a:gd name="connsiteX2" fmla="*/ 138740 w 2598082"/>
                  <a:gd name="connsiteY2" fmla="*/ 466569 h 1272725"/>
                  <a:gd name="connsiteX3" fmla="*/ 472576 w 2598082"/>
                  <a:gd name="connsiteY3" fmla="*/ 27441 h 1272725"/>
                  <a:gd name="connsiteX4" fmla="*/ 633211 w 2598082"/>
                  <a:gd name="connsiteY4" fmla="*/ 16080 h 1272725"/>
                  <a:gd name="connsiteX5" fmla="*/ 1050697 w 2598082"/>
                  <a:gd name="connsiteY5" fmla="*/ 97064 h 1272725"/>
                  <a:gd name="connsiteX6" fmla="*/ 1606667 w 2598082"/>
                  <a:gd name="connsiteY6" fmla="*/ 221206 h 1272725"/>
                  <a:gd name="connsiteX7" fmla="*/ 2153815 w 2598082"/>
                  <a:gd name="connsiteY7" fmla="*/ 390472 h 1272725"/>
                  <a:gd name="connsiteX8" fmla="*/ 2598084 w 2598082"/>
                  <a:gd name="connsiteY8" fmla="*/ 631202 h 1272725"/>
                  <a:gd name="connsiteX9" fmla="*/ 2332412 w 2598082"/>
                  <a:gd name="connsiteY9" fmla="*/ 737002 h 1272725"/>
                  <a:gd name="connsiteX10" fmla="*/ 2003208 w 2598082"/>
                  <a:gd name="connsiteY10" fmla="*/ 939334 h 1272725"/>
                  <a:gd name="connsiteX11" fmla="*/ 1592958 w 2598082"/>
                  <a:gd name="connsiteY11" fmla="*/ 1272726 h 1272725"/>
                  <a:gd name="connsiteX12" fmla="*/ 1137265 w 2598082"/>
                  <a:gd name="connsiteY12" fmla="*/ 1215161 h 1272725"/>
                  <a:gd name="connsiteX13" fmla="*/ 483556 w 2598082"/>
                  <a:gd name="connsiteY13" fmla="*/ 1133924 h 1272725"/>
                  <a:gd name="connsiteX14" fmla="*/ 1 w 2598082"/>
                  <a:gd name="connsiteY14" fmla="*/ 979382 h 1272725"/>
                  <a:gd name="connsiteX15" fmla="*/ 4634 w 2598082"/>
                  <a:gd name="connsiteY15" fmla="*/ 881262 h 127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98082" h="1272725">
                    <a:moveTo>
                      <a:pt x="4634" y="881262"/>
                    </a:moveTo>
                    <a:cubicBezTo>
                      <a:pt x="31925" y="841024"/>
                      <a:pt x="38399" y="762578"/>
                      <a:pt x="53504" y="712694"/>
                    </a:cubicBezTo>
                    <a:cubicBezTo>
                      <a:pt x="78891" y="629108"/>
                      <a:pt x="105547" y="547680"/>
                      <a:pt x="138740" y="466569"/>
                    </a:cubicBezTo>
                    <a:cubicBezTo>
                      <a:pt x="206777" y="300095"/>
                      <a:pt x="322794" y="131527"/>
                      <a:pt x="472576" y="27441"/>
                    </a:cubicBezTo>
                    <a:cubicBezTo>
                      <a:pt x="535535" y="-16351"/>
                      <a:pt x="562318" y="2054"/>
                      <a:pt x="633211" y="16080"/>
                    </a:cubicBezTo>
                    <a:cubicBezTo>
                      <a:pt x="772394" y="42927"/>
                      <a:pt x="912783" y="63681"/>
                      <a:pt x="1050697" y="97064"/>
                    </a:cubicBezTo>
                    <a:cubicBezTo>
                      <a:pt x="1235258" y="141491"/>
                      <a:pt x="1422105" y="174430"/>
                      <a:pt x="1606667" y="221206"/>
                    </a:cubicBezTo>
                    <a:cubicBezTo>
                      <a:pt x="1792162" y="267028"/>
                      <a:pt x="1974851" y="323546"/>
                      <a:pt x="2153815" y="390472"/>
                    </a:cubicBezTo>
                    <a:cubicBezTo>
                      <a:pt x="2317306" y="452543"/>
                      <a:pt x="2464169" y="519373"/>
                      <a:pt x="2598084" y="631202"/>
                    </a:cubicBezTo>
                    <a:cubicBezTo>
                      <a:pt x="2512975" y="676390"/>
                      <a:pt x="2418536" y="692701"/>
                      <a:pt x="2332412" y="737002"/>
                    </a:cubicBezTo>
                    <a:cubicBezTo>
                      <a:pt x="2216775" y="796534"/>
                      <a:pt x="2111102" y="867680"/>
                      <a:pt x="2003208" y="939334"/>
                    </a:cubicBezTo>
                    <a:cubicBezTo>
                      <a:pt x="1863581" y="1031932"/>
                      <a:pt x="1699773" y="1142428"/>
                      <a:pt x="1592958" y="1272726"/>
                    </a:cubicBezTo>
                    <a:cubicBezTo>
                      <a:pt x="1450792" y="1221191"/>
                      <a:pt x="1287174" y="1229949"/>
                      <a:pt x="1137265" y="1215161"/>
                    </a:cubicBezTo>
                    <a:cubicBezTo>
                      <a:pt x="918178" y="1193665"/>
                      <a:pt x="700277" y="1166590"/>
                      <a:pt x="483556" y="1133924"/>
                    </a:cubicBezTo>
                    <a:cubicBezTo>
                      <a:pt x="314988" y="1108537"/>
                      <a:pt x="153528" y="1044435"/>
                      <a:pt x="1" y="979382"/>
                    </a:cubicBezTo>
                    <a:cubicBezTo>
                      <a:pt x="4698" y="953614"/>
                      <a:pt x="18597" y="916486"/>
                      <a:pt x="4634" y="881262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3" name=""/>
              <p:cNvSpPr/>
              <p:nvPr/>
            </p:nvSpPr>
            <p:spPr>
              <a:xfrm>
                <a:off x="2192320" y="4243626"/>
                <a:ext cx="2533734" cy="1280798"/>
              </a:xfrm>
              <a:custGeom>
                <a:avLst/>
                <a:gdLst>
                  <a:gd name="connsiteX0" fmla="*/ 1 w 2533536"/>
                  <a:gd name="connsiteY0" fmla="*/ 858542 h 1278270"/>
                  <a:gd name="connsiteX1" fmla="*/ 154670 w 2533536"/>
                  <a:gd name="connsiteY1" fmla="*/ 483770 h 1278270"/>
                  <a:gd name="connsiteX2" fmla="*/ 482160 w 2533536"/>
                  <a:gd name="connsiteY2" fmla="*/ 57145 h 1278270"/>
                  <a:gd name="connsiteX3" fmla="*/ 598748 w 2533536"/>
                  <a:gd name="connsiteY3" fmla="*/ 533 h 1278270"/>
                  <a:gd name="connsiteX4" fmla="*/ 934235 w 2533536"/>
                  <a:gd name="connsiteY4" fmla="*/ 54225 h 1278270"/>
                  <a:gd name="connsiteX5" fmla="*/ 1937013 w 2533536"/>
                  <a:gd name="connsiteY5" fmla="*/ 315836 h 1278270"/>
                  <a:gd name="connsiteX6" fmla="*/ 2369159 w 2533536"/>
                  <a:gd name="connsiteY6" fmla="*/ 522104 h 1278270"/>
                  <a:gd name="connsiteX7" fmla="*/ 2533538 w 2533536"/>
                  <a:gd name="connsiteY7" fmla="*/ 649482 h 1278270"/>
                  <a:gd name="connsiteX8" fmla="*/ 1930285 w 2533536"/>
                  <a:gd name="connsiteY8" fmla="*/ 952600 h 1278270"/>
                  <a:gd name="connsiteX9" fmla="*/ 1749594 w 2533536"/>
                  <a:gd name="connsiteY9" fmla="*/ 1153156 h 1278270"/>
                  <a:gd name="connsiteX10" fmla="*/ 1651538 w 2533536"/>
                  <a:gd name="connsiteY10" fmla="*/ 1274758 h 1278270"/>
                  <a:gd name="connsiteX11" fmla="*/ 1543010 w 2533536"/>
                  <a:gd name="connsiteY11" fmla="*/ 1256670 h 1278270"/>
                  <a:gd name="connsiteX12" fmla="*/ 1271117 w 2533536"/>
                  <a:gd name="connsiteY12" fmla="*/ 1226587 h 1278270"/>
                  <a:gd name="connsiteX13" fmla="*/ 887333 w 2533536"/>
                  <a:gd name="connsiteY13" fmla="*/ 1161914 h 1278270"/>
                  <a:gd name="connsiteX14" fmla="*/ 268213 w 2533536"/>
                  <a:gd name="connsiteY14" fmla="*/ 1005785 h 1278270"/>
                  <a:gd name="connsiteX15" fmla="*/ 81874 w 2533536"/>
                  <a:gd name="connsiteY15" fmla="*/ 932481 h 1278270"/>
                  <a:gd name="connsiteX16" fmla="*/ 1 w 2533536"/>
                  <a:gd name="connsiteY16" fmla="*/ 858542 h 127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33536" h="1278270">
                    <a:moveTo>
                      <a:pt x="1" y="858542"/>
                    </a:moveTo>
                    <a:cubicBezTo>
                      <a:pt x="19803" y="731037"/>
                      <a:pt x="89236" y="594583"/>
                      <a:pt x="154670" y="483770"/>
                    </a:cubicBezTo>
                    <a:cubicBezTo>
                      <a:pt x="247142" y="327324"/>
                      <a:pt x="351798" y="182619"/>
                      <a:pt x="482160" y="57145"/>
                    </a:cubicBezTo>
                    <a:cubicBezTo>
                      <a:pt x="524619" y="16336"/>
                      <a:pt x="542390" y="-3593"/>
                      <a:pt x="598748" y="533"/>
                    </a:cubicBezTo>
                    <a:cubicBezTo>
                      <a:pt x="711802" y="9691"/>
                      <a:pt x="823967" y="27646"/>
                      <a:pt x="934235" y="54225"/>
                    </a:cubicBezTo>
                    <a:cubicBezTo>
                      <a:pt x="1271054" y="132671"/>
                      <a:pt x="1611744" y="186554"/>
                      <a:pt x="1937013" y="315836"/>
                    </a:cubicBezTo>
                    <a:cubicBezTo>
                      <a:pt x="2085278" y="375387"/>
                      <a:pt x="2229614" y="444281"/>
                      <a:pt x="2369159" y="522104"/>
                    </a:cubicBezTo>
                    <a:cubicBezTo>
                      <a:pt x="2431991" y="556884"/>
                      <a:pt x="2477053" y="605563"/>
                      <a:pt x="2533538" y="649482"/>
                    </a:cubicBezTo>
                    <a:cubicBezTo>
                      <a:pt x="2324605" y="680517"/>
                      <a:pt x="2078924" y="791267"/>
                      <a:pt x="1930285" y="952600"/>
                    </a:cubicBezTo>
                    <a:cubicBezTo>
                      <a:pt x="1869230" y="1018923"/>
                      <a:pt x="1810840" y="1087023"/>
                      <a:pt x="1749594" y="1153156"/>
                    </a:cubicBezTo>
                    <a:cubicBezTo>
                      <a:pt x="1721415" y="1183556"/>
                      <a:pt x="1686127" y="1259336"/>
                      <a:pt x="1651538" y="1274758"/>
                    </a:cubicBezTo>
                    <a:cubicBezTo>
                      <a:pt x="1623930" y="1287452"/>
                      <a:pt x="1569031" y="1262065"/>
                      <a:pt x="1543010" y="1256670"/>
                    </a:cubicBezTo>
                    <a:cubicBezTo>
                      <a:pt x="1453267" y="1238963"/>
                      <a:pt x="1361939" y="1235536"/>
                      <a:pt x="1271117" y="1226587"/>
                    </a:cubicBezTo>
                    <a:cubicBezTo>
                      <a:pt x="1141073" y="1213894"/>
                      <a:pt x="1014774" y="1187238"/>
                      <a:pt x="887333" y="1161914"/>
                    </a:cubicBezTo>
                    <a:cubicBezTo>
                      <a:pt x="676559" y="1119963"/>
                      <a:pt x="474099" y="1066714"/>
                      <a:pt x="268213" y="1005785"/>
                    </a:cubicBezTo>
                    <a:cubicBezTo>
                      <a:pt x="203286" y="986745"/>
                      <a:pt x="143310" y="959074"/>
                      <a:pt x="81874" y="932481"/>
                    </a:cubicBezTo>
                    <a:cubicBezTo>
                      <a:pt x="57439" y="922009"/>
                      <a:pt x="12504" y="913632"/>
                      <a:pt x="1" y="85854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4" name=""/>
              <p:cNvSpPr/>
              <p:nvPr/>
            </p:nvSpPr>
            <p:spPr>
              <a:xfrm>
                <a:off x="2159886" y="4371637"/>
                <a:ext cx="2604405" cy="1240172"/>
              </a:xfrm>
              <a:custGeom>
                <a:avLst/>
                <a:gdLst>
                  <a:gd name="connsiteX0" fmla="*/ 249426 w 2604201"/>
                  <a:gd name="connsiteY0" fmla="*/ 379367 h 1237724"/>
                  <a:gd name="connsiteX1" fmla="*/ 6348 w 2604201"/>
                  <a:gd name="connsiteY1" fmla="*/ 736496 h 1237724"/>
                  <a:gd name="connsiteX2" fmla="*/ 1 w 2604201"/>
                  <a:gd name="connsiteY2" fmla="*/ 784858 h 1237724"/>
                  <a:gd name="connsiteX3" fmla="*/ 1323160 w 2604201"/>
                  <a:gd name="connsiteY3" fmla="*/ 1132213 h 1237724"/>
                  <a:gd name="connsiteX4" fmla="*/ 1648872 w 2604201"/>
                  <a:gd name="connsiteY4" fmla="*/ 1201518 h 1237724"/>
                  <a:gd name="connsiteX5" fmla="*/ 1837687 w 2604201"/>
                  <a:gd name="connsiteY5" fmla="*/ 1202153 h 1237724"/>
                  <a:gd name="connsiteX6" fmla="*/ 1895188 w 2604201"/>
                  <a:gd name="connsiteY6" fmla="*/ 1101939 h 1237724"/>
                  <a:gd name="connsiteX7" fmla="*/ 1953767 w 2604201"/>
                  <a:gd name="connsiteY7" fmla="*/ 1009785 h 1237724"/>
                  <a:gd name="connsiteX8" fmla="*/ 2364081 w 2604201"/>
                  <a:gd name="connsiteY8" fmla="*/ 760740 h 1237724"/>
                  <a:gd name="connsiteX9" fmla="*/ 2367255 w 2604201"/>
                  <a:gd name="connsiteY9" fmla="*/ 759661 h 1237724"/>
                  <a:gd name="connsiteX10" fmla="*/ 2594530 w 2604201"/>
                  <a:gd name="connsiteY10" fmla="*/ 710792 h 1237724"/>
                  <a:gd name="connsiteX11" fmla="*/ 2600877 w 2604201"/>
                  <a:gd name="connsiteY11" fmla="*/ 662494 h 1237724"/>
                  <a:gd name="connsiteX12" fmla="*/ 1138344 w 2604201"/>
                  <a:gd name="connsiteY12" fmla="*/ 47435 h 1237724"/>
                  <a:gd name="connsiteX13" fmla="*/ 656376 w 2604201"/>
                  <a:gd name="connsiteY13" fmla="*/ 26872 h 1237724"/>
                  <a:gd name="connsiteX14" fmla="*/ 249426 w 2604201"/>
                  <a:gd name="connsiteY14" fmla="*/ 379367 h 123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04201" h="1237724">
                    <a:moveTo>
                      <a:pt x="249426" y="379367"/>
                    </a:moveTo>
                    <a:cubicBezTo>
                      <a:pt x="169585" y="481486"/>
                      <a:pt x="39478" y="610958"/>
                      <a:pt x="6348" y="736496"/>
                    </a:cubicBezTo>
                    <a:lnTo>
                      <a:pt x="1" y="784858"/>
                    </a:lnTo>
                    <a:cubicBezTo>
                      <a:pt x="290616" y="866984"/>
                      <a:pt x="1035084" y="1037710"/>
                      <a:pt x="1323160" y="1132213"/>
                    </a:cubicBezTo>
                    <a:cubicBezTo>
                      <a:pt x="1430039" y="1167373"/>
                      <a:pt x="1541359" y="1171117"/>
                      <a:pt x="1648872" y="1201518"/>
                    </a:cubicBezTo>
                    <a:cubicBezTo>
                      <a:pt x="1718242" y="1221129"/>
                      <a:pt x="1775806" y="1271776"/>
                      <a:pt x="1837687" y="1202153"/>
                    </a:cubicBezTo>
                    <a:cubicBezTo>
                      <a:pt x="1863073" y="1173403"/>
                      <a:pt x="1877861" y="1136528"/>
                      <a:pt x="1895188" y="1101939"/>
                    </a:cubicBezTo>
                    <a:cubicBezTo>
                      <a:pt x="1911752" y="1069431"/>
                      <a:pt x="1931364" y="1038579"/>
                      <a:pt x="1953767" y="1009785"/>
                    </a:cubicBezTo>
                    <a:cubicBezTo>
                      <a:pt x="2044526" y="891673"/>
                      <a:pt x="2205097" y="809864"/>
                      <a:pt x="2364081" y="760740"/>
                    </a:cubicBezTo>
                    <a:cubicBezTo>
                      <a:pt x="2365065" y="760195"/>
                      <a:pt x="2366138" y="759827"/>
                      <a:pt x="2367255" y="759661"/>
                    </a:cubicBezTo>
                    <a:cubicBezTo>
                      <a:pt x="2444938" y="730530"/>
                      <a:pt x="2522939" y="713267"/>
                      <a:pt x="2594530" y="710792"/>
                    </a:cubicBezTo>
                    <a:cubicBezTo>
                      <a:pt x="2611603" y="708634"/>
                      <a:pt x="2600877" y="662494"/>
                      <a:pt x="2600877" y="662494"/>
                    </a:cubicBezTo>
                    <a:cubicBezTo>
                      <a:pt x="2159083" y="404120"/>
                      <a:pt x="1659979" y="109760"/>
                      <a:pt x="1138344" y="47435"/>
                    </a:cubicBezTo>
                    <a:cubicBezTo>
                      <a:pt x="999542" y="30680"/>
                      <a:pt x="781851" y="-36912"/>
                      <a:pt x="656376" y="26872"/>
                    </a:cubicBezTo>
                    <a:cubicBezTo>
                      <a:pt x="656376" y="26872"/>
                      <a:pt x="348625" y="252497"/>
                      <a:pt x="249426" y="379367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5" name=""/>
              <p:cNvSpPr/>
              <p:nvPr/>
            </p:nvSpPr>
            <p:spPr>
              <a:xfrm>
                <a:off x="2159632" y="4420403"/>
                <a:ext cx="2594731" cy="1259290"/>
              </a:xfrm>
              <a:custGeom>
                <a:avLst/>
                <a:gdLst>
                  <a:gd name="connsiteX0" fmla="*/ 242889 w 2594528"/>
                  <a:gd name="connsiteY0" fmla="*/ 378869 h 1256805"/>
                  <a:gd name="connsiteX1" fmla="*/ 1 w 2594528"/>
                  <a:gd name="connsiteY1" fmla="*/ 736188 h 1256805"/>
                  <a:gd name="connsiteX2" fmla="*/ 447062 w 2594528"/>
                  <a:gd name="connsiteY2" fmla="*/ 928619 h 1256805"/>
                  <a:gd name="connsiteX3" fmla="*/ 1306405 w 2594528"/>
                  <a:gd name="connsiteY3" fmla="*/ 1166240 h 1256805"/>
                  <a:gd name="connsiteX4" fmla="*/ 1635481 w 2594528"/>
                  <a:gd name="connsiteY4" fmla="*/ 1242400 h 1256805"/>
                  <a:gd name="connsiteX5" fmla="*/ 1830896 w 2594528"/>
                  <a:gd name="connsiteY5" fmla="*/ 1202225 h 1256805"/>
                  <a:gd name="connsiteX6" fmla="*/ 1888587 w 2594528"/>
                  <a:gd name="connsiteY6" fmla="*/ 1101821 h 1256805"/>
                  <a:gd name="connsiteX7" fmla="*/ 1947167 w 2594528"/>
                  <a:gd name="connsiteY7" fmla="*/ 1009730 h 1256805"/>
                  <a:gd name="connsiteX8" fmla="*/ 2364082 w 2594528"/>
                  <a:gd name="connsiteY8" fmla="*/ 712324 h 1256805"/>
                  <a:gd name="connsiteX9" fmla="*/ 2367255 w 2594528"/>
                  <a:gd name="connsiteY9" fmla="*/ 711245 h 1256805"/>
                  <a:gd name="connsiteX10" fmla="*/ 2594530 w 2594528"/>
                  <a:gd name="connsiteY10" fmla="*/ 662376 h 1256805"/>
                  <a:gd name="connsiteX11" fmla="*/ 1131998 w 2594528"/>
                  <a:gd name="connsiteY11" fmla="*/ 47318 h 1256805"/>
                  <a:gd name="connsiteX12" fmla="*/ 650030 w 2594528"/>
                  <a:gd name="connsiteY12" fmla="*/ 26818 h 1256805"/>
                  <a:gd name="connsiteX13" fmla="*/ 242889 w 2594528"/>
                  <a:gd name="connsiteY13" fmla="*/ 378869 h 125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94528" h="1256805">
                    <a:moveTo>
                      <a:pt x="242889" y="378869"/>
                    </a:moveTo>
                    <a:cubicBezTo>
                      <a:pt x="163238" y="481178"/>
                      <a:pt x="33004" y="610460"/>
                      <a:pt x="1" y="736188"/>
                    </a:cubicBezTo>
                    <a:cubicBezTo>
                      <a:pt x="134805" y="811333"/>
                      <a:pt x="298740" y="886668"/>
                      <a:pt x="447062" y="928619"/>
                    </a:cubicBezTo>
                    <a:cubicBezTo>
                      <a:pt x="737868" y="1010556"/>
                      <a:pt x="1018265" y="1071737"/>
                      <a:pt x="1306405" y="1166240"/>
                    </a:cubicBezTo>
                    <a:cubicBezTo>
                      <a:pt x="1413283" y="1201400"/>
                      <a:pt x="1527968" y="1211745"/>
                      <a:pt x="1635481" y="1242400"/>
                    </a:cubicBezTo>
                    <a:cubicBezTo>
                      <a:pt x="1704851" y="1262265"/>
                      <a:pt x="1769396" y="1271532"/>
                      <a:pt x="1830896" y="1202225"/>
                    </a:cubicBezTo>
                    <a:cubicBezTo>
                      <a:pt x="1856283" y="1173284"/>
                      <a:pt x="1871261" y="1136474"/>
                      <a:pt x="1888587" y="1101821"/>
                    </a:cubicBezTo>
                    <a:cubicBezTo>
                      <a:pt x="1905076" y="1069294"/>
                      <a:pt x="1924694" y="1038449"/>
                      <a:pt x="1947167" y="1009730"/>
                    </a:cubicBezTo>
                    <a:cubicBezTo>
                      <a:pt x="2046176" y="881273"/>
                      <a:pt x="2204462" y="772364"/>
                      <a:pt x="2364082" y="712324"/>
                    </a:cubicBezTo>
                    <a:cubicBezTo>
                      <a:pt x="2365065" y="711778"/>
                      <a:pt x="2366138" y="711410"/>
                      <a:pt x="2367255" y="711245"/>
                    </a:cubicBezTo>
                    <a:cubicBezTo>
                      <a:pt x="2444939" y="682114"/>
                      <a:pt x="2522939" y="664851"/>
                      <a:pt x="2594530" y="662376"/>
                    </a:cubicBezTo>
                    <a:cubicBezTo>
                      <a:pt x="2152736" y="404065"/>
                      <a:pt x="1653633" y="109706"/>
                      <a:pt x="1131998" y="47318"/>
                    </a:cubicBezTo>
                    <a:cubicBezTo>
                      <a:pt x="993195" y="30626"/>
                      <a:pt x="775313" y="-36840"/>
                      <a:pt x="650030" y="26818"/>
                    </a:cubicBezTo>
                    <a:cubicBezTo>
                      <a:pt x="650030" y="26564"/>
                      <a:pt x="341961" y="252189"/>
                      <a:pt x="242889" y="37886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6" name=""/>
              <p:cNvSpPr/>
              <p:nvPr/>
            </p:nvSpPr>
            <p:spPr>
              <a:xfrm>
                <a:off x="2204538" y="4461036"/>
                <a:ext cx="2458933" cy="1190152"/>
              </a:xfrm>
              <a:custGeom>
                <a:avLst/>
                <a:gdLst>
                  <a:gd name="connsiteX0" fmla="*/ 1302 w 2458741"/>
                  <a:gd name="connsiteY0" fmla="*/ 683068 h 1187803"/>
                  <a:gd name="connsiteX1" fmla="*/ 4031 w 2458741"/>
                  <a:gd name="connsiteY1" fmla="*/ 657681 h 1187803"/>
                  <a:gd name="connsiteX2" fmla="*/ 4031 w 2458741"/>
                  <a:gd name="connsiteY2" fmla="*/ 657681 h 1187803"/>
                  <a:gd name="connsiteX3" fmla="*/ 619216 w 2458741"/>
                  <a:gd name="connsiteY3" fmla="*/ 10318 h 1187803"/>
                  <a:gd name="connsiteX4" fmla="*/ 1051490 w 2458741"/>
                  <a:gd name="connsiteY4" fmla="*/ 30247 h 1187803"/>
                  <a:gd name="connsiteX5" fmla="*/ 1094203 w 2458741"/>
                  <a:gd name="connsiteY5" fmla="*/ 35451 h 1187803"/>
                  <a:gd name="connsiteX6" fmla="*/ 2458742 w 2458741"/>
                  <a:gd name="connsiteY6" fmla="*/ 601132 h 1187803"/>
                  <a:gd name="connsiteX7" fmla="*/ 2457092 w 2458741"/>
                  <a:gd name="connsiteY7" fmla="*/ 606400 h 1187803"/>
                  <a:gd name="connsiteX8" fmla="*/ 2403463 w 2458741"/>
                  <a:gd name="connsiteY8" fmla="*/ 608621 h 1187803"/>
                  <a:gd name="connsiteX9" fmla="*/ 1869071 w 2458741"/>
                  <a:gd name="connsiteY9" fmla="*/ 952612 h 1187803"/>
                  <a:gd name="connsiteX10" fmla="*/ 1813791 w 2458741"/>
                  <a:gd name="connsiteY10" fmla="*/ 1039498 h 1187803"/>
                  <a:gd name="connsiteX11" fmla="*/ 1804271 w 2458741"/>
                  <a:gd name="connsiteY11" fmla="*/ 1059046 h 1187803"/>
                  <a:gd name="connsiteX12" fmla="*/ 1758702 w 2458741"/>
                  <a:gd name="connsiteY12" fmla="*/ 1135206 h 1187803"/>
                  <a:gd name="connsiteX13" fmla="*/ 1570586 w 2458741"/>
                  <a:gd name="connsiteY13" fmla="*/ 1174112 h 1187803"/>
                  <a:gd name="connsiteX14" fmla="*/ 1430959 w 2458741"/>
                  <a:gd name="connsiteY14" fmla="*/ 1143013 h 1187803"/>
                  <a:gd name="connsiteX15" fmla="*/ 1258646 w 2458741"/>
                  <a:gd name="connsiteY15" fmla="*/ 1102140 h 1187803"/>
                  <a:gd name="connsiteX16" fmla="*/ 743485 w 2458741"/>
                  <a:gd name="connsiteY16" fmla="*/ 956737 h 1187803"/>
                  <a:gd name="connsiteX17" fmla="*/ 443730 w 2458741"/>
                  <a:gd name="connsiteY17" fmla="*/ 876769 h 1187803"/>
                  <a:gd name="connsiteX18" fmla="*/ 17296 w 2458741"/>
                  <a:gd name="connsiteY18" fmla="*/ 702742 h 1187803"/>
                  <a:gd name="connsiteX19" fmla="*/ 8283 w 2458741"/>
                  <a:gd name="connsiteY19" fmla="*/ 695571 h 1187803"/>
                  <a:gd name="connsiteX20" fmla="*/ 1302 w 2458741"/>
                  <a:gd name="connsiteY20" fmla="*/ 683068 h 1187803"/>
                  <a:gd name="connsiteX21" fmla="*/ 1093568 w 2458741"/>
                  <a:gd name="connsiteY21" fmla="*/ 41227 h 1187803"/>
                  <a:gd name="connsiteX22" fmla="*/ 1050792 w 2458741"/>
                  <a:gd name="connsiteY22" fmla="*/ 36022 h 1187803"/>
                  <a:gd name="connsiteX23" fmla="*/ 621501 w 2458741"/>
                  <a:gd name="connsiteY23" fmla="*/ 15523 h 1187803"/>
                  <a:gd name="connsiteX24" fmla="*/ 8791 w 2458741"/>
                  <a:gd name="connsiteY24" fmla="*/ 660410 h 1187803"/>
                  <a:gd name="connsiteX25" fmla="*/ 6443 w 2458741"/>
                  <a:gd name="connsiteY25" fmla="*/ 659077 h 1187803"/>
                  <a:gd name="connsiteX26" fmla="*/ 8791 w 2458741"/>
                  <a:gd name="connsiteY26" fmla="*/ 660410 h 1187803"/>
                  <a:gd name="connsiteX27" fmla="*/ 6570 w 2458741"/>
                  <a:gd name="connsiteY27" fmla="*/ 681671 h 1187803"/>
                  <a:gd name="connsiteX28" fmla="*/ 19644 w 2458741"/>
                  <a:gd name="connsiteY28" fmla="*/ 698046 h 1187803"/>
                  <a:gd name="connsiteX29" fmla="*/ 444873 w 2458741"/>
                  <a:gd name="connsiteY29" fmla="*/ 871691 h 1187803"/>
                  <a:gd name="connsiteX30" fmla="*/ 744500 w 2458741"/>
                  <a:gd name="connsiteY30" fmla="*/ 951596 h 1187803"/>
                  <a:gd name="connsiteX31" fmla="*/ 1259915 w 2458741"/>
                  <a:gd name="connsiteY31" fmla="*/ 1097126 h 1187803"/>
                  <a:gd name="connsiteX32" fmla="*/ 1431657 w 2458741"/>
                  <a:gd name="connsiteY32" fmla="*/ 1137809 h 1187803"/>
                  <a:gd name="connsiteX33" fmla="*/ 1571919 w 2458741"/>
                  <a:gd name="connsiteY33" fmla="*/ 1169034 h 1187803"/>
                  <a:gd name="connsiteX34" fmla="*/ 1754513 w 2458741"/>
                  <a:gd name="connsiteY34" fmla="*/ 1131779 h 1187803"/>
                  <a:gd name="connsiteX35" fmla="*/ 1798940 w 2458741"/>
                  <a:gd name="connsiteY35" fmla="*/ 1056825 h 1187803"/>
                  <a:gd name="connsiteX36" fmla="*/ 1808523 w 2458741"/>
                  <a:gd name="connsiteY36" fmla="*/ 1037150 h 1187803"/>
                  <a:gd name="connsiteX37" fmla="*/ 1864374 w 2458741"/>
                  <a:gd name="connsiteY37" fmla="*/ 949375 h 1187803"/>
                  <a:gd name="connsiteX38" fmla="*/ 2401812 w 2458741"/>
                  <a:gd name="connsiteY38" fmla="*/ 603163 h 1187803"/>
                  <a:gd name="connsiteX39" fmla="*/ 2445097 w 2458741"/>
                  <a:gd name="connsiteY39" fmla="*/ 600116 h 1187803"/>
                  <a:gd name="connsiteX40" fmla="*/ 1093568 w 2458741"/>
                  <a:gd name="connsiteY40" fmla="*/ 41227 h 118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458741" h="1187803">
                    <a:moveTo>
                      <a:pt x="1302" y="683068"/>
                    </a:moveTo>
                    <a:cubicBezTo>
                      <a:pt x="-1116" y="674570"/>
                      <a:pt x="-139" y="665468"/>
                      <a:pt x="4031" y="657681"/>
                    </a:cubicBezTo>
                    <a:lnTo>
                      <a:pt x="4031" y="657681"/>
                    </a:lnTo>
                    <a:cubicBezTo>
                      <a:pt x="224769" y="248890"/>
                      <a:pt x="614837" y="12984"/>
                      <a:pt x="619216" y="10318"/>
                    </a:cubicBezTo>
                    <a:cubicBezTo>
                      <a:pt x="684524" y="-15069"/>
                      <a:pt x="905389" y="12159"/>
                      <a:pt x="1051490" y="30247"/>
                    </a:cubicBezTo>
                    <a:lnTo>
                      <a:pt x="1094203" y="35451"/>
                    </a:lnTo>
                    <a:cubicBezTo>
                      <a:pt x="1550276" y="90033"/>
                      <a:pt x="1999876" y="334127"/>
                      <a:pt x="2458742" y="601132"/>
                    </a:cubicBezTo>
                    <a:lnTo>
                      <a:pt x="2457092" y="606400"/>
                    </a:lnTo>
                    <a:cubicBezTo>
                      <a:pt x="2439194" y="604800"/>
                      <a:pt x="2421163" y="605549"/>
                      <a:pt x="2403463" y="608621"/>
                    </a:cubicBezTo>
                    <a:cubicBezTo>
                      <a:pt x="2298933" y="631469"/>
                      <a:pt x="1961479" y="832659"/>
                      <a:pt x="1869071" y="952612"/>
                    </a:cubicBezTo>
                    <a:cubicBezTo>
                      <a:pt x="1847886" y="979725"/>
                      <a:pt x="1829372" y="1008818"/>
                      <a:pt x="1813791" y="1039498"/>
                    </a:cubicBezTo>
                    <a:cubicBezTo>
                      <a:pt x="1810554" y="1045845"/>
                      <a:pt x="1807445" y="1052509"/>
                      <a:pt x="1804271" y="1059046"/>
                    </a:cubicBezTo>
                    <a:cubicBezTo>
                      <a:pt x="1791578" y="1085575"/>
                      <a:pt x="1778440" y="1112993"/>
                      <a:pt x="1758702" y="1135206"/>
                    </a:cubicBezTo>
                    <a:cubicBezTo>
                      <a:pt x="1698091" y="1203560"/>
                      <a:pt x="1632530" y="1191882"/>
                      <a:pt x="1570586" y="1174112"/>
                    </a:cubicBezTo>
                    <a:cubicBezTo>
                      <a:pt x="1524953" y="1161418"/>
                      <a:pt x="1477099" y="1151962"/>
                      <a:pt x="1430959" y="1143013"/>
                    </a:cubicBezTo>
                    <a:cubicBezTo>
                      <a:pt x="1373838" y="1131969"/>
                      <a:pt x="1314687" y="1120545"/>
                      <a:pt x="1258646" y="1102140"/>
                    </a:cubicBezTo>
                    <a:cubicBezTo>
                      <a:pt x="1085508" y="1045337"/>
                      <a:pt x="911608" y="1000593"/>
                      <a:pt x="743485" y="956737"/>
                    </a:cubicBezTo>
                    <a:cubicBezTo>
                      <a:pt x="645746" y="931350"/>
                      <a:pt x="544706" y="905202"/>
                      <a:pt x="443730" y="876769"/>
                    </a:cubicBezTo>
                    <a:cubicBezTo>
                      <a:pt x="314575" y="840276"/>
                      <a:pt x="147149" y="771922"/>
                      <a:pt x="17296" y="702742"/>
                    </a:cubicBezTo>
                    <a:cubicBezTo>
                      <a:pt x="13881" y="700915"/>
                      <a:pt x="10829" y="698484"/>
                      <a:pt x="8283" y="695571"/>
                    </a:cubicBezTo>
                    <a:cubicBezTo>
                      <a:pt x="5078" y="691960"/>
                      <a:pt x="2698" y="687695"/>
                      <a:pt x="1302" y="683068"/>
                    </a:cubicBezTo>
                    <a:close/>
                    <a:moveTo>
                      <a:pt x="1093568" y="41227"/>
                    </a:moveTo>
                    <a:lnTo>
                      <a:pt x="1050792" y="36022"/>
                    </a:lnTo>
                    <a:cubicBezTo>
                      <a:pt x="914084" y="19077"/>
                      <a:pt x="685158" y="-9230"/>
                      <a:pt x="621501" y="15523"/>
                    </a:cubicBezTo>
                    <a:cubicBezTo>
                      <a:pt x="617566" y="17871"/>
                      <a:pt x="228831" y="253079"/>
                      <a:pt x="8791" y="660410"/>
                    </a:cubicBezTo>
                    <a:lnTo>
                      <a:pt x="6443" y="659077"/>
                    </a:lnTo>
                    <a:lnTo>
                      <a:pt x="8791" y="660410"/>
                    </a:lnTo>
                    <a:cubicBezTo>
                      <a:pt x="5288" y="666928"/>
                      <a:pt x="4488" y="674570"/>
                      <a:pt x="6570" y="681671"/>
                    </a:cubicBezTo>
                    <a:cubicBezTo>
                      <a:pt x="8537" y="688672"/>
                      <a:pt x="13253" y="694580"/>
                      <a:pt x="19644" y="698046"/>
                    </a:cubicBezTo>
                    <a:cubicBezTo>
                      <a:pt x="149244" y="767098"/>
                      <a:pt x="316225" y="835261"/>
                      <a:pt x="444873" y="871691"/>
                    </a:cubicBezTo>
                    <a:cubicBezTo>
                      <a:pt x="545722" y="900125"/>
                      <a:pt x="646761" y="926273"/>
                      <a:pt x="744500" y="951596"/>
                    </a:cubicBezTo>
                    <a:cubicBezTo>
                      <a:pt x="912687" y="995198"/>
                      <a:pt x="1086650" y="1040450"/>
                      <a:pt x="1259915" y="1097126"/>
                    </a:cubicBezTo>
                    <a:cubicBezTo>
                      <a:pt x="1315702" y="1115468"/>
                      <a:pt x="1374600" y="1126829"/>
                      <a:pt x="1431657" y="1137809"/>
                    </a:cubicBezTo>
                    <a:cubicBezTo>
                      <a:pt x="1478051" y="1146821"/>
                      <a:pt x="1526032" y="1156087"/>
                      <a:pt x="1571919" y="1169034"/>
                    </a:cubicBezTo>
                    <a:cubicBezTo>
                      <a:pt x="1634687" y="1187059"/>
                      <a:pt x="1695933" y="1197785"/>
                      <a:pt x="1754513" y="1131779"/>
                    </a:cubicBezTo>
                    <a:cubicBezTo>
                      <a:pt x="1773553" y="1110073"/>
                      <a:pt x="1786627" y="1082973"/>
                      <a:pt x="1798940" y="1056825"/>
                    </a:cubicBezTo>
                    <a:cubicBezTo>
                      <a:pt x="1802113" y="1050478"/>
                      <a:pt x="1805287" y="1043687"/>
                      <a:pt x="1808523" y="1037150"/>
                    </a:cubicBezTo>
                    <a:cubicBezTo>
                      <a:pt x="1824257" y="1006153"/>
                      <a:pt x="1842961" y="976755"/>
                      <a:pt x="1864374" y="949375"/>
                    </a:cubicBezTo>
                    <a:cubicBezTo>
                      <a:pt x="1959575" y="825868"/>
                      <a:pt x="2294046" y="626900"/>
                      <a:pt x="2401812" y="603163"/>
                    </a:cubicBezTo>
                    <a:cubicBezTo>
                      <a:pt x="2416073" y="600472"/>
                      <a:pt x="2430601" y="599450"/>
                      <a:pt x="2445097" y="600116"/>
                    </a:cubicBezTo>
                    <a:cubicBezTo>
                      <a:pt x="1990864" y="335586"/>
                      <a:pt x="1545136" y="94983"/>
                      <a:pt x="1093568" y="41227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7" name=""/>
              <p:cNvSpPr/>
              <p:nvPr/>
            </p:nvSpPr>
            <p:spPr>
              <a:xfrm>
                <a:off x="2254705" y="4490225"/>
                <a:ext cx="2306703" cy="1144025"/>
              </a:xfrm>
              <a:custGeom>
                <a:avLst/>
                <a:gdLst>
                  <a:gd name="connsiteX0" fmla="*/ 1342 w 2306523"/>
                  <a:gd name="connsiteY0" fmla="*/ 636166 h 1141767"/>
                  <a:gd name="connsiteX1" fmla="*/ 3754 w 2306523"/>
                  <a:gd name="connsiteY1" fmla="*/ 611795 h 1141767"/>
                  <a:gd name="connsiteX2" fmla="*/ 3754 w 2306523"/>
                  <a:gd name="connsiteY2" fmla="*/ 611795 h 1141767"/>
                  <a:gd name="connsiteX3" fmla="*/ 564675 w 2306523"/>
                  <a:gd name="connsiteY3" fmla="*/ 8859 h 1141767"/>
                  <a:gd name="connsiteX4" fmla="*/ 979558 w 2306523"/>
                  <a:gd name="connsiteY4" fmla="*/ 33357 h 1141767"/>
                  <a:gd name="connsiteX5" fmla="*/ 1020241 w 2306523"/>
                  <a:gd name="connsiteY5" fmla="*/ 38815 h 1141767"/>
                  <a:gd name="connsiteX6" fmla="*/ 2306525 w 2306523"/>
                  <a:gd name="connsiteY6" fmla="*/ 568320 h 1141767"/>
                  <a:gd name="connsiteX7" fmla="*/ 2304685 w 2306523"/>
                  <a:gd name="connsiteY7" fmla="*/ 573524 h 1141767"/>
                  <a:gd name="connsiteX8" fmla="*/ 2276315 w 2306523"/>
                  <a:gd name="connsiteY8" fmla="*/ 575111 h 1141767"/>
                  <a:gd name="connsiteX9" fmla="*/ 1794347 w 2306523"/>
                  <a:gd name="connsiteY9" fmla="*/ 918213 h 1141767"/>
                  <a:gd name="connsiteX10" fmla="*/ 1742367 w 2306523"/>
                  <a:gd name="connsiteY10" fmla="*/ 1000720 h 1141767"/>
                  <a:gd name="connsiteX11" fmla="*/ 1733482 w 2306523"/>
                  <a:gd name="connsiteY11" fmla="*/ 1019760 h 1141767"/>
                  <a:gd name="connsiteX12" fmla="*/ 1690642 w 2306523"/>
                  <a:gd name="connsiteY12" fmla="*/ 1092493 h 1141767"/>
                  <a:gd name="connsiteX13" fmla="*/ 1510713 w 2306523"/>
                  <a:gd name="connsiteY13" fmla="*/ 1127654 h 1141767"/>
                  <a:gd name="connsiteX14" fmla="*/ 1376417 w 2306523"/>
                  <a:gd name="connsiteY14" fmla="*/ 1095921 h 1141767"/>
                  <a:gd name="connsiteX15" fmla="*/ 1210769 w 2306523"/>
                  <a:gd name="connsiteY15" fmla="*/ 1054540 h 1141767"/>
                  <a:gd name="connsiteX16" fmla="*/ 715726 w 2306523"/>
                  <a:gd name="connsiteY16" fmla="*/ 908566 h 1141767"/>
                  <a:gd name="connsiteX17" fmla="*/ 427523 w 2306523"/>
                  <a:gd name="connsiteY17" fmla="*/ 828090 h 1141767"/>
                  <a:gd name="connsiteX18" fmla="*/ 16892 w 2306523"/>
                  <a:gd name="connsiteY18" fmla="*/ 655651 h 1141767"/>
                  <a:gd name="connsiteX19" fmla="*/ 8197 w 2306523"/>
                  <a:gd name="connsiteY19" fmla="*/ 648669 h 1141767"/>
                  <a:gd name="connsiteX20" fmla="*/ 1342 w 2306523"/>
                  <a:gd name="connsiteY20" fmla="*/ 636166 h 1141767"/>
                  <a:gd name="connsiteX21" fmla="*/ 1019479 w 2306523"/>
                  <a:gd name="connsiteY21" fmla="*/ 44273 h 1141767"/>
                  <a:gd name="connsiteX22" fmla="*/ 978797 w 2306523"/>
                  <a:gd name="connsiteY22" fmla="*/ 38752 h 1141767"/>
                  <a:gd name="connsiteX23" fmla="*/ 566960 w 2306523"/>
                  <a:gd name="connsiteY23" fmla="*/ 13809 h 1141767"/>
                  <a:gd name="connsiteX24" fmla="*/ 8451 w 2306523"/>
                  <a:gd name="connsiteY24" fmla="*/ 614460 h 1141767"/>
                  <a:gd name="connsiteX25" fmla="*/ 8451 w 2306523"/>
                  <a:gd name="connsiteY25" fmla="*/ 614460 h 1141767"/>
                  <a:gd name="connsiteX26" fmla="*/ 19240 w 2306523"/>
                  <a:gd name="connsiteY26" fmla="*/ 650636 h 1141767"/>
                  <a:gd name="connsiteX27" fmla="*/ 428792 w 2306523"/>
                  <a:gd name="connsiteY27" fmla="*/ 822632 h 1141767"/>
                  <a:gd name="connsiteX28" fmla="*/ 716869 w 2306523"/>
                  <a:gd name="connsiteY28" fmla="*/ 903045 h 1141767"/>
                  <a:gd name="connsiteX29" fmla="*/ 1212418 w 2306523"/>
                  <a:gd name="connsiteY29" fmla="*/ 1049019 h 1141767"/>
                  <a:gd name="connsiteX30" fmla="*/ 1377432 w 2306523"/>
                  <a:gd name="connsiteY30" fmla="*/ 1090209 h 1141767"/>
                  <a:gd name="connsiteX31" fmla="*/ 1512173 w 2306523"/>
                  <a:gd name="connsiteY31" fmla="*/ 1121942 h 1141767"/>
                  <a:gd name="connsiteX32" fmla="*/ 1686580 w 2306523"/>
                  <a:gd name="connsiteY32" fmla="*/ 1088432 h 1141767"/>
                  <a:gd name="connsiteX33" fmla="*/ 1728468 w 2306523"/>
                  <a:gd name="connsiteY33" fmla="*/ 1017094 h 1141767"/>
                  <a:gd name="connsiteX34" fmla="*/ 1737481 w 2306523"/>
                  <a:gd name="connsiteY34" fmla="*/ 998054 h 1141767"/>
                  <a:gd name="connsiteX35" fmla="*/ 1789968 w 2306523"/>
                  <a:gd name="connsiteY35" fmla="*/ 914341 h 1141767"/>
                  <a:gd name="connsiteX36" fmla="*/ 2275045 w 2306523"/>
                  <a:gd name="connsiteY36" fmla="*/ 569209 h 1141767"/>
                  <a:gd name="connsiteX37" fmla="*/ 2293578 w 2306523"/>
                  <a:gd name="connsiteY37" fmla="*/ 566860 h 1141767"/>
                  <a:gd name="connsiteX38" fmla="*/ 1019479 w 2306523"/>
                  <a:gd name="connsiteY38" fmla="*/ 44273 h 114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306523" h="1141767">
                    <a:moveTo>
                      <a:pt x="1342" y="636166"/>
                    </a:moveTo>
                    <a:cubicBezTo>
                      <a:pt x="-1069" y="628042"/>
                      <a:pt x="-206" y="619290"/>
                      <a:pt x="3754" y="611795"/>
                    </a:cubicBezTo>
                    <a:lnTo>
                      <a:pt x="3754" y="611795"/>
                    </a:lnTo>
                    <a:cubicBezTo>
                      <a:pt x="210656" y="221664"/>
                      <a:pt x="560740" y="10953"/>
                      <a:pt x="564675" y="8859"/>
                    </a:cubicBezTo>
                    <a:cubicBezTo>
                      <a:pt x="627063" y="-14751"/>
                      <a:pt x="839170" y="14190"/>
                      <a:pt x="979558" y="33357"/>
                    </a:cubicBezTo>
                    <a:lnTo>
                      <a:pt x="1020241" y="38815"/>
                    </a:lnTo>
                    <a:cubicBezTo>
                      <a:pt x="1486025" y="100505"/>
                      <a:pt x="1928453" y="344472"/>
                      <a:pt x="2306525" y="568320"/>
                    </a:cubicBezTo>
                    <a:lnTo>
                      <a:pt x="2304685" y="573524"/>
                    </a:lnTo>
                    <a:cubicBezTo>
                      <a:pt x="2295209" y="572318"/>
                      <a:pt x="2285594" y="572858"/>
                      <a:pt x="2276315" y="575111"/>
                    </a:cubicBezTo>
                    <a:cubicBezTo>
                      <a:pt x="2160805" y="602655"/>
                      <a:pt x="1886057" y="798261"/>
                      <a:pt x="1794347" y="918213"/>
                    </a:cubicBezTo>
                    <a:cubicBezTo>
                      <a:pt x="1774361" y="943949"/>
                      <a:pt x="1756952" y="971583"/>
                      <a:pt x="1742367" y="1000720"/>
                    </a:cubicBezTo>
                    <a:cubicBezTo>
                      <a:pt x="1739385" y="1007067"/>
                      <a:pt x="1736402" y="1013414"/>
                      <a:pt x="1733482" y="1019760"/>
                    </a:cubicBezTo>
                    <a:cubicBezTo>
                      <a:pt x="1721614" y="1045147"/>
                      <a:pt x="1709301" y="1071296"/>
                      <a:pt x="1690642" y="1092493"/>
                    </a:cubicBezTo>
                    <a:cubicBezTo>
                      <a:pt x="1633522" y="1157483"/>
                      <a:pt x="1570055" y="1145488"/>
                      <a:pt x="1510713" y="1127654"/>
                    </a:cubicBezTo>
                    <a:cubicBezTo>
                      <a:pt x="1466858" y="1114961"/>
                      <a:pt x="1420844" y="1105250"/>
                      <a:pt x="1376417" y="1095921"/>
                    </a:cubicBezTo>
                    <a:cubicBezTo>
                      <a:pt x="1321455" y="1084623"/>
                      <a:pt x="1264716" y="1072946"/>
                      <a:pt x="1210769" y="1054540"/>
                    </a:cubicBezTo>
                    <a:cubicBezTo>
                      <a:pt x="1044231" y="997864"/>
                      <a:pt x="877123" y="952485"/>
                      <a:pt x="715726" y="908566"/>
                    </a:cubicBezTo>
                    <a:cubicBezTo>
                      <a:pt x="621732" y="883179"/>
                      <a:pt x="524627" y="856650"/>
                      <a:pt x="427523" y="828090"/>
                    </a:cubicBezTo>
                    <a:cubicBezTo>
                      <a:pt x="303318" y="791406"/>
                      <a:pt x="141922" y="723750"/>
                      <a:pt x="16892" y="655651"/>
                    </a:cubicBezTo>
                    <a:cubicBezTo>
                      <a:pt x="13598" y="653867"/>
                      <a:pt x="10647" y="651506"/>
                      <a:pt x="8197" y="648669"/>
                    </a:cubicBezTo>
                    <a:cubicBezTo>
                      <a:pt x="5030" y="645051"/>
                      <a:pt x="2694" y="640780"/>
                      <a:pt x="1342" y="636166"/>
                    </a:cubicBezTo>
                    <a:close/>
                    <a:moveTo>
                      <a:pt x="1019479" y="44273"/>
                    </a:moveTo>
                    <a:lnTo>
                      <a:pt x="978797" y="38752"/>
                    </a:lnTo>
                    <a:cubicBezTo>
                      <a:pt x="847420" y="20854"/>
                      <a:pt x="627634" y="-9166"/>
                      <a:pt x="566960" y="13809"/>
                    </a:cubicBezTo>
                    <a:cubicBezTo>
                      <a:pt x="563469" y="15903"/>
                      <a:pt x="214718" y="225789"/>
                      <a:pt x="8451" y="614460"/>
                    </a:cubicBezTo>
                    <a:lnTo>
                      <a:pt x="8451" y="614460"/>
                    </a:lnTo>
                    <a:cubicBezTo>
                      <a:pt x="1710" y="627458"/>
                      <a:pt x="6483" y="643452"/>
                      <a:pt x="19240" y="650636"/>
                    </a:cubicBezTo>
                    <a:cubicBezTo>
                      <a:pt x="144206" y="718546"/>
                      <a:pt x="304841" y="786075"/>
                      <a:pt x="428792" y="822632"/>
                    </a:cubicBezTo>
                    <a:cubicBezTo>
                      <a:pt x="525833" y="851192"/>
                      <a:pt x="622938" y="877531"/>
                      <a:pt x="716869" y="903045"/>
                    </a:cubicBezTo>
                    <a:cubicBezTo>
                      <a:pt x="878519" y="946964"/>
                      <a:pt x="1045691" y="992343"/>
                      <a:pt x="1212418" y="1049019"/>
                    </a:cubicBezTo>
                    <a:cubicBezTo>
                      <a:pt x="1265985" y="1067297"/>
                      <a:pt x="1322660" y="1078975"/>
                      <a:pt x="1377432" y="1090209"/>
                    </a:cubicBezTo>
                    <a:cubicBezTo>
                      <a:pt x="1421859" y="1099411"/>
                      <a:pt x="1468127" y="1108868"/>
                      <a:pt x="1512173" y="1121942"/>
                    </a:cubicBezTo>
                    <a:cubicBezTo>
                      <a:pt x="1572530" y="1140030"/>
                      <a:pt x="1631237" y="1151074"/>
                      <a:pt x="1686580" y="1088432"/>
                    </a:cubicBezTo>
                    <a:cubicBezTo>
                      <a:pt x="1704668" y="1067805"/>
                      <a:pt x="1716790" y="1042037"/>
                      <a:pt x="1728468" y="1017094"/>
                    </a:cubicBezTo>
                    <a:cubicBezTo>
                      <a:pt x="1731451" y="1010748"/>
                      <a:pt x="1734371" y="1004401"/>
                      <a:pt x="1737481" y="998054"/>
                    </a:cubicBezTo>
                    <a:cubicBezTo>
                      <a:pt x="1752199" y="968498"/>
                      <a:pt x="1769779" y="940465"/>
                      <a:pt x="1789968" y="914341"/>
                    </a:cubicBezTo>
                    <a:cubicBezTo>
                      <a:pt x="1882185" y="793754"/>
                      <a:pt x="2158711" y="597007"/>
                      <a:pt x="2275045" y="569209"/>
                    </a:cubicBezTo>
                    <a:cubicBezTo>
                      <a:pt x="2281119" y="567768"/>
                      <a:pt x="2287333" y="566981"/>
                      <a:pt x="2293578" y="566860"/>
                    </a:cubicBezTo>
                    <a:cubicBezTo>
                      <a:pt x="1918234" y="345106"/>
                      <a:pt x="1480122" y="105265"/>
                      <a:pt x="1019479" y="442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8" name=""/>
              <p:cNvSpPr/>
              <p:nvPr/>
            </p:nvSpPr>
            <p:spPr>
              <a:xfrm>
                <a:off x="2105380" y="5120389"/>
                <a:ext cx="73572" cy="40996"/>
              </a:xfrm>
              <a:custGeom>
                <a:avLst/>
                <a:gdLst>
                  <a:gd name="connsiteX0" fmla="*/ 70878 w 73566"/>
                  <a:gd name="connsiteY0" fmla="*/ 34981 h 40915"/>
                  <a:gd name="connsiteX1" fmla="*/ 52853 w 73566"/>
                  <a:gd name="connsiteY1" fmla="*/ 40503 h 40915"/>
                  <a:gd name="connsiteX2" fmla="*/ 12361 w 73566"/>
                  <a:gd name="connsiteY2" fmla="*/ 28190 h 40915"/>
                  <a:gd name="connsiteX3" fmla="*/ 239 w 73566"/>
                  <a:gd name="connsiteY3" fmla="*/ 10991 h 40915"/>
                  <a:gd name="connsiteX4" fmla="*/ 15090 w 73566"/>
                  <a:gd name="connsiteY4" fmla="*/ 2169 h 40915"/>
                  <a:gd name="connsiteX5" fmla="*/ 24801 w 73566"/>
                  <a:gd name="connsiteY5" fmla="*/ 9975 h 40915"/>
                  <a:gd name="connsiteX6" fmla="*/ 54059 w 73566"/>
                  <a:gd name="connsiteY6" fmla="*/ 19813 h 40915"/>
                  <a:gd name="connsiteX7" fmla="*/ 71957 w 73566"/>
                  <a:gd name="connsiteY7" fmla="*/ 33712 h 40915"/>
                  <a:gd name="connsiteX8" fmla="*/ 70878 w 73566"/>
                  <a:gd name="connsiteY8" fmla="*/ 34981 h 4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566" h="40915">
                    <a:moveTo>
                      <a:pt x="70878" y="34981"/>
                    </a:moveTo>
                    <a:cubicBezTo>
                      <a:pt x="65439" y="38326"/>
                      <a:pt x="59232" y="40224"/>
                      <a:pt x="52853" y="40503"/>
                    </a:cubicBezTo>
                    <a:cubicBezTo>
                      <a:pt x="38218" y="42362"/>
                      <a:pt x="23487" y="37882"/>
                      <a:pt x="12361" y="28190"/>
                    </a:cubicBezTo>
                    <a:cubicBezTo>
                      <a:pt x="6694" y="23798"/>
                      <a:pt x="2467" y="17807"/>
                      <a:pt x="239" y="10991"/>
                    </a:cubicBezTo>
                    <a:cubicBezTo>
                      <a:pt x="-1538" y="836"/>
                      <a:pt x="6966" y="-2718"/>
                      <a:pt x="15090" y="2169"/>
                    </a:cubicBezTo>
                    <a:cubicBezTo>
                      <a:pt x="18511" y="4536"/>
                      <a:pt x="21754" y="7145"/>
                      <a:pt x="24801" y="9975"/>
                    </a:cubicBezTo>
                    <a:cubicBezTo>
                      <a:pt x="33090" y="16595"/>
                      <a:pt x="43454" y="20079"/>
                      <a:pt x="54059" y="19813"/>
                    </a:cubicBezTo>
                    <a:cubicBezTo>
                      <a:pt x="60406" y="19813"/>
                      <a:pt x="79129" y="21399"/>
                      <a:pt x="71957" y="33712"/>
                    </a:cubicBezTo>
                    <a:cubicBezTo>
                      <a:pt x="71671" y="34194"/>
                      <a:pt x="71303" y="34619"/>
                      <a:pt x="70878" y="3498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8" name=""/>
            <p:cNvGrpSpPr/>
            <p:nvPr/>
          </p:nvGrpSpPr>
          <p:grpSpPr>
            <a:xfrm flipH="1">
              <a:off x="1018476" y="3544388"/>
              <a:ext cx="792319" cy="735955"/>
              <a:chOff x="3113234" y="3544388"/>
              <a:chExt cx="792319" cy="735955"/>
            </a:xfrm>
          </p:grpSpPr>
          <p:sp>
            <p:nvSpPr>
              <p:cNvPr id="1970" name=""/>
              <p:cNvSpPr/>
              <p:nvPr/>
            </p:nvSpPr>
            <p:spPr>
              <a:xfrm>
                <a:off x="3113234" y="3544388"/>
                <a:ext cx="156311" cy="158755"/>
              </a:xfrm>
              <a:custGeom>
                <a:avLst/>
                <a:gdLst>
                  <a:gd name="connsiteX0" fmla="*/ 1 w 156299"/>
                  <a:gd name="connsiteY0" fmla="*/ 0 h 158442"/>
                  <a:gd name="connsiteX1" fmla="*/ 46015 w 156299"/>
                  <a:gd name="connsiteY1" fmla="*/ 156700 h 158442"/>
                  <a:gd name="connsiteX2" fmla="*/ 133155 w 156299"/>
                  <a:gd name="connsiteY2" fmla="*/ 132773 h 158442"/>
                  <a:gd name="connsiteX3" fmla="*/ 144642 w 156299"/>
                  <a:gd name="connsiteY3" fmla="*/ 19865 h 15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99" h="158442">
                    <a:moveTo>
                      <a:pt x="1" y="0"/>
                    </a:moveTo>
                    <a:lnTo>
                      <a:pt x="46015" y="156700"/>
                    </a:lnTo>
                    <a:cubicBezTo>
                      <a:pt x="52361" y="157842"/>
                      <a:pt x="101231" y="166156"/>
                      <a:pt x="133155" y="132773"/>
                    </a:cubicBezTo>
                    <a:cubicBezTo>
                      <a:pt x="159176" y="105609"/>
                      <a:pt x="163619" y="61563"/>
                      <a:pt x="144642" y="19865"/>
                    </a:cubicBezTo>
                    <a:close/>
                  </a:path>
                </a:pathLst>
              </a:custGeom>
              <a:solidFill>
                <a:srgbClr val="FF6B3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1" name=""/>
              <p:cNvSpPr/>
              <p:nvPr/>
            </p:nvSpPr>
            <p:spPr>
              <a:xfrm>
                <a:off x="3159378" y="3564547"/>
                <a:ext cx="746175" cy="715796"/>
              </a:xfrm>
              <a:custGeom>
                <a:avLst/>
                <a:gdLst>
                  <a:gd name="connsiteX0" fmla="*/ 746118 w 746117"/>
                  <a:gd name="connsiteY0" fmla="*/ 599572 h 714383"/>
                  <a:gd name="connsiteX1" fmla="*/ 676305 w 746117"/>
                  <a:gd name="connsiteY1" fmla="*/ 694772 h 714383"/>
                  <a:gd name="connsiteX2" fmla="*/ 630863 w 746117"/>
                  <a:gd name="connsiteY2" fmla="*/ 714384 h 714383"/>
                  <a:gd name="connsiteX3" fmla="*/ 1 w 746117"/>
                  <a:gd name="connsiteY3" fmla="*/ 136835 h 714383"/>
                  <a:gd name="connsiteX4" fmla="*/ 77367 w 746117"/>
                  <a:gd name="connsiteY4" fmla="*/ 94566 h 714383"/>
                  <a:gd name="connsiteX5" fmla="*/ 98629 w 746117"/>
                  <a:gd name="connsiteY5" fmla="*/ 0 h 71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6117" h="714383">
                    <a:moveTo>
                      <a:pt x="746118" y="599572"/>
                    </a:moveTo>
                    <a:cubicBezTo>
                      <a:pt x="735158" y="638719"/>
                      <a:pt x="710349" y="672553"/>
                      <a:pt x="676305" y="694772"/>
                    </a:cubicBezTo>
                    <a:cubicBezTo>
                      <a:pt x="662247" y="703588"/>
                      <a:pt x="646920" y="710201"/>
                      <a:pt x="630863" y="714384"/>
                    </a:cubicBezTo>
                    <a:lnTo>
                      <a:pt x="1" y="136835"/>
                    </a:lnTo>
                    <a:cubicBezTo>
                      <a:pt x="30389" y="133610"/>
                      <a:pt x="58238" y="118397"/>
                      <a:pt x="77367" y="94566"/>
                    </a:cubicBezTo>
                    <a:cubicBezTo>
                      <a:pt x="106816" y="56485"/>
                      <a:pt x="100342" y="10345"/>
                      <a:pt x="98629" y="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2" name=""/>
              <p:cNvSpPr/>
              <p:nvPr/>
            </p:nvSpPr>
            <p:spPr>
              <a:xfrm>
                <a:off x="3205967" y="3619682"/>
                <a:ext cx="687020" cy="626194"/>
              </a:xfrm>
              <a:custGeom>
                <a:avLst/>
                <a:gdLst>
                  <a:gd name="connsiteX0" fmla="*/ 49823 w 686966"/>
                  <a:gd name="connsiteY0" fmla="*/ 0 h 624958"/>
                  <a:gd name="connsiteX1" fmla="*/ 30783 w 686966"/>
                  <a:gd name="connsiteY1" fmla="*/ 39540 h 624958"/>
                  <a:gd name="connsiteX2" fmla="*/ 1 w 686966"/>
                  <a:gd name="connsiteY2" fmla="*/ 66323 h 624958"/>
                  <a:gd name="connsiteX3" fmla="*/ 48871 w 686966"/>
                  <a:gd name="connsiteY3" fmla="*/ 110750 h 624958"/>
                  <a:gd name="connsiteX4" fmla="*/ 562509 w 686966"/>
                  <a:gd name="connsiteY4" fmla="*/ 548037 h 624958"/>
                  <a:gd name="connsiteX5" fmla="*/ 648887 w 686966"/>
                  <a:gd name="connsiteY5" fmla="*/ 624959 h 624958"/>
                  <a:gd name="connsiteX6" fmla="*/ 686967 w 686966"/>
                  <a:gd name="connsiteY6" fmla="*/ 575391 h 624958"/>
                  <a:gd name="connsiteX7" fmla="*/ 49823 w 686966"/>
                  <a:gd name="connsiteY7" fmla="*/ 0 h 62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6966" h="624958">
                    <a:moveTo>
                      <a:pt x="49823" y="0"/>
                    </a:moveTo>
                    <a:cubicBezTo>
                      <a:pt x="46250" y="14344"/>
                      <a:pt x="39770" y="27805"/>
                      <a:pt x="30783" y="39540"/>
                    </a:cubicBezTo>
                    <a:cubicBezTo>
                      <a:pt x="22373" y="50399"/>
                      <a:pt x="11914" y="59500"/>
                      <a:pt x="1" y="66323"/>
                    </a:cubicBezTo>
                    <a:cubicBezTo>
                      <a:pt x="16249" y="81238"/>
                      <a:pt x="32623" y="96026"/>
                      <a:pt x="48871" y="110750"/>
                    </a:cubicBezTo>
                    <a:cubicBezTo>
                      <a:pt x="223532" y="252408"/>
                      <a:pt x="394194" y="398890"/>
                      <a:pt x="562509" y="548037"/>
                    </a:cubicBezTo>
                    <a:cubicBezTo>
                      <a:pt x="591405" y="573424"/>
                      <a:pt x="620200" y="599065"/>
                      <a:pt x="648887" y="624959"/>
                    </a:cubicBezTo>
                    <a:cubicBezTo>
                      <a:pt x="664640" y="611028"/>
                      <a:pt x="677568" y="594203"/>
                      <a:pt x="686967" y="575391"/>
                    </a:cubicBezTo>
                    <a:cubicBezTo>
                      <a:pt x="476321" y="381817"/>
                      <a:pt x="264722" y="189131"/>
                      <a:pt x="49823" y="0"/>
                    </a:cubicBezTo>
                    <a:close/>
                  </a:path>
                </a:pathLst>
              </a:custGeom>
              <a:solidFill>
                <a:srgbClr val="C5F2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3" name=""/>
              <p:cNvSpPr/>
              <p:nvPr/>
            </p:nvSpPr>
            <p:spPr>
              <a:xfrm>
                <a:off x="3113234" y="3544388"/>
                <a:ext cx="49698" cy="53990"/>
              </a:xfrm>
              <a:custGeom>
                <a:avLst/>
                <a:gdLst>
                  <a:gd name="connsiteX0" fmla="*/ 0 w 49694"/>
                  <a:gd name="connsiteY0" fmla="*/ 0 h 53883"/>
                  <a:gd name="connsiteX1" fmla="*/ 15803 w 49694"/>
                  <a:gd name="connsiteY1" fmla="*/ 53883 h 53883"/>
                  <a:gd name="connsiteX2" fmla="*/ 49695 w 49694"/>
                  <a:gd name="connsiteY2" fmla="*/ 6855 h 53883"/>
                  <a:gd name="connsiteX3" fmla="*/ 0 w 49694"/>
                  <a:gd name="connsiteY3" fmla="*/ 0 h 53883"/>
                  <a:gd name="connsiteX4" fmla="*/ 0 w 49694"/>
                  <a:gd name="connsiteY4" fmla="*/ 0 h 53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694" h="53883">
                    <a:moveTo>
                      <a:pt x="0" y="0"/>
                    </a:moveTo>
                    <a:lnTo>
                      <a:pt x="15803" y="53883"/>
                    </a:lnTo>
                    <a:lnTo>
                      <a:pt x="49695" y="685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277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ctrTitle" hasCustomPrompt="1"/>
          </p:nvPr>
        </p:nvSpPr>
        <p:spPr>
          <a:xfrm>
            <a:off x="755650" y="1147752"/>
            <a:ext cx="6319151" cy="1877219"/>
          </a:xfrm>
        </p:spPr>
        <p:txBody>
          <a:bodyPr anchor="b">
            <a:normAutofit/>
          </a:bodyPr>
          <a:lstStyle>
            <a:lvl1pPr lvl="0" algn="ctr" defTabSz="914354">
              <a:defRPr lang="zh-CN" altLang="en-US" sz="6000" b="1" dirty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"/>
          <p:cNvSpPr>
            <a:spLocks noGrp="1"/>
          </p:cNvSpPr>
          <p:nvPr>
            <p:ph type="subTitle" idx="1" hasCustomPrompt="1"/>
          </p:nvPr>
        </p:nvSpPr>
        <p:spPr>
          <a:xfrm>
            <a:off x="777084" y="3071363"/>
            <a:ext cx="6280019" cy="535853"/>
          </a:xfrm>
        </p:spPr>
        <p:txBody>
          <a:bodyPr>
            <a:normAutofit/>
          </a:bodyPr>
          <a:lstStyle>
            <a:lvl1pPr marL="228600" lvl="0" indent="-228600" algn="ctr" defTabSz="914354">
              <a:spcBef>
                <a:spcPts val="0"/>
              </a:spcBef>
              <a:buNone/>
              <a:defRPr lang="zh-CN" altLang="en-US" sz="2000" dirty="0">
                <a:solidFill>
                  <a:srgbClr val="0000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"/>
          <p:cNvSpPr>
            <a:spLocks noGrp="1"/>
          </p:cNvSpPr>
          <p:nvPr>
            <p:ph type="body" sz="quarter" idx="13" hasCustomPrompt="1"/>
          </p:nvPr>
        </p:nvSpPr>
        <p:spPr>
          <a:xfrm>
            <a:off x="778658" y="3775339"/>
            <a:ext cx="6222630" cy="296271"/>
          </a:xfrm>
        </p:spPr>
        <p:txBody>
          <a:bodyPr anchor="ctr"/>
          <a:lstStyle>
            <a:lvl1pPr marL="0" indent="0" algn="ctr">
              <a:buNone/>
              <a:defRPr lang="zh-CN" altLang="en-US" sz="16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"/>
          <p:cNvSpPr>
            <a:spLocks noGrp="1"/>
          </p:cNvSpPr>
          <p:nvPr>
            <p:ph type="body" sz="quarter" idx="14" hasCustomPrompt="1"/>
          </p:nvPr>
        </p:nvSpPr>
        <p:spPr>
          <a:xfrm>
            <a:off x="778658" y="4071610"/>
            <a:ext cx="6222630" cy="296271"/>
          </a:xfrm>
        </p:spPr>
        <p:txBody>
          <a:bodyPr anchor="ctr"/>
          <a:lstStyle>
            <a:lvl1pPr marL="0" indent="0" algn="ctr">
              <a:buNone/>
              <a:defRPr lang="zh-CN" altLang="en-US" sz="12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</p:spPr>
        <p:txBody>
          <a:bodyPr/>
          <a:lstStyle>
            <a:lvl1pPr lvl="0" defTabSz="914354">
              <a:defRPr lang="zh-CN" alt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lvl="0">
              <a:buNone/>
              <a:defRPr lang="zh-CN" altLang="en-US" dirty="0"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"/>
          <p:cNvCxnSpPr>
            <a:cxnSpLocks/>
          </p:cNvCxnSpPr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" name="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"/>
          <p:cNvSpPr>
            <a:spLocks noGrp="1"/>
          </p:cNvSpPr>
          <p:nvPr>
            <p:ph type="title" hasCustomPrompt="1"/>
          </p:nvPr>
        </p:nvSpPr>
        <p:spPr>
          <a:xfrm>
            <a:off x="660400" y="1500188"/>
            <a:ext cx="2836562" cy="594626"/>
          </a:xfrm>
        </p:spPr>
        <p:txBody>
          <a:bodyPr anchor="t">
            <a:normAutofit/>
          </a:bodyPr>
          <a:lstStyle>
            <a:lvl1pPr marL="0" lvl="0" indent="0" algn="r">
              <a:buFont typeface="+mj-lt"/>
              <a:buNone/>
              <a:defRPr lang="zh-CN" altLang="en-US" sz="2400" b="1" dirty="0"/>
            </a:lvl1pPr>
          </a:lstStyle>
          <a:p>
            <a:pPr lvl="0"/>
            <a:r>
              <a:rPr lang="en-US"/>
              <a:t>Agenda</a:t>
            </a:r>
          </a:p>
        </p:txBody>
      </p:sp>
      <p:sp>
        <p:nvSpPr>
          <p:cNvPr id="3" name=""/>
          <p:cNvSpPr>
            <a:spLocks noGrp="1"/>
          </p:cNvSpPr>
          <p:nvPr>
            <p:ph sz="quarter" idx="1" hasCustomPrompt="1"/>
          </p:nvPr>
        </p:nvSpPr>
        <p:spPr>
          <a:xfrm>
            <a:off x="3647836" y="1500187"/>
            <a:ext cx="7871045" cy="4633913"/>
          </a:xfrm>
        </p:spPr>
        <p:txBody>
          <a:bodyPr/>
          <a:lstStyle>
            <a:lvl1pPr marL="342900" lvl="0" indent="-342900">
              <a:buAutoNum type="arabicPeriod"/>
              <a:defRPr lang="zh-CN" altLang="en-US" dirty="0"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grpSp>
          <p:nvGrpSpPr>
            <p:cNvPr id="8" name=""/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sp>
            <p:nvSpPr>
              <p:cNvPr id="14" name="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 dirty="0"/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gradFill>
                <a:gsLst>
                  <a:gs pos="0">
                    <a:srgbClr val="FFEFDB"/>
                  </a:gs>
                  <a:gs pos="100000">
                    <a:srgbClr val="FFFAF5"/>
                  </a:gs>
                </a:gsLst>
                <a:lin ang="5400000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9576769" y="1392675"/>
                <a:ext cx="2614978" cy="5465008"/>
              </a:xfrm>
              <a:custGeom>
                <a:avLst/>
                <a:gdLst>
                  <a:gd name="connsiteX0" fmla="*/ 2614776 w 2614774"/>
                  <a:gd name="connsiteY0" fmla="*/ 0 h 5454222"/>
                  <a:gd name="connsiteX1" fmla="*/ 1953831 w 2614774"/>
                  <a:gd name="connsiteY1" fmla="*/ 109544 h 5454222"/>
                  <a:gd name="connsiteX2" fmla="*/ 1947484 w 2614774"/>
                  <a:gd name="connsiteY2" fmla="*/ 400921 h 5454222"/>
                  <a:gd name="connsiteX3" fmla="*/ 1916576 w 2614774"/>
                  <a:gd name="connsiteY3" fmla="*/ 1072020 h 5454222"/>
                  <a:gd name="connsiteX4" fmla="*/ 1902931 w 2614774"/>
                  <a:gd name="connsiteY4" fmla="*/ 1003349 h 5454222"/>
                  <a:gd name="connsiteX5" fmla="*/ 1886683 w 2614774"/>
                  <a:gd name="connsiteY5" fmla="*/ 1018581 h 5454222"/>
                  <a:gd name="connsiteX6" fmla="*/ 1881606 w 2614774"/>
                  <a:gd name="connsiteY6" fmla="*/ 1013186 h 5454222"/>
                  <a:gd name="connsiteX7" fmla="*/ 1546628 w 2614774"/>
                  <a:gd name="connsiteY7" fmla="*/ 635495 h 5454222"/>
                  <a:gd name="connsiteX8" fmla="*/ 829832 w 2614774"/>
                  <a:gd name="connsiteY8" fmla="*/ 897169 h 5454222"/>
                  <a:gd name="connsiteX9" fmla="*/ 840621 w 2614774"/>
                  <a:gd name="connsiteY9" fmla="*/ 1406808 h 5454222"/>
                  <a:gd name="connsiteX10" fmla="*/ 736154 w 2614774"/>
                  <a:gd name="connsiteY10" fmla="*/ 1387768 h 5454222"/>
                  <a:gd name="connsiteX11" fmla="*/ 726190 w 2614774"/>
                  <a:gd name="connsiteY11" fmla="*/ 1371711 h 5454222"/>
                  <a:gd name="connsiteX12" fmla="*/ 726190 w 2614774"/>
                  <a:gd name="connsiteY12" fmla="*/ 1369553 h 5454222"/>
                  <a:gd name="connsiteX13" fmla="*/ 726190 w 2614774"/>
                  <a:gd name="connsiteY13" fmla="*/ 1366507 h 5454222"/>
                  <a:gd name="connsiteX14" fmla="*/ 442747 w 2614774"/>
                  <a:gd name="connsiteY14" fmla="*/ 1536408 h 5454222"/>
                  <a:gd name="connsiteX15" fmla="*/ 426563 w 2614774"/>
                  <a:gd name="connsiteY15" fmla="*/ 2585961 h 5454222"/>
                  <a:gd name="connsiteX16" fmla="*/ 58455 w 2614774"/>
                  <a:gd name="connsiteY16" fmla="*/ 2784739 h 5454222"/>
                  <a:gd name="connsiteX17" fmla="*/ 1 w 2614774"/>
                  <a:gd name="connsiteY17" fmla="*/ 5224282 h 5454222"/>
                  <a:gd name="connsiteX18" fmla="*/ 1239066 w 2614774"/>
                  <a:gd name="connsiteY18" fmla="*/ 5454222 h 5454222"/>
                  <a:gd name="connsiteX19" fmla="*/ 2614649 w 2614774"/>
                  <a:gd name="connsiteY19" fmla="*/ 5454222 h 545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14774" h="5454222">
                    <a:moveTo>
                      <a:pt x="2614776" y="0"/>
                    </a:moveTo>
                    <a:cubicBezTo>
                      <a:pt x="2395371" y="42904"/>
                      <a:pt x="2175458" y="81872"/>
                      <a:pt x="1953831" y="109544"/>
                    </a:cubicBezTo>
                    <a:cubicBezTo>
                      <a:pt x="1952244" y="193892"/>
                      <a:pt x="1950214" y="292011"/>
                      <a:pt x="1947484" y="400921"/>
                    </a:cubicBezTo>
                    <a:cubicBezTo>
                      <a:pt x="1947484" y="400921"/>
                      <a:pt x="1931808" y="1072465"/>
                      <a:pt x="1916576" y="1072020"/>
                    </a:cubicBezTo>
                    <a:cubicBezTo>
                      <a:pt x="1914418" y="1072020"/>
                      <a:pt x="1912577" y="1003857"/>
                      <a:pt x="1902931" y="1003349"/>
                    </a:cubicBezTo>
                    <a:cubicBezTo>
                      <a:pt x="1898108" y="1003349"/>
                      <a:pt x="1893221" y="1019660"/>
                      <a:pt x="1886683" y="1018581"/>
                    </a:cubicBezTo>
                    <a:cubicBezTo>
                      <a:pt x="1883573" y="1018073"/>
                      <a:pt x="1881923" y="1013821"/>
                      <a:pt x="1881606" y="1013186"/>
                    </a:cubicBezTo>
                    <a:cubicBezTo>
                      <a:pt x="1877481" y="1003857"/>
                      <a:pt x="1775616" y="888537"/>
                      <a:pt x="1546628" y="635495"/>
                    </a:cubicBezTo>
                    <a:lnTo>
                      <a:pt x="829832" y="897169"/>
                    </a:lnTo>
                    <a:cubicBezTo>
                      <a:pt x="833450" y="1067051"/>
                      <a:pt x="837067" y="1236926"/>
                      <a:pt x="840621" y="1406808"/>
                    </a:cubicBezTo>
                    <a:cubicBezTo>
                      <a:pt x="784834" y="1403445"/>
                      <a:pt x="744722" y="1395194"/>
                      <a:pt x="736154" y="1387768"/>
                    </a:cubicBezTo>
                    <a:cubicBezTo>
                      <a:pt x="731014" y="1383802"/>
                      <a:pt x="727459" y="1378096"/>
                      <a:pt x="726190" y="1371711"/>
                    </a:cubicBezTo>
                    <a:cubicBezTo>
                      <a:pt x="726127" y="1370994"/>
                      <a:pt x="726127" y="1370270"/>
                      <a:pt x="726190" y="1369553"/>
                    </a:cubicBezTo>
                    <a:cubicBezTo>
                      <a:pt x="726190" y="1367522"/>
                      <a:pt x="726190" y="1366570"/>
                      <a:pt x="726190" y="1366507"/>
                    </a:cubicBezTo>
                    <a:cubicBezTo>
                      <a:pt x="725365" y="1365110"/>
                      <a:pt x="596147" y="1443111"/>
                      <a:pt x="442747" y="1536408"/>
                    </a:cubicBezTo>
                    <a:lnTo>
                      <a:pt x="426563" y="2585961"/>
                    </a:lnTo>
                    <a:lnTo>
                      <a:pt x="58455" y="2784739"/>
                    </a:lnTo>
                    <a:lnTo>
                      <a:pt x="1" y="5224282"/>
                    </a:lnTo>
                    <a:lnTo>
                      <a:pt x="1239066" y="5454222"/>
                    </a:lnTo>
                    <a:lnTo>
                      <a:pt x="2614649" y="545422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10289113" y="2759808"/>
                <a:ext cx="154871" cy="1107247"/>
              </a:xfrm>
              <a:custGeom>
                <a:avLst/>
                <a:gdLst>
                  <a:gd name="connsiteX0" fmla="*/ 48046 w 154859"/>
                  <a:gd name="connsiteY0" fmla="*/ 611 h 1105062"/>
                  <a:gd name="connsiteX1" fmla="*/ 19993 w 154859"/>
                  <a:gd name="connsiteY1" fmla="*/ 2007 h 1105062"/>
                  <a:gd name="connsiteX2" fmla="*/ 12695 w 154859"/>
                  <a:gd name="connsiteY2" fmla="*/ 2515 h 1105062"/>
                  <a:gd name="connsiteX3" fmla="*/ 1 w 154859"/>
                  <a:gd name="connsiteY3" fmla="*/ 5879 h 1105062"/>
                  <a:gd name="connsiteX4" fmla="*/ 27927 w 154859"/>
                  <a:gd name="connsiteY4" fmla="*/ 1105063 h 1105062"/>
                  <a:gd name="connsiteX5" fmla="*/ 154861 w 154859"/>
                  <a:gd name="connsiteY5" fmla="*/ 1084436 h 1105062"/>
                  <a:gd name="connsiteX6" fmla="*/ 129537 w 154859"/>
                  <a:gd name="connsiteY6" fmla="*/ 104 h 1105062"/>
                  <a:gd name="connsiteX7" fmla="*/ 48046 w 154859"/>
                  <a:gd name="connsiteY7" fmla="*/ 611 h 1105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859" h="1105062">
                    <a:moveTo>
                      <a:pt x="48046" y="611"/>
                    </a:moveTo>
                    <a:cubicBezTo>
                      <a:pt x="38717" y="611"/>
                      <a:pt x="29006" y="1309"/>
                      <a:pt x="19993" y="2007"/>
                    </a:cubicBezTo>
                    <a:lnTo>
                      <a:pt x="12695" y="2515"/>
                    </a:lnTo>
                    <a:cubicBezTo>
                      <a:pt x="8443" y="3531"/>
                      <a:pt x="4127" y="4673"/>
                      <a:pt x="1" y="5879"/>
                    </a:cubicBezTo>
                    <a:lnTo>
                      <a:pt x="27927" y="1105063"/>
                    </a:lnTo>
                    <a:lnTo>
                      <a:pt x="154861" y="1084436"/>
                    </a:lnTo>
                    <a:lnTo>
                      <a:pt x="129537" y="104"/>
                    </a:lnTo>
                    <a:cubicBezTo>
                      <a:pt x="102628" y="104"/>
                      <a:pt x="75210" y="-341"/>
                      <a:pt x="48046" y="611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11096286" y="2027581"/>
                <a:ext cx="424627" cy="1426633"/>
              </a:xfrm>
              <a:custGeom>
                <a:avLst/>
                <a:gdLst>
                  <a:gd name="connsiteX0" fmla="*/ 424595 w 424594"/>
                  <a:gd name="connsiteY0" fmla="*/ 61182 h 1423817"/>
                  <a:gd name="connsiteX1" fmla="*/ 395274 w 424594"/>
                  <a:gd name="connsiteY1" fmla="*/ 1198637 h 1423817"/>
                  <a:gd name="connsiteX2" fmla="*/ 1 w 424594"/>
                  <a:gd name="connsiteY2" fmla="*/ 1423817 h 1423817"/>
                  <a:gd name="connsiteX3" fmla="*/ 11806 w 424594"/>
                  <a:gd name="connsiteY3" fmla="*/ 0 h 142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594" h="1423817">
                    <a:moveTo>
                      <a:pt x="424595" y="61182"/>
                    </a:moveTo>
                    <a:lnTo>
                      <a:pt x="395274" y="1198637"/>
                    </a:lnTo>
                    <a:lnTo>
                      <a:pt x="1" y="1423817"/>
                    </a:lnTo>
                    <a:lnTo>
                      <a:pt x="11806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9196826" y="4530262"/>
                <a:ext cx="2184829" cy="1979696"/>
              </a:xfrm>
              <a:custGeom>
                <a:avLst/>
                <a:gdLst>
                  <a:gd name="connsiteX0" fmla="*/ 2106469 w 2184658"/>
                  <a:gd name="connsiteY0" fmla="*/ 752781 h 1975789"/>
                  <a:gd name="connsiteX1" fmla="*/ 2104502 w 2184658"/>
                  <a:gd name="connsiteY1" fmla="*/ 734630 h 1975789"/>
                  <a:gd name="connsiteX2" fmla="*/ 2099869 w 2184658"/>
                  <a:gd name="connsiteY2" fmla="*/ 694201 h 1975789"/>
                  <a:gd name="connsiteX3" fmla="*/ 2096315 w 2184658"/>
                  <a:gd name="connsiteY3" fmla="*/ 666149 h 1975789"/>
                  <a:gd name="connsiteX4" fmla="*/ 2001114 w 2184658"/>
                  <a:gd name="connsiteY4" fmla="*/ 361000 h 1975789"/>
                  <a:gd name="connsiteX5" fmla="*/ 1988865 w 2184658"/>
                  <a:gd name="connsiteY5" fmla="*/ 440587 h 1975789"/>
                  <a:gd name="connsiteX6" fmla="*/ 1969825 w 2184658"/>
                  <a:gd name="connsiteY6" fmla="*/ 371726 h 1975789"/>
                  <a:gd name="connsiteX7" fmla="*/ 1948182 w 2184658"/>
                  <a:gd name="connsiteY7" fmla="*/ 386831 h 1975789"/>
                  <a:gd name="connsiteX8" fmla="*/ 1941265 w 2184658"/>
                  <a:gd name="connsiteY8" fmla="*/ 381373 h 1975789"/>
                  <a:gd name="connsiteX9" fmla="*/ 1486334 w 2184658"/>
                  <a:gd name="connsiteY9" fmla="*/ 0 h 1975789"/>
                  <a:gd name="connsiteX10" fmla="*/ 524302 w 2184658"/>
                  <a:gd name="connsiteY10" fmla="*/ 254249 h 1975789"/>
                  <a:gd name="connsiteX11" fmla="*/ 544103 w 2184658"/>
                  <a:gd name="connsiteY11" fmla="*/ 764142 h 1975789"/>
                  <a:gd name="connsiteX12" fmla="*/ 403334 w 2184658"/>
                  <a:gd name="connsiteY12" fmla="*/ 744086 h 1975789"/>
                  <a:gd name="connsiteX13" fmla="*/ 389688 w 2184658"/>
                  <a:gd name="connsiteY13" fmla="*/ 727966 h 1975789"/>
                  <a:gd name="connsiteX14" fmla="*/ 389688 w 2184658"/>
                  <a:gd name="connsiteY14" fmla="*/ 725744 h 1975789"/>
                  <a:gd name="connsiteX15" fmla="*/ 389688 w 2184658"/>
                  <a:gd name="connsiteY15" fmla="*/ 722698 h 1975789"/>
                  <a:gd name="connsiteX16" fmla="*/ 9902 w 2184658"/>
                  <a:gd name="connsiteY16" fmla="*/ 889680 h 1975789"/>
                  <a:gd name="connsiteX17" fmla="*/ 1 w 2184658"/>
                  <a:gd name="connsiteY17" fmla="*/ 1858820 h 1975789"/>
                  <a:gd name="connsiteX18" fmla="*/ 153909 w 2184658"/>
                  <a:gd name="connsiteY18" fmla="*/ 1863580 h 1975789"/>
                  <a:gd name="connsiteX19" fmla="*/ 1026706 w 2184658"/>
                  <a:gd name="connsiteY19" fmla="*/ 1939169 h 1975789"/>
                  <a:gd name="connsiteX20" fmla="*/ 1905914 w 2184658"/>
                  <a:gd name="connsiteY20" fmla="*/ 1973695 h 1975789"/>
                  <a:gd name="connsiteX21" fmla="*/ 2184660 w 2184658"/>
                  <a:gd name="connsiteY21" fmla="*/ 1975789 h 1975789"/>
                  <a:gd name="connsiteX22" fmla="*/ 2119734 w 2184658"/>
                  <a:gd name="connsiteY22" fmla="*/ 949465 h 1975789"/>
                  <a:gd name="connsiteX23" fmla="*/ 2106469 w 2184658"/>
                  <a:gd name="connsiteY23" fmla="*/ 752781 h 1975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4658" h="1975789">
                    <a:moveTo>
                      <a:pt x="2106469" y="752781"/>
                    </a:moveTo>
                    <a:cubicBezTo>
                      <a:pt x="2105581" y="744404"/>
                      <a:pt x="2104756" y="736470"/>
                      <a:pt x="2104502" y="734630"/>
                    </a:cubicBezTo>
                    <a:cubicBezTo>
                      <a:pt x="2102978" y="721092"/>
                      <a:pt x="2101455" y="707612"/>
                      <a:pt x="2099869" y="694201"/>
                    </a:cubicBezTo>
                    <a:cubicBezTo>
                      <a:pt x="2098727" y="684872"/>
                      <a:pt x="2097520" y="675542"/>
                      <a:pt x="2096315" y="666149"/>
                    </a:cubicBezTo>
                    <a:cubicBezTo>
                      <a:pt x="2061217" y="565490"/>
                      <a:pt x="2029484" y="463772"/>
                      <a:pt x="2001114" y="361000"/>
                    </a:cubicBezTo>
                    <a:cubicBezTo>
                      <a:pt x="1997369" y="409679"/>
                      <a:pt x="1993245" y="440714"/>
                      <a:pt x="1988865" y="440587"/>
                    </a:cubicBezTo>
                    <a:cubicBezTo>
                      <a:pt x="1985946" y="440587"/>
                      <a:pt x="1982518" y="372360"/>
                      <a:pt x="1969825" y="371726"/>
                    </a:cubicBezTo>
                    <a:cubicBezTo>
                      <a:pt x="1963478" y="371726"/>
                      <a:pt x="1957131" y="387973"/>
                      <a:pt x="1948182" y="386831"/>
                    </a:cubicBezTo>
                    <a:cubicBezTo>
                      <a:pt x="1945200" y="386152"/>
                      <a:pt x="1942597" y="384146"/>
                      <a:pt x="1941265" y="381373"/>
                    </a:cubicBezTo>
                    <a:cubicBezTo>
                      <a:pt x="1935616" y="371980"/>
                      <a:pt x="1797259" y="255581"/>
                      <a:pt x="1486334" y="0"/>
                    </a:cubicBezTo>
                    <a:lnTo>
                      <a:pt x="524302" y="254249"/>
                    </a:lnTo>
                    <a:lnTo>
                      <a:pt x="544103" y="764142"/>
                    </a:lnTo>
                    <a:cubicBezTo>
                      <a:pt x="469022" y="760207"/>
                      <a:pt x="414885" y="751448"/>
                      <a:pt x="403334" y="744086"/>
                    </a:cubicBezTo>
                    <a:cubicBezTo>
                      <a:pt x="390641" y="736026"/>
                      <a:pt x="389688" y="727966"/>
                      <a:pt x="389688" y="727966"/>
                    </a:cubicBezTo>
                    <a:cubicBezTo>
                      <a:pt x="389625" y="727230"/>
                      <a:pt x="389625" y="726481"/>
                      <a:pt x="389688" y="725744"/>
                    </a:cubicBezTo>
                    <a:cubicBezTo>
                      <a:pt x="389688" y="723713"/>
                      <a:pt x="389688" y="722762"/>
                      <a:pt x="389688" y="722698"/>
                    </a:cubicBezTo>
                    <a:cubicBezTo>
                      <a:pt x="388546" y="721302"/>
                      <a:pt x="215471" y="797970"/>
                      <a:pt x="9902" y="889680"/>
                    </a:cubicBezTo>
                    <a:lnTo>
                      <a:pt x="1" y="1858820"/>
                    </a:lnTo>
                    <a:cubicBezTo>
                      <a:pt x="51346" y="1859708"/>
                      <a:pt x="102628" y="1861295"/>
                      <a:pt x="153909" y="1863580"/>
                    </a:cubicBezTo>
                    <a:cubicBezTo>
                      <a:pt x="445857" y="1876908"/>
                      <a:pt x="735266" y="1918161"/>
                      <a:pt x="1026706" y="1939169"/>
                    </a:cubicBezTo>
                    <a:cubicBezTo>
                      <a:pt x="1319225" y="1960303"/>
                      <a:pt x="1612569" y="1969823"/>
                      <a:pt x="1905914" y="1973695"/>
                    </a:cubicBezTo>
                    <a:cubicBezTo>
                      <a:pt x="1999019" y="1974901"/>
                      <a:pt x="2091935" y="1975599"/>
                      <a:pt x="2184660" y="1975789"/>
                    </a:cubicBezTo>
                    <a:cubicBezTo>
                      <a:pt x="2163019" y="1633702"/>
                      <a:pt x="2141376" y="1291596"/>
                      <a:pt x="2119734" y="949465"/>
                    </a:cubicBezTo>
                    <a:cubicBezTo>
                      <a:pt x="2115482" y="884094"/>
                      <a:pt x="2111039" y="818533"/>
                      <a:pt x="2106469" y="752781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9566804" y="5253363"/>
                <a:ext cx="213709" cy="943403"/>
              </a:xfrm>
              <a:custGeom>
                <a:avLst/>
                <a:gdLst>
                  <a:gd name="connsiteX0" fmla="*/ 201699 w 213692"/>
                  <a:gd name="connsiteY0" fmla="*/ 939447 h 941541"/>
                  <a:gd name="connsiteX1" fmla="*/ 213694 w 213692"/>
                  <a:gd name="connsiteY1" fmla="*/ 940208 h 941541"/>
                  <a:gd name="connsiteX2" fmla="*/ 174662 w 213692"/>
                  <a:gd name="connsiteY2" fmla="*/ 898 h 941541"/>
                  <a:gd name="connsiteX3" fmla="*/ 64991 w 213692"/>
                  <a:gd name="connsiteY3" fmla="*/ 263 h 941541"/>
                  <a:gd name="connsiteX4" fmla="*/ 26911 w 213692"/>
                  <a:gd name="connsiteY4" fmla="*/ 1342 h 941541"/>
                  <a:gd name="connsiteX5" fmla="*/ 17073 w 213692"/>
                  <a:gd name="connsiteY5" fmla="*/ 1786 h 941541"/>
                  <a:gd name="connsiteX6" fmla="*/ 1 w 213692"/>
                  <a:gd name="connsiteY6" fmla="*/ 5023 h 941541"/>
                  <a:gd name="connsiteX7" fmla="*/ 41889 w 213692"/>
                  <a:gd name="connsiteY7" fmla="*/ 941541 h 941541"/>
                  <a:gd name="connsiteX8" fmla="*/ 201699 w 213692"/>
                  <a:gd name="connsiteY8" fmla="*/ 939447 h 94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692" h="941541">
                    <a:moveTo>
                      <a:pt x="201699" y="939447"/>
                    </a:moveTo>
                    <a:cubicBezTo>
                      <a:pt x="205761" y="939447"/>
                      <a:pt x="209759" y="939891"/>
                      <a:pt x="213694" y="940208"/>
                    </a:cubicBezTo>
                    <a:lnTo>
                      <a:pt x="174662" y="898"/>
                    </a:lnTo>
                    <a:cubicBezTo>
                      <a:pt x="138105" y="263"/>
                      <a:pt x="101485" y="-372"/>
                      <a:pt x="64991" y="263"/>
                    </a:cubicBezTo>
                    <a:cubicBezTo>
                      <a:pt x="52298" y="263"/>
                      <a:pt x="39605" y="625"/>
                      <a:pt x="26911" y="1342"/>
                    </a:cubicBezTo>
                    <a:lnTo>
                      <a:pt x="17073" y="1786"/>
                    </a:lnTo>
                    <a:cubicBezTo>
                      <a:pt x="11361" y="2738"/>
                      <a:pt x="5586" y="3881"/>
                      <a:pt x="1" y="5023"/>
                    </a:cubicBezTo>
                    <a:lnTo>
                      <a:pt x="41889" y="941541"/>
                    </a:lnTo>
                    <a:cubicBezTo>
                      <a:pt x="94630" y="931799"/>
                      <a:pt x="148704" y="931095"/>
                      <a:pt x="201699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10611296" y="4528545"/>
                <a:ext cx="606854" cy="2248311"/>
              </a:xfrm>
              <a:custGeom>
                <a:avLst/>
                <a:gdLst>
                  <a:gd name="connsiteX0" fmla="*/ 606809 w 606807"/>
                  <a:gd name="connsiteY0" fmla="*/ 65561 h 2243874"/>
                  <a:gd name="connsiteX1" fmla="*/ 591132 w 606807"/>
                  <a:gd name="connsiteY1" fmla="*/ 2243874 h 2243874"/>
                  <a:gd name="connsiteX2" fmla="*/ 1 w 606807"/>
                  <a:gd name="connsiteY2" fmla="*/ 2204905 h 2243874"/>
                  <a:gd name="connsiteX3" fmla="*/ 50394 w 606807"/>
                  <a:gd name="connsiteY3" fmla="*/ 0 h 224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6807" h="2243874">
                    <a:moveTo>
                      <a:pt x="606809" y="65561"/>
                    </a:moveTo>
                    <a:cubicBezTo>
                      <a:pt x="601605" y="791623"/>
                      <a:pt x="596401" y="1517730"/>
                      <a:pt x="591132" y="2243874"/>
                    </a:cubicBezTo>
                    <a:lnTo>
                      <a:pt x="1" y="2204905"/>
                    </a:lnTo>
                    <a:cubicBezTo>
                      <a:pt x="16947" y="1469958"/>
                      <a:pt x="33703" y="734992"/>
                      <a:pt x="50394" y="0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9739764" y="4755062"/>
                <a:ext cx="47094" cy="1526218"/>
              </a:xfrm>
              <a:custGeom>
                <a:avLst/>
                <a:gdLst>
                  <a:gd name="connsiteX0" fmla="*/ 1 w 47090"/>
                  <a:gd name="connsiteY0" fmla="*/ 23737 h 1523206"/>
                  <a:gd name="connsiteX1" fmla="*/ 45380 w 47090"/>
                  <a:gd name="connsiteY1" fmla="*/ 1523207 h 1523206"/>
                  <a:gd name="connsiteX2" fmla="*/ 28752 w 47090"/>
                  <a:gd name="connsiteY2" fmla="*/ 0 h 152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090" h="1523206">
                    <a:moveTo>
                      <a:pt x="1" y="23737"/>
                    </a:moveTo>
                    <a:cubicBezTo>
                      <a:pt x="25388" y="1023423"/>
                      <a:pt x="40493" y="1523251"/>
                      <a:pt x="45380" y="1523207"/>
                    </a:cubicBezTo>
                    <a:cubicBezTo>
                      <a:pt x="50267" y="1523162"/>
                      <a:pt x="44681" y="1015427"/>
                      <a:pt x="28752" y="0"/>
                    </a:cubicBezTo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9866644" y="5894193"/>
                <a:ext cx="354744" cy="442412"/>
              </a:xfrm>
              <a:custGeom>
                <a:avLst/>
                <a:gdLst>
                  <a:gd name="connsiteX0" fmla="*/ 0 w 354716"/>
                  <a:gd name="connsiteY0" fmla="*/ 10789 h 441539"/>
                  <a:gd name="connsiteX1" fmla="*/ 7870 w 354716"/>
                  <a:gd name="connsiteY1" fmla="*/ 441540 h 441539"/>
                  <a:gd name="connsiteX2" fmla="*/ 354717 w 354716"/>
                  <a:gd name="connsiteY2" fmla="*/ 431067 h 441539"/>
                  <a:gd name="connsiteX3" fmla="*/ 336311 w 354716"/>
                  <a:gd name="connsiteY3" fmla="*/ 0 h 441539"/>
                  <a:gd name="connsiteX4" fmla="*/ 0 w 354716"/>
                  <a:gd name="connsiteY4" fmla="*/ 10789 h 44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539">
                    <a:moveTo>
                      <a:pt x="0" y="10789"/>
                    </a:moveTo>
                    <a:lnTo>
                      <a:pt x="7870" y="441540"/>
                    </a:lnTo>
                    <a:lnTo>
                      <a:pt x="354717" y="431067"/>
                    </a:lnTo>
                    <a:lnTo>
                      <a:pt x="336311" y="0"/>
                    </a:lnTo>
                    <a:lnTo>
                      <a:pt x="0" y="10789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9133100" y="6168785"/>
                <a:ext cx="739892" cy="31987"/>
              </a:xfrm>
              <a:custGeom>
                <a:avLst/>
                <a:gdLst>
                  <a:gd name="connsiteX0" fmla="*/ 736663 w 739834"/>
                  <a:gd name="connsiteY0" fmla="*/ 0 h 31924"/>
                  <a:gd name="connsiteX1" fmla="*/ 1 w 739834"/>
                  <a:gd name="connsiteY1" fmla="*/ 29385 h 31924"/>
                  <a:gd name="connsiteX2" fmla="*/ 739836 w 739834"/>
                  <a:gd name="connsiteY2" fmla="*/ 31924 h 31924"/>
                  <a:gd name="connsiteX3" fmla="*/ 736663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736663" y="0"/>
                    </a:moveTo>
                    <a:lnTo>
                      <a:pt x="1" y="29385"/>
                    </a:lnTo>
                    <a:lnTo>
                      <a:pt x="739836" y="31924"/>
                    </a:lnTo>
                    <a:cubicBezTo>
                      <a:pt x="738693" y="21325"/>
                      <a:pt x="737678" y="10662"/>
                      <a:pt x="7366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7744" y="0"/>
                <a:ext cx="1603236" cy="4688480"/>
              </a:xfrm>
              <a:custGeom>
                <a:avLst/>
                <a:gdLst>
                  <a:gd name="connsiteX0" fmla="*/ 1 w 1603111"/>
                  <a:gd name="connsiteY0" fmla="*/ 4679228 h 4679227"/>
                  <a:gd name="connsiteX1" fmla="*/ 1603113 w 1603111"/>
                  <a:gd name="connsiteY1" fmla="*/ 4381758 h 4679227"/>
                  <a:gd name="connsiteX2" fmla="*/ 1544660 w 1603111"/>
                  <a:gd name="connsiteY2" fmla="*/ 1942088 h 4679227"/>
                  <a:gd name="connsiteX3" fmla="*/ 1176552 w 1603111"/>
                  <a:gd name="connsiteY3" fmla="*/ 1743310 h 4679227"/>
                  <a:gd name="connsiteX4" fmla="*/ 1160177 w 1603111"/>
                  <a:gd name="connsiteY4" fmla="*/ 693821 h 4679227"/>
                  <a:gd name="connsiteX5" fmla="*/ 876734 w 1603111"/>
                  <a:gd name="connsiteY5" fmla="*/ 523920 h 4679227"/>
                  <a:gd name="connsiteX6" fmla="*/ 876734 w 1603111"/>
                  <a:gd name="connsiteY6" fmla="*/ 526966 h 4679227"/>
                  <a:gd name="connsiteX7" fmla="*/ 876734 w 1603111"/>
                  <a:gd name="connsiteY7" fmla="*/ 529187 h 4679227"/>
                  <a:gd name="connsiteX8" fmla="*/ 866769 w 1603111"/>
                  <a:gd name="connsiteY8" fmla="*/ 545245 h 4679227"/>
                  <a:gd name="connsiteX9" fmla="*/ 762303 w 1603111"/>
                  <a:gd name="connsiteY9" fmla="*/ 564285 h 4679227"/>
                  <a:gd name="connsiteX10" fmla="*/ 773092 w 1603111"/>
                  <a:gd name="connsiteY10" fmla="*/ 54709 h 4679227"/>
                  <a:gd name="connsiteX11" fmla="*/ 623754 w 1603111"/>
                  <a:gd name="connsiteY11" fmla="*/ 0 h 4679227"/>
                  <a:gd name="connsiteX12" fmla="*/ 1 w 1603111"/>
                  <a:gd name="connsiteY12" fmla="*/ 0 h 4679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3111" h="4679227">
                    <a:moveTo>
                      <a:pt x="1" y="4679228"/>
                    </a:moveTo>
                    <a:lnTo>
                      <a:pt x="1603113" y="4381758"/>
                    </a:lnTo>
                    <a:lnTo>
                      <a:pt x="1544660" y="1942088"/>
                    </a:lnTo>
                    <a:lnTo>
                      <a:pt x="1176552" y="1743310"/>
                    </a:lnTo>
                    <a:lnTo>
                      <a:pt x="1160177" y="693821"/>
                    </a:lnTo>
                    <a:cubicBezTo>
                      <a:pt x="1006777" y="600588"/>
                      <a:pt x="877559" y="522460"/>
                      <a:pt x="876734" y="523920"/>
                    </a:cubicBezTo>
                    <a:cubicBezTo>
                      <a:pt x="876734" y="523920"/>
                      <a:pt x="876734" y="524999"/>
                      <a:pt x="876734" y="526966"/>
                    </a:cubicBezTo>
                    <a:cubicBezTo>
                      <a:pt x="876829" y="527704"/>
                      <a:pt x="876829" y="528450"/>
                      <a:pt x="876734" y="529187"/>
                    </a:cubicBezTo>
                    <a:cubicBezTo>
                      <a:pt x="875502" y="535584"/>
                      <a:pt x="871955" y="541301"/>
                      <a:pt x="866769" y="545245"/>
                    </a:cubicBezTo>
                    <a:cubicBezTo>
                      <a:pt x="858201" y="552607"/>
                      <a:pt x="818090" y="560794"/>
                      <a:pt x="762303" y="564285"/>
                    </a:cubicBezTo>
                    <a:cubicBezTo>
                      <a:pt x="765939" y="394447"/>
                      <a:pt x="769538" y="224589"/>
                      <a:pt x="773092" y="54709"/>
                    </a:cubicBezTo>
                    <a:lnTo>
                      <a:pt x="62375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744018" y="522887"/>
                <a:ext cx="154807" cy="1107240"/>
              </a:xfrm>
              <a:custGeom>
                <a:avLst/>
                <a:gdLst>
                  <a:gd name="connsiteX0" fmla="*/ 106689 w 154795"/>
                  <a:gd name="connsiteY0" fmla="*/ 604 h 1105055"/>
                  <a:gd name="connsiteX1" fmla="*/ 134742 w 154795"/>
                  <a:gd name="connsiteY1" fmla="*/ 1937 h 1105055"/>
                  <a:gd name="connsiteX2" fmla="*/ 142104 w 154795"/>
                  <a:gd name="connsiteY2" fmla="*/ 2445 h 1105055"/>
                  <a:gd name="connsiteX3" fmla="*/ 154797 w 154795"/>
                  <a:gd name="connsiteY3" fmla="*/ 5808 h 1105055"/>
                  <a:gd name="connsiteX4" fmla="*/ 126935 w 154795"/>
                  <a:gd name="connsiteY4" fmla="*/ 1105056 h 1105055"/>
                  <a:gd name="connsiteX5" fmla="*/ 1 w 154795"/>
                  <a:gd name="connsiteY5" fmla="*/ 1084366 h 1105055"/>
                  <a:gd name="connsiteX6" fmla="*/ 25388 w 154795"/>
                  <a:gd name="connsiteY6" fmla="*/ 350 h 1105055"/>
                  <a:gd name="connsiteX7" fmla="*/ 106689 w 154795"/>
                  <a:gd name="connsiteY7" fmla="*/ 604 h 110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95" h="1105055">
                    <a:moveTo>
                      <a:pt x="106689" y="604"/>
                    </a:moveTo>
                    <a:cubicBezTo>
                      <a:pt x="116082" y="604"/>
                      <a:pt x="125412" y="1302"/>
                      <a:pt x="134742" y="1937"/>
                    </a:cubicBezTo>
                    <a:lnTo>
                      <a:pt x="142104" y="2445"/>
                    </a:lnTo>
                    <a:cubicBezTo>
                      <a:pt x="146293" y="3460"/>
                      <a:pt x="150608" y="4666"/>
                      <a:pt x="154797" y="5808"/>
                    </a:cubicBezTo>
                    <a:lnTo>
                      <a:pt x="126935" y="1105056"/>
                    </a:lnTo>
                    <a:lnTo>
                      <a:pt x="1" y="1084366"/>
                    </a:lnTo>
                    <a:lnTo>
                      <a:pt x="25388" y="350"/>
                    </a:lnTo>
                    <a:cubicBezTo>
                      <a:pt x="52361" y="33"/>
                      <a:pt x="79525" y="-348"/>
                      <a:pt x="106689" y="604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7744" y="0"/>
                <a:ext cx="83973" cy="1217222"/>
              </a:xfrm>
              <a:custGeom>
                <a:avLst/>
                <a:gdLst>
                  <a:gd name="connsiteX0" fmla="*/ 1 w 83966"/>
                  <a:gd name="connsiteY0" fmla="*/ 1167030 h 1214820"/>
                  <a:gd name="connsiteX1" fmla="*/ 83968 w 83966"/>
                  <a:gd name="connsiteY1" fmla="*/ 1214821 h 1214820"/>
                  <a:gd name="connsiteX2" fmla="*/ 73877 w 83966"/>
                  <a:gd name="connsiteY2" fmla="*/ 0 h 1214820"/>
                  <a:gd name="connsiteX3" fmla="*/ 1 w 83966"/>
                  <a:gd name="connsiteY3" fmla="*/ 0 h 121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966" h="1214820">
                    <a:moveTo>
                      <a:pt x="1" y="1167030"/>
                    </a:moveTo>
                    <a:lnTo>
                      <a:pt x="83968" y="1214821"/>
                    </a:lnTo>
                    <a:lnTo>
                      <a:pt x="7387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1407363" y="3016371"/>
                <a:ext cx="213392" cy="943466"/>
              </a:xfrm>
              <a:custGeom>
                <a:avLst/>
                <a:gdLst>
                  <a:gd name="connsiteX0" fmla="*/ 11996 w 213375"/>
                  <a:gd name="connsiteY0" fmla="*/ 939447 h 941604"/>
                  <a:gd name="connsiteX1" fmla="*/ 1 w 213375"/>
                  <a:gd name="connsiteY1" fmla="*/ 940208 h 941604"/>
                  <a:gd name="connsiteX2" fmla="*/ 39033 w 213375"/>
                  <a:gd name="connsiteY2" fmla="*/ 898 h 941604"/>
                  <a:gd name="connsiteX3" fmla="*/ 148704 w 213375"/>
                  <a:gd name="connsiteY3" fmla="*/ 263 h 941604"/>
                  <a:gd name="connsiteX4" fmla="*/ 186467 w 213375"/>
                  <a:gd name="connsiteY4" fmla="*/ 1405 h 941604"/>
                  <a:gd name="connsiteX5" fmla="*/ 196305 w 213375"/>
                  <a:gd name="connsiteY5" fmla="*/ 1786 h 941604"/>
                  <a:gd name="connsiteX6" fmla="*/ 213377 w 213375"/>
                  <a:gd name="connsiteY6" fmla="*/ 5023 h 941604"/>
                  <a:gd name="connsiteX7" fmla="*/ 171489 w 213375"/>
                  <a:gd name="connsiteY7" fmla="*/ 941605 h 941604"/>
                  <a:gd name="connsiteX8" fmla="*/ 11996 w 213375"/>
                  <a:gd name="connsiteY8" fmla="*/ 939447 h 94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375" h="941604">
                    <a:moveTo>
                      <a:pt x="11996" y="939447"/>
                    </a:moveTo>
                    <a:cubicBezTo>
                      <a:pt x="7935" y="939447"/>
                      <a:pt x="3936" y="939891"/>
                      <a:pt x="1" y="940208"/>
                    </a:cubicBezTo>
                    <a:lnTo>
                      <a:pt x="39033" y="898"/>
                    </a:lnTo>
                    <a:cubicBezTo>
                      <a:pt x="75590" y="263"/>
                      <a:pt x="112211" y="-372"/>
                      <a:pt x="148704" y="263"/>
                    </a:cubicBezTo>
                    <a:cubicBezTo>
                      <a:pt x="161398" y="263"/>
                      <a:pt x="174091" y="771"/>
                      <a:pt x="186467" y="1405"/>
                    </a:cubicBezTo>
                    <a:lnTo>
                      <a:pt x="196305" y="1786"/>
                    </a:lnTo>
                    <a:cubicBezTo>
                      <a:pt x="202017" y="2802"/>
                      <a:pt x="207855" y="3881"/>
                      <a:pt x="213377" y="5023"/>
                    </a:cubicBezTo>
                    <a:lnTo>
                      <a:pt x="171489" y="941605"/>
                    </a:lnTo>
                    <a:cubicBezTo>
                      <a:pt x="118824" y="931913"/>
                      <a:pt x="64903" y="931183"/>
                      <a:pt x="11996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7744" y="2291554"/>
                <a:ext cx="568834" cy="2246912"/>
              </a:xfrm>
              <a:custGeom>
                <a:avLst/>
                <a:gdLst>
                  <a:gd name="connsiteX0" fmla="*/ 1 w 568790"/>
                  <a:gd name="connsiteY0" fmla="*/ 2242477 h 2242477"/>
                  <a:gd name="connsiteX1" fmla="*/ 568792 w 568790"/>
                  <a:gd name="connsiteY1" fmla="*/ 2204969 h 2242477"/>
                  <a:gd name="connsiteX2" fmla="*/ 518399 w 568790"/>
                  <a:gd name="connsiteY2" fmla="*/ 0 h 2242477"/>
                  <a:gd name="connsiteX3" fmla="*/ 1 w 568790"/>
                  <a:gd name="connsiteY3" fmla="*/ 61246 h 224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790" h="2242477">
                    <a:moveTo>
                      <a:pt x="1" y="2242477"/>
                    </a:moveTo>
                    <a:lnTo>
                      <a:pt x="568792" y="2204969"/>
                    </a:lnTo>
                    <a:cubicBezTo>
                      <a:pt x="551867" y="1469977"/>
                      <a:pt x="535070" y="734992"/>
                      <a:pt x="518399" y="0"/>
                    </a:cubicBezTo>
                    <a:lnTo>
                      <a:pt x="1" y="6124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966538" y="3666422"/>
                <a:ext cx="1087858" cy="434143"/>
              </a:xfrm>
              <a:custGeom>
                <a:avLst/>
                <a:gdLst>
                  <a:gd name="connsiteX0" fmla="*/ 407155 w 1087773"/>
                  <a:gd name="connsiteY0" fmla="*/ 0 h 433286"/>
                  <a:gd name="connsiteX1" fmla="*/ 743530 w 1087773"/>
                  <a:gd name="connsiteY1" fmla="*/ 21262 h 433286"/>
                  <a:gd name="connsiteX2" fmla="*/ 768916 w 1087773"/>
                  <a:gd name="connsiteY2" fmla="*/ 167236 h 433286"/>
                  <a:gd name="connsiteX3" fmla="*/ 926568 w 1087773"/>
                  <a:gd name="connsiteY3" fmla="*/ 172947 h 433286"/>
                  <a:gd name="connsiteX4" fmla="*/ 930122 w 1087773"/>
                  <a:gd name="connsiteY4" fmla="*/ 288330 h 433286"/>
                  <a:gd name="connsiteX5" fmla="*/ 1087774 w 1087773"/>
                  <a:gd name="connsiteY5" fmla="*/ 294042 h 433286"/>
                  <a:gd name="connsiteX6" fmla="*/ 1080793 w 1087773"/>
                  <a:gd name="connsiteY6" fmla="*/ 409743 h 433286"/>
                  <a:gd name="connsiteX7" fmla="*/ 14 w 1087773"/>
                  <a:gd name="connsiteY7" fmla="*/ 421738 h 433286"/>
                  <a:gd name="connsiteX8" fmla="*/ 50407 w 1087773"/>
                  <a:gd name="connsiteY8" fmla="*/ 10853 h 43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7773" h="433286">
                    <a:moveTo>
                      <a:pt x="407155" y="0"/>
                    </a:moveTo>
                    <a:lnTo>
                      <a:pt x="743530" y="21262"/>
                    </a:lnTo>
                    <a:lnTo>
                      <a:pt x="768916" y="167236"/>
                    </a:lnTo>
                    <a:lnTo>
                      <a:pt x="926568" y="172947"/>
                    </a:lnTo>
                    <a:lnTo>
                      <a:pt x="930122" y="288330"/>
                    </a:lnTo>
                    <a:lnTo>
                      <a:pt x="1087774" y="294042"/>
                    </a:lnTo>
                    <a:lnTo>
                      <a:pt x="1080793" y="409743"/>
                    </a:lnTo>
                    <a:cubicBezTo>
                      <a:pt x="1080793" y="409743"/>
                      <a:pt x="966" y="453471"/>
                      <a:pt x="14" y="421738"/>
                    </a:cubicBezTo>
                    <a:cubicBezTo>
                      <a:pt x="-938" y="390004"/>
                      <a:pt x="50407" y="10853"/>
                      <a:pt x="50407" y="10853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966551" y="3657265"/>
                <a:ext cx="354744" cy="442349"/>
              </a:xfrm>
              <a:custGeom>
                <a:avLst/>
                <a:gdLst>
                  <a:gd name="connsiteX0" fmla="*/ 354717 w 354716"/>
                  <a:gd name="connsiteY0" fmla="*/ 10726 h 441476"/>
                  <a:gd name="connsiteX1" fmla="*/ 346847 w 354716"/>
                  <a:gd name="connsiteY1" fmla="*/ 441476 h 441476"/>
                  <a:gd name="connsiteX2" fmla="*/ 0 w 354716"/>
                  <a:gd name="connsiteY2" fmla="*/ 431068 h 441476"/>
                  <a:gd name="connsiteX3" fmla="*/ 18405 w 354716"/>
                  <a:gd name="connsiteY3" fmla="*/ 0 h 441476"/>
                  <a:gd name="connsiteX4" fmla="*/ 354717 w 354716"/>
                  <a:gd name="connsiteY4" fmla="*/ 10726 h 44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476">
                    <a:moveTo>
                      <a:pt x="354717" y="10726"/>
                    </a:moveTo>
                    <a:lnTo>
                      <a:pt x="346847" y="441476"/>
                    </a:lnTo>
                    <a:lnTo>
                      <a:pt x="0" y="431068"/>
                    </a:lnTo>
                    <a:lnTo>
                      <a:pt x="18405" y="0"/>
                    </a:lnTo>
                    <a:lnTo>
                      <a:pt x="354717" y="1072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2" name=""/>
              <p:cNvSpPr/>
              <p:nvPr/>
            </p:nvSpPr>
            <p:spPr>
              <a:xfrm>
                <a:off x="1315583" y="3814766"/>
                <a:ext cx="577974" cy="25200"/>
              </a:xfrm>
              <a:custGeom>
                <a:avLst/>
                <a:gdLst>
                  <a:gd name="connsiteX0" fmla="*/ 577931 w 577929"/>
                  <a:gd name="connsiteY0" fmla="*/ 25151 h 25150"/>
                  <a:gd name="connsiteX1" fmla="*/ 1 w 577929"/>
                  <a:gd name="connsiteY1" fmla="*/ 11252 h 25150"/>
                  <a:gd name="connsiteX2" fmla="*/ 577931 w 577929"/>
                  <a:gd name="connsiteY2" fmla="*/ 25151 h 2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929" h="25150">
                    <a:moveTo>
                      <a:pt x="577931" y="25151"/>
                    </a:moveTo>
                    <a:lnTo>
                      <a:pt x="1" y="11252"/>
                    </a:lnTo>
                    <a:cubicBezTo>
                      <a:pt x="9521" y="-20545"/>
                      <a:pt x="577931" y="25151"/>
                      <a:pt x="577931" y="25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3" name=""/>
              <p:cNvSpPr/>
              <p:nvPr/>
            </p:nvSpPr>
            <p:spPr>
              <a:xfrm>
                <a:off x="1314885" y="3931857"/>
                <a:ext cx="739892" cy="31987"/>
              </a:xfrm>
              <a:custGeom>
                <a:avLst/>
                <a:gdLst>
                  <a:gd name="connsiteX0" fmla="*/ 3175 w 739834"/>
                  <a:gd name="connsiteY0" fmla="*/ 0 h 31924"/>
                  <a:gd name="connsiteX1" fmla="*/ 739835 w 739834"/>
                  <a:gd name="connsiteY1" fmla="*/ 29385 h 31924"/>
                  <a:gd name="connsiteX2" fmla="*/ 1 w 739834"/>
                  <a:gd name="connsiteY2" fmla="*/ 31924 h 31924"/>
                  <a:gd name="connsiteX3" fmla="*/ 3175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3175" y="0"/>
                    </a:moveTo>
                    <a:lnTo>
                      <a:pt x="739835" y="29385"/>
                    </a:lnTo>
                    <a:lnTo>
                      <a:pt x="1" y="31924"/>
                    </a:lnTo>
                    <a:cubicBezTo>
                      <a:pt x="1144" y="21262"/>
                      <a:pt x="2159" y="10853"/>
                      <a:pt x="317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4" name=""/>
              <p:cNvSpPr/>
              <p:nvPr/>
            </p:nvSpPr>
            <p:spPr>
              <a:xfrm>
                <a:off x="7744" y="1591944"/>
                <a:ext cx="3732809" cy="4101818"/>
              </a:xfrm>
              <a:custGeom>
                <a:avLst/>
                <a:gdLst>
                  <a:gd name="connsiteX0" fmla="*/ 3730335 w 3732517"/>
                  <a:gd name="connsiteY0" fmla="*/ 3058818 h 4093723"/>
                  <a:gd name="connsiteX1" fmla="*/ 3174174 w 3732517"/>
                  <a:gd name="connsiteY1" fmla="*/ 2244601 h 4093723"/>
                  <a:gd name="connsiteX2" fmla="*/ 2543249 w 3732517"/>
                  <a:gd name="connsiteY2" fmla="*/ 2196620 h 4093723"/>
                  <a:gd name="connsiteX3" fmla="*/ 2259234 w 3732517"/>
                  <a:gd name="connsiteY3" fmla="*/ 1827179 h 4093723"/>
                  <a:gd name="connsiteX4" fmla="*/ 1941899 w 3732517"/>
                  <a:gd name="connsiteY4" fmla="*/ 1897754 h 4093723"/>
                  <a:gd name="connsiteX5" fmla="*/ 1585977 w 3732517"/>
                  <a:gd name="connsiteY5" fmla="*/ 1097690 h 4093723"/>
                  <a:gd name="connsiteX6" fmla="*/ 1235893 w 3732517"/>
                  <a:gd name="connsiteY6" fmla="*/ 1071161 h 4093723"/>
                  <a:gd name="connsiteX7" fmla="*/ 276781 w 3732517"/>
                  <a:gd name="connsiteY7" fmla="*/ 3266 h 4093723"/>
                  <a:gd name="connsiteX8" fmla="*/ 1 w 3732517"/>
                  <a:gd name="connsiteY8" fmla="*/ 30557 h 4093723"/>
                  <a:gd name="connsiteX9" fmla="*/ 1 w 3732517"/>
                  <a:gd name="connsiteY9" fmla="*/ 2286870 h 4093723"/>
                  <a:gd name="connsiteX10" fmla="*/ 3418141 w 3732517"/>
                  <a:gd name="connsiteY10" fmla="*/ 4058677 h 4093723"/>
                  <a:gd name="connsiteX11" fmla="*/ 3407415 w 3732517"/>
                  <a:gd name="connsiteY11" fmla="*/ 3843334 h 4093723"/>
                  <a:gd name="connsiteX12" fmla="*/ 3730335 w 3732517"/>
                  <a:gd name="connsiteY12" fmla="*/ 3058818 h 409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517" h="4093723">
                    <a:moveTo>
                      <a:pt x="3730335" y="3058818"/>
                    </a:moveTo>
                    <a:cubicBezTo>
                      <a:pt x="3706471" y="2717303"/>
                      <a:pt x="3492778" y="2382197"/>
                      <a:pt x="3174174" y="2244601"/>
                    </a:cubicBezTo>
                    <a:cubicBezTo>
                      <a:pt x="2965558" y="2154288"/>
                      <a:pt x="2713848" y="2149020"/>
                      <a:pt x="2543249" y="2196620"/>
                    </a:cubicBezTo>
                    <a:cubicBezTo>
                      <a:pt x="2492158" y="2030019"/>
                      <a:pt x="2399496" y="1869258"/>
                      <a:pt x="2259234" y="1827179"/>
                    </a:cubicBezTo>
                    <a:cubicBezTo>
                      <a:pt x="2211570" y="1812899"/>
                      <a:pt x="2104819" y="1796271"/>
                      <a:pt x="1941899" y="1897754"/>
                    </a:cubicBezTo>
                    <a:cubicBezTo>
                      <a:pt x="2147088" y="1582451"/>
                      <a:pt x="1900646" y="1207044"/>
                      <a:pt x="1585977" y="1097690"/>
                    </a:cubicBezTo>
                    <a:cubicBezTo>
                      <a:pt x="1473386" y="1059464"/>
                      <a:pt x="1352958" y="1050337"/>
                      <a:pt x="1235893" y="1071161"/>
                    </a:cubicBezTo>
                    <a:cubicBezTo>
                      <a:pt x="1387071" y="500022"/>
                      <a:pt x="785722" y="51184"/>
                      <a:pt x="276781" y="3266"/>
                    </a:cubicBezTo>
                    <a:cubicBezTo>
                      <a:pt x="183624" y="-5613"/>
                      <a:pt x="89630" y="3653"/>
                      <a:pt x="1" y="30557"/>
                    </a:cubicBezTo>
                    <a:lnTo>
                      <a:pt x="1" y="2286870"/>
                    </a:lnTo>
                    <a:cubicBezTo>
                      <a:pt x="1090046" y="3154908"/>
                      <a:pt x="3287906" y="4310197"/>
                      <a:pt x="3418141" y="4058677"/>
                    </a:cubicBezTo>
                    <a:cubicBezTo>
                      <a:pt x="3443527" y="4010061"/>
                      <a:pt x="3436546" y="3935107"/>
                      <a:pt x="3407415" y="3843334"/>
                    </a:cubicBezTo>
                    <a:cubicBezTo>
                      <a:pt x="3560497" y="3688855"/>
                      <a:pt x="3755341" y="3418740"/>
                      <a:pt x="3730335" y="3058818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5" name=""/>
              <p:cNvSpPr/>
              <p:nvPr/>
            </p:nvSpPr>
            <p:spPr>
              <a:xfrm>
                <a:off x="7871" y="2404379"/>
                <a:ext cx="3523789" cy="3221645"/>
              </a:xfrm>
              <a:custGeom>
                <a:avLst/>
                <a:gdLst>
                  <a:gd name="connsiteX0" fmla="*/ 3505027 w 3523514"/>
                  <a:gd name="connsiteY0" fmla="*/ 2246844 h 3215287"/>
                  <a:gd name="connsiteX1" fmla="*/ 2908755 w 3523514"/>
                  <a:gd name="connsiteY1" fmla="*/ 1600750 h 3215287"/>
                  <a:gd name="connsiteX2" fmla="*/ 2346247 w 3523514"/>
                  <a:gd name="connsiteY2" fmla="*/ 1640417 h 3215287"/>
                  <a:gd name="connsiteX3" fmla="*/ 2047826 w 3523514"/>
                  <a:gd name="connsiteY3" fmla="*/ 1351262 h 3215287"/>
                  <a:gd name="connsiteX4" fmla="*/ 1776949 w 3523514"/>
                  <a:gd name="connsiteY4" fmla="*/ 1454776 h 3215287"/>
                  <a:gd name="connsiteX5" fmla="*/ 1359146 w 3523514"/>
                  <a:gd name="connsiteY5" fmla="*/ 795481 h 3215287"/>
                  <a:gd name="connsiteX6" fmla="*/ 1047079 w 3523514"/>
                  <a:gd name="connsiteY6" fmla="*/ 818139 h 3215287"/>
                  <a:gd name="connsiteX7" fmla="*/ 62960 w 3523514"/>
                  <a:gd name="connsiteY7" fmla="*/ 1256 h 3215287"/>
                  <a:gd name="connsiteX8" fmla="*/ 1 w 3523514"/>
                  <a:gd name="connsiteY8" fmla="*/ 7603 h 3215287"/>
                  <a:gd name="connsiteX9" fmla="*/ 1 w 3523514"/>
                  <a:gd name="connsiteY9" fmla="*/ 1981425 h 3215287"/>
                  <a:gd name="connsiteX10" fmla="*/ 3359560 w 3523514"/>
                  <a:gd name="connsiteY10" fmla="*/ 3169082 h 3215287"/>
                  <a:gd name="connsiteX11" fmla="*/ 3322178 w 3523514"/>
                  <a:gd name="connsiteY11" fmla="*/ 2980522 h 3215287"/>
                  <a:gd name="connsiteX12" fmla="*/ 3505027 w 3523514"/>
                  <a:gd name="connsiteY12" fmla="*/ 2246844 h 321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23514" h="3215287">
                    <a:moveTo>
                      <a:pt x="3505027" y="2246844"/>
                    </a:moveTo>
                    <a:cubicBezTo>
                      <a:pt x="3439719" y="1948549"/>
                      <a:pt x="3207684" y="1681036"/>
                      <a:pt x="2908755" y="1600750"/>
                    </a:cubicBezTo>
                    <a:cubicBezTo>
                      <a:pt x="2713150" y="1548263"/>
                      <a:pt x="2490444" y="1576252"/>
                      <a:pt x="2346247" y="1640417"/>
                    </a:cubicBezTo>
                    <a:cubicBezTo>
                      <a:pt x="2279480" y="1500155"/>
                      <a:pt x="2176791" y="1370302"/>
                      <a:pt x="2047826" y="1351262"/>
                    </a:cubicBezTo>
                    <a:cubicBezTo>
                      <a:pt x="2003907" y="1344915"/>
                      <a:pt x="1907627" y="1344026"/>
                      <a:pt x="1776949" y="1454776"/>
                    </a:cubicBezTo>
                    <a:cubicBezTo>
                      <a:pt x="1916893" y="1150135"/>
                      <a:pt x="1650840" y="851079"/>
                      <a:pt x="1359146" y="795481"/>
                    </a:cubicBezTo>
                    <a:cubicBezTo>
                      <a:pt x="1254876" y="776600"/>
                      <a:pt x="1147528" y="784394"/>
                      <a:pt x="1047079" y="818139"/>
                    </a:cubicBezTo>
                    <a:cubicBezTo>
                      <a:pt x="1106484" y="295108"/>
                      <a:pt x="517955" y="-22607"/>
                      <a:pt x="62960" y="1256"/>
                    </a:cubicBezTo>
                    <a:cubicBezTo>
                      <a:pt x="41805" y="2316"/>
                      <a:pt x="20818" y="4430"/>
                      <a:pt x="1" y="7603"/>
                    </a:cubicBezTo>
                    <a:lnTo>
                      <a:pt x="1" y="1981425"/>
                    </a:lnTo>
                    <a:cubicBezTo>
                      <a:pt x="1031149" y="2618569"/>
                      <a:pt x="3274388" y="3416666"/>
                      <a:pt x="3359560" y="3169082"/>
                    </a:cubicBezTo>
                    <a:cubicBezTo>
                      <a:pt x="3375491" y="3122941"/>
                      <a:pt x="3359560" y="3057697"/>
                      <a:pt x="3322178" y="2980522"/>
                    </a:cubicBezTo>
                    <a:cubicBezTo>
                      <a:pt x="3436990" y="2824456"/>
                      <a:pt x="3573761" y="2560751"/>
                      <a:pt x="3505027" y="2246844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6" name=""/>
              <p:cNvSpPr/>
              <p:nvPr/>
            </p:nvSpPr>
            <p:spPr>
              <a:xfrm>
                <a:off x="195557" y="3862541"/>
                <a:ext cx="2556267" cy="1981731"/>
              </a:xfrm>
              <a:custGeom>
                <a:avLst/>
                <a:gdLst>
                  <a:gd name="connsiteX0" fmla="*/ 2921 w 2556067"/>
                  <a:gd name="connsiteY0" fmla="*/ 65180 h 1977820"/>
                  <a:gd name="connsiteX1" fmla="*/ 5777 w 2556067"/>
                  <a:gd name="connsiteY1" fmla="*/ 185767 h 1977820"/>
                  <a:gd name="connsiteX2" fmla="*/ 57375 w 2556067"/>
                  <a:gd name="connsiteY2" fmla="*/ 370393 h 1977820"/>
                  <a:gd name="connsiteX3" fmla="*/ 224738 w 2556067"/>
                  <a:gd name="connsiteY3" fmla="*/ 648378 h 1977820"/>
                  <a:gd name="connsiteX4" fmla="*/ 780899 w 2556067"/>
                  <a:gd name="connsiteY4" fmla="*/ 1190703 h 1977820"/>
                  <a:gd name="connsiteX5" fmla="*/ 1355655 w 2556067"/>
                  <a:gd name="connsiteY5" fmla="*/ 1658010 h 1977820"/>
                  <a:gd name="connsiteX6" fmla="*/ 1866691 w 2556067"/>
                  <a:gd name="connsiteY6" fmla="*/ 1965634 h 1977820"/>
                  <a:gd name="connsiteX7" fmla="*/ 1900202 w 2556067"/>
                  <a:gd name="connsiteY7" fmla="*/ 1977820 h 1977820"/>
                  <a:gd name="connsiteX8" fmla="*/ 2556069 w 2556067"/>
                  <a:gd name="connsiteY8" fmla="*/ 1107244 h 1977820"/>
                  <a:gd name="connsiteX9" fmla="*/ 2486255 w 2556067"/>
                  <a:gd name="connsiteY9" fmla="*/ 1084968 h 1977820"/>
                  <a:gd name="connsiteX10" fmla="*/ 2359321 w 2556067"/>
                  <a:gd name="connsiteY10" fmla="*/ 631560 h 1977820"/>
                  <a:gd name="connsiteX11" fmla="*/ 1096647 w 2556067"/>
                  <a:gd name="connsiteY11" fmla="*/ 427894 h 1977820"/>
                  <a:gd name="connsiteX12" fmla="*/ 907832 w 2556067"/>
                  <a:gd name="connsiteY12" fmla="*/ 178342 h 1977820"/>
                  <a:gd name="connsiteX13" fmla="*/ 136455 w 2556067"/>
                  <a:gd name="connsiteY13" fmla="*/ 297470 h 1977820"/>
                  <a:gd name="connsiteX14" fmla="*/ 36177 w 2556067"/>
                  <a:gd name="connsiteY14" fmla="*/ 25387 h 1977820"/>
                  <a:gd name="connsiteX15" fmla="*/ 1 w 2556067"/>
                  <a:gd name="connsiteY15" fmla="*/ 0 h 1977820"/>
                  <a:gd name="connsiteX16" fmla="*/ 2921 w 2556067"/>
                  <a:gd name="connsiteY16" fmla="*/ 65180 h 197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56067" h="1977820">
                    <a:moveTo>
                      <a:pt x="2921" y="65180"/>
                    </a:moveTo>
                    <a:cubicBezTo>
                      <a:pt x="2032" y="105546"/>
                      <a:pt x="2921" y="145657"/>
                      <a:pt x="5777" y="185767"/>
                    </a:cubicBezTo>
                    <a:cubicBezTo>
                      <a:pt x="18775" y="248410"/>
                      <a:pt x="36014" y="310093"/>
                      <a:pt x="57375" y="370393"/>
                    </a:cubicBezTo>
                    <a:cubicBezTo>
                      <a:pt x="105329" y="467548"/>
                      <a:pt x="161311" y="560534"/>
                      <a:pt x="224738" y="648378"/>
                    </a:cubicBezTo>
                    <a:cubicBezTo>
                      <a:pt x="390450" y="847982"/>
                      <a:pt x="582374" y="1024166"/>
                      <a:pt x="780899" y="1190703"/>
                    </a:cubicBezTo>
                    <a:cubicBezTo>
                      <a:pt x="969713" y="1348990"/>
                      <a:pt x="1161700" y="1505753"/>
                      <a:pt x="1355655" y="1658010"/>
                    </a:cubicBezTo>
                    <a:cubicBezTo>
                      <a:pt x="1515230" y="1777461"/>
                      <a:pt x="1686439" y="1880525"/>
                      <a:pt x="1866691" y="1965634"/>
                    </a:cubicBezTo>
                    <a:cubicBezTo>
                      <a:pt x="1877798" y="1969823"/>
                      <a:pt x="1889031" y="1973758"/>
                      <a:pt x="1900202" y="1977820"/>
                    </a:cubicBezTo>
                    <a:cubicBezTo>
                      <a:pt x="2368588" y="1735821"/>
                      <a:pt x="2515831" y="1169315"/>
                      <a:pt x="2556069" y="1107244"/>
                    </a:cubicBezTo>
                    <a:lnTo>
                      <a:pt x="2486255" y="1084968"/>
                    </a:lnTo>
                    <a:cubicBezTo>
                      <a:pt x="2515133" y="927950"/>
                      <a:pt x="2459472" y="758747"/>
                      <a:pt x="2359321" y="631560"/>
                    </a:cubicBezTo>
                    <a:cubicBezTo>
                      <a:pt x="2077846" y="273225"/>
                      <a:pt x="1451744" y="39095"/>
                      <a:pt x="1096647" y="427894"/>
                    </a:cubicBezTo>
                    <a:cubicBezTo>
                      <a:pt x="1055742" y="330130"/>
                      <a:pt x="990796" y="244284"/>
                      <a:pt x="907832" y="178342"/>
                    </a:cubicBezTo>
                    <a:cubicBezTo>
                      <a:pt x="674084" y="-4760"/>
                      <a:pt x="273861" y="-8441"/>
                      <a:pt x="136455" y="297470"/>
                    </a:cubicBezTo>
                    <a:cubicBezTo>
                      <a:pt x="133853" y="126109"/>
                      <a:pt x="69942" y="54264"/>
                      <a:pt x="36177" y="25387"/>
                    </a:cubicBezTo>
                    <a:cubicBezTo>
                      <a:pt x="24939" y="15809"/>
                      <a:pt x="12827" y="7311"/>
                      <a:pt x="1" y="0"/>
                    </a:cubicBezTo>
                    <a:cubicBezTo>
                      <a:pt x="2337" y="21642"/>
                      <a:pt x="3312" y="43411"/>
                      <a:pt x="2921" y="65180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7" name=""/>
              <p:cNvSpPr/>
              <p:nvPr/>
            </p:nvSpPr>
            <p:spPr>
              <a:xfrm>
                <a:off x="9134052" y="4352457"/>
                <a:ext cx="3057949" cy="2505287"/>
              </a:xfrm>
              <a:custGeom>
                <a:avLst/>
                <a:gdLst>
                  <a:gd name="connsiteX0" fmla="*/ 3057458 w 3057710"/>
                  <a:gd name="connsiteY0" fmla="*/ 0 h 2500343"/>
                  <a:gd name="connsiteX1" fmla="*/ 2304677 w 3057710"/>
                  <a:gd name="connsiteY1" fmla="*/ 1027720 h 2500343"/>
                  <a:gd name="connsiteX2" fmla="*/ 1954593 w 3057710"/>
                  <a:gd name="connsiteY2" fmla="*/ 1054313 h 2500343"/>
                  <a:gd name="connsiteX3" fmla="*/ 1598670 w 3057710"/>
                  <a:gd name="connsiteY3" fmla="*/ 1854377 h 2500343"/>
                  <a:gd name="connsiteX4" fmla="*/ 1281336 w 3057710"/>
                  <a:gd name="connsiteY4" fmla="*/ 1783802 h 2500343"/>
                  <a:gd name="connsiteX5" fmla="*/ 997257 w 3057710"/>
                  <a:gd name="connsiteY5" fmla="*/ 2153243 h 2500343"/>
                  <a:gd name="connsiteX6" fmla="*/ 366396 w 3057710"/>
                  <a:gd name="connsiteY6" fmla="*/ 2201161 h 2500343"/>
                  <a:gd name="connsiteX7" fmla="*/ 1 w 3057710"/>
                  <a:gd name="connsiteY7" fmla="*/ 2500344 h 2500343"/>
                  <a:gd name="connsiteX8" fmla="*/ 3057712 w 3057710"/>
                  <a:gd name="connsiteY8" fmla="*/ 2500344 h 250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57710" h="2500343">
                    <a:moveTo>
                      <a:pt x="3057458" y="0"/>
                    </a:moveTo>
                    <a:cubicBezTo>
                      <a:pt x="2607858" y="129726"/>
                      <a:pt x="2173427" y="533122"/>
                      <a:pt x="2304677" y="1027720"/>
                    </a:cubicBezTo>
                    <a:cubicBezTo>
                      <a:pt x="2187580" y="1006928"/>
                      <a:pt x="2067184" y="1016074"/>
                      <a:pt x="1954593" y="1054313"/>
                    </a:cubicBezTo>
                    <a:cubicBezTo>
                      <a:pt x="1639860" y="1163667"/>
                      <a:pt x="1393482" y="1539010"/>
                      <a:pt x="1598670" y="1854377"/>
                    </a:cubicBezTo>
                    <a:cubicBezTo>
                      <a:pt x="1435433" y="1752830"/>
                      <a:pt x="1328745" y="1769458"/>
                      <a:pt x="1281336" y="1783802"/>
                    </a:cubicBezTo>
                    <a:cubicBezTo>
                      <a:pt x="1141074" y="1825881"/>
                      <a:pt x="1048412" y="1986896"/>
                      <a:pt x="997257" y="2153243"/>
                    </a:cubicBezTo>
                    <a:cubicBezTo>
                      <a:pt x="826722" y="2105579"/>
                      <a:pt x="575012" y="2110911"/>
                      <a:pt x="366396" y="2201161"/>
                    </a:cubicBezTo>
                    <a:cubicBezTo>
                      <a:pt x="219026" y="2264628"/>
                      <a:pt x="94123" y="2370998"/>
                      <a:pt x="1" y="2500344"/>
                    </a:cubicBezTo>
                    <a:lnTo>
                      <a:pt x="3057712" y="2500344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"/>
              <p:cNvSpPr/>
              <p:nvPr/>
            </p:nvSpPr>
            <p:spPr>
              <a:xfrm>
                <a:off x="9499524" y="5188189"/>
                <a:ext cx="2692223" cy="1669556"/>
              </a:xfrm>
              <a:custGeom>
                <a:avLst/>
                <a:gdLst>
                  <a:gd name="connsiteX0" fmla="*/ 2692015 w 2692013"/>
                  <a:gd name="connsiteY0" fmla="*/ 1666261 h 1666261"/>
                  <a:gd name="connsiteX1" fmla="*/ 2692015 w 2692013"/>
                  <a:gd name="connsiteY1" fmla="*/ 0 h 1666261"/>
                  <a:gd name="connsiteX2" fmla="*/ 2127731 w 2692013"/>
                  <a:gd name="connsiteY2" fmla="*/ 751449 h 1666261"/>
                  <a:gd name="connsiteX3" fmla="*/ 1815600 w 2692013"/>
                  <a:gd name="connsiteY3" fmla="*/ 729426 h 1666261"/>
                  <a:gd name="connsiteX4" fmla="*/ 1397797 w 2692013"/>
                  <a:gd name="connsiteY4" fmla="*/ 1388657 h 1666261"/>
                  <a:gd name="connsiteX5" fmla="*/ 1126920 w 2692013"/>
                  <a:gd name="connsiteY5" fmla="*/ 1285206 h 1666261"/>
                  <a:gd name="connsiteX6" fmla="*/ 828625 w 2692013"/>
                  <a:gd name="connsiteY6" fmla="*/ 1574107 h 1666261"/>
                  <a:gd name="connsiteX7" fmla="*/ 266054 w 2692013"/>
                  <a:gd name="connsiteY7" fmla="*/ 1534440 h 1666261"/>
                  <a:gd name="connsiteX8" fmla="*/ 1 w 2692013"/>
                  <a:gd name="connsiteY8" fmla="*/ 1666261 h 16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2013" h="1666261">
                    <a:moveTo>
                      <a:pt x="2692015" y="1666261"/>
                    </a:moveTo>
                    <a:lnTo>
                      <a:pt x="2692015" y="0"/>
                    </a:lnTo>
                    <a:cubicBezTo>
                      <a:pt x="2364652" y="117351"/>
                      <a:pt x="2085969" y="383658"/>
                      <a:pt x="2127731" y="751449"/>
                    </a:cubicBezTo>
                    <a:cubicBezTo>
                      <a:pt x="2027198" y="717868"/>
                      <a:pt x="1919813" y="710291"/>
                      <a:pt x="1815600" y="729426"/>
                    </a:cubicBezTo>
                    <a:cubicBezTo>
                      <a:pt x="1523652" y="784960"/>
                      <a:pt x="1257852" y="1083952"/>
                      <a:pt x="1397797" y="1388657"/>
                    </a:cubicBezTo>
                    <a:cubicBezTo>
                      <a:pt x="1267118" y="1277971"/>
                      <a:pt x="1170839" y="1278796"/>
                      <a:pt x="1126920" y="1285206"/>
                    </a:cubicBezTo>
                    <a:cubicBezTo>
                      <a:pt x="997828" y="1304246"/>
                      <a:pt x="895202" y="1433782"/>
                      <a:pt x="828625" y="1574107"/>
                    </a:cubicBezTo>
                    <a:cubicBezTo>
                      <a:pt x="684429" y="1509942"/>
                      <a:pt x="461723" y="1481890"/>
                      <a:pt x="266054" y="1534440"/>
                    </a:cubicBezTo>
                    <a:cubicBezTo>
                      <a:pt x="169712" y="1560843"/>
                      <a:pt x="79398" y="1605587"/>
                      <a:pt x="1" y="1666261"/>
                    </a:cubicBezTo>
                    <a:close/>
                  </a:path>
                </a:pathLst>
              </a:custGeom>
              <a:solidFill>
                <a:srgbClr val="FFD09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"/>
              <p:cNvSpPr/>
              <p:nvPr/>
            </p:nvSpPr>
            <p:spPr>
              <a:xfrm>
                <a:off x="7744" y="3708584"/>
                <a:ext cx="12184002" cy="3149161"/>
              </a:xfrm>
              <a:custGeom>
                <a:avLst/>
                <a:gdLst>
                  <a:gd name="connsiteX0" fmla="*/ 7654115 w 12183050"/>
                  <a:gd name="connsiteY0" fmla="*/ 2733521 h 3142946"/>
                  <a:gd name="connsiteX1" fmla="*/ 2788295 w 12183050"/>
                  <a:gd name="connsiteY1" fmla="*/ 1159541 h 3142946"/>
                  <a:gd name="connsiteX2" fmla="*/ 1 w 12183050"/>
                  <a:gd name="connsiteY2" fmla="*/ 0 h 3142946"/>
                  <a:gd name="connsiteX3" fmla="*/ 1 w 12183050"/>
                  <a:gd name="connsiteY3" fmla="*/ 3142947 h 3142946"/>
                  <a:gd name="connsiteX4" fmla="*/ 12183052 w 12183050"/>
                  <a:gd name="connsiteY4" fmla="*/ 3142947 h 3142946"/>
                  <a:gd name="connsiteX5" fmla="*/ 12183052 w 12183050"/>
                  <a:gd name="connsiteY5" fmla="*/ 2550990 h 3142946"/>
                  <a:gd name="connsiteX6" fmla="*/ 7654115 w 12183050"/>
                  <a:gd name="connsiteY6" fmla="*/ 2733521 h 314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83050" h="3142946">
                    <a:moveTo>
                      <a:pt x="7654115" y="2733521"/>
                    </a:moveTo>
                    <a:cubicBezTo>
                      <a:pt x="5564656" y="2161113"/>
                      <a:pt x="5078055" y="1187911"/>
                      <a:pt x="2788295" y="1159541"/>
                    </a:cubicBezTo>
                    <a:cubicBezTo>
                      <a:pt x="1516861" y="1143421"/>
                      <a:pt x="581232" y="536740"/>
                      <a:pt x="1" y="0"/>
                    </a:cubicBezTo>
                    <a:lnTo>
                      <a:pt x="1" y="3142947"/>
                    </a:lnTo>
                    <a:lnTo>
                      <a:pt x="12183052" y="3142947"/>
                    </a:lnTo>
                    <a:lnTo>
                      <a:pt x="12183052" y="2550990"/>
                    </a:lnTo>
                    <a:cubicBezTo>
                      <a:pt x="10971151" y="2104627"/>
                      <a:pt x="9437536" y="3222280"/>
                      <a:pt x="7654115" y="2733521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"/>
              <p:cNvSpPr/>
              <p:nvPr/>
            </p:nvSpPr>
            <p:spPr>
              <a:xfrm>
                <a:off x="7664741" y="2537147"/>
                <a:ext cx="163440" cy="15770"/>
              </a:xfrm>
              <a:custGeom>
                <a:avLst/>
                <a:gdLst>
                  <a:gd name="connsiteX0" fmla="*/ 163427 w 163427"/>
                  <a:gd name="connsiteY0" fmla="*/ 0 h 15739"/>
                  <a:gd name="connsiteX1" fmla="*/ 0 w 163427"/>
                  <a:gd name="connsiteY1" fmla="*/ 15740 h 1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3427" h="15739">
                    <a:moveTo>
                      <a:pt x="163427" y="0"/>
                    </a:moveTo>
                    <a:lnTo>
                      <a:pt x="0" y="15740"/>
                    </a:lnTo>
                  </a:path>
                </a:pathLst>
              </a:custGeom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"/>
              <p:cNvSpPr/>
              <p:nvPr/>
            </p:nvSpPr>
            <p:spPr>
              <a:xfrm>
                <a:off x="7576387" y="2291676"/>
                <a:ext cx="128730" cy="190209"/>
              </a:xfrm>
              <a:custGeom>
                <a:avLst/>
                <a:gdLst>
                  <a:gd name="connsiteX0" fmla="*/ 9902 w 128720"/>
                  <a:gd name="connsiteY0" fmla="*/ 20505 h 189834"/>
                  <a:gd name="connsiteX1" fmla="*/ 128014 w 128720"/>
                  <a:gd name="connsiteY1" fmla="*/ 48049 h 189834"/>
                  <a:gd name="connsiteX2" fmla="*/ 1 w 128720"/>
                  <a:gd name="connsiteY2" fmla="*/ 189835 h 189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720" h="189834">
                    <a:moveTo>
                      <a:pt x="9902" y="20505"/>
                    </a:moveTo>
                    <a:cubicBezTo>
                      <a:pt x="9902" y="20505"/>
                      <a:pt x="116210" y="-40550"/>
                      <a:pt x="128014" y="48049"/>
                    </a:cubicBezTo>
                    <a:cubicBezTo>
                      <a:pt x="139819" y="136649"/>
                      <a:pt x="1" y="189835"/>
                      <a:pt x="1" y="189835"/>
                    </a:cubicBezTo>
                  </a:path>
                </a:pathLst>
              </a:custGeom>
              <a:solidFill>
                <a:srgbClr val="263363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2" name=""/>
              <p:cNvSpPr/>
              <p:nvPr/>
            </p:nvSpPr>
            <p:spPr>
              <a:xfrm>
                <a:off x="6628032" y="2989162"/>
                <a:ext cx="1564121" cy="1676728"/>
              </a:xfrm>
              <a:custGeom>
                <a:avLst/>
                <a:gdLst>
                  <a:gd name="connsiteX0" fmla="*/ 449052 w 1563999"/>
                  <a:gd name="connsiteY0" fmla="*/ 1370569 h 1673419"/>
                  <a:gd name="connsiteX1" fmla="*/ 441626 w 1563999"/>
                  <a:gd name="connsiteY1" fmla="*/ 1574805 h 1673419"/>
                  <a:gd name="connsiteX2" fmla="*/ 440992 w 1563999"/>
                  <a:gd name="connsiteY2" fmla="*/ 1632687 h 1673419"/>
                  <a:gd name="connsiteX3" fmla="*/ 770068 w 1563999"/>
                  <a:gd name="connsiteY3" fmla="*/ 1673052 h 1673419"/>
                  <a:gd name="connsiteX4" fmla="*/ 933051 w 1563999"/>
                  <a:gd name="connsiteY4" fmla="*/ 1660994 h 1673419"/>
                  <a:gd name="connsiteX5" fmla="*/ 895415 w 1563999"/>
                  <a:gd name="connsiteY5" fmla="*/ 1648300 h 1673419"/>
                  <a:gd name="connsiteX6" fmla="*/ 868061 w 1563999"/>
                  <a:gd name="connsiteY6" fmla="*/ 1499026 h 1673419"/>
                  <a:gd name="connsiteX7" fmla="*/ 1212877 w 1563999"/>
                  <a:gd name="connsiteY7" fmla="*/ 1177058 h 1673419"/>
                  <a:gd name="connsiteX8" fmla="*/ 1282246 w 1563999"/>
                  <a:gd name="connsiteY8" fmla="*/ 1182580 h 1673419"/>
                  <a:gd name="connsiteX9" fmla="*/ 1429553 w 1563999"/>
                  <a:gd name="connsiteY9" fmla="*/ 107005 h 1673419"/>
                  <a:gd name="connsiteX10" fmla="*/ 1209576 w 1563999"/>
                  <a:gd name="connsiteY10" fmla="*/ 2666 h 1673419"/>
                  <a:gd name="connsiteX11" fmla="*/ 694796 w 1563999"/>
                  <a:gd name="connsiteY11" fmla="*/ 260468 h 1673419"/>
                  <a:gd name="connsiteX12" fmla="*/ 639135 w 1563999"/>
                  <a:gd name="connsiteY12" fmla="*/ 280841 h 1673419"/>
                  <a:gd name="connsiteX13" fmla="*/ 655002 w 1563999"/>
                  <a:gd name="connsiteY13" fmla="*/ 382388 h 1673419"/>
                  <a:gd name="connsiteX14" fmla="*/ 622127 w 1563999"/>
                  <a:gd name="connsiteY14" fmla="*/ 411647 h 1673419"/>
                  <a:gd name="connsiteX15" fmla="*/ 576177 w 1563999"/>
                  <a:gd name="connsiteY15" fmla="*/ 491869 h 1673419"/>
                  <a:gd name="connsiteX16" fmla="*/ 562595 w 1563999"/>
                  <a:gd name="connsiteY16" fmla="*/ 526205 h 1673419"/>
                  <a:gd name="connsiteX17" fmla="*/ 312915 w 1563999"/>
                  <a:gd name="connsiteY17" fmla="*/ 775693 h 1673419"/>
                  <a:gd name="connsiteX18" fmla="*/ 21412 w 1563999"/>
                  <a:gd name="connsiteY18" fmla="*/ 1314654 h 1673419"/>
                  <a:gd name="connsiteX19" fmla="*/ 150885 w 1563999"/>
                  <a:gd name="connsiteY19" fmla="*/ 1453076 h 1673419"/>
                  <a:gd name="connsiteX20" fmla="*/ 301428 w 1563999"/>
                  <a:gd name="connsiteY20" fmla="*/ 1445142 h 1673419"/>
                  <a:gd name="connsiteX21" fmla="*/ 449052 w 1563999"/>
                  <a:gd name="connsiteY21" fmla="*/ 1370569 h 167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63999" h="1673419">
                    <a:moveTo>
                      <a:pt x="449052" y="1370569"/>
                    </a:moveTo>
                    <a:cubicBezTo>
                      <a:pt x="444609" y="1425975"/>
                      <a:pt x="443086" y="1501311"/>
                      <a:pt x="441626" y="1574805"/>
                    </a:cubicBezTo>
                    <a:cubicBezTo>
                      <a:pt x="441182" y="1597590"/>
                      <a:pt x="440992" y="1616630"/>
                      <a:pt x="440992" y="1632687"/>
                    </a:cubicBezTo>
                    <a:cubicBezTo>
                      <a:pt x="545014" y="1669625"/>
                      <a:pt x="663126" y="1675083"/>
                      <a:pt x="770068" y="1673052"/>
                    </a:cubicBezTo>
                    <a:cubicBezTo>
                      <a:pt x="824586" y="1672069"/>
                      <a:pt x="878977" y="1668045"/>
                      <a:pt x="933051" y="1660994"/>
                    </a:cubicBezTo>
                    <a:cubicBezTo>
                      <a:pt x="920865" y="1655757"/>
                      <a:pt x="908299" y="1651512"/>
                      <a:pt x="895415" y="1648300"/>
                    </a:cubicBezTo>
                    <a:cubicBezTo>
                      <a:pt x="774828" y="1618090"/>
                      <a:pt x="820651" y="1543707"/>
                      <a:pt x="868061" y="1499026"/>
                    </a:cubicBezTo>
                    <a:cubicBezTo>
                      <a:pt x="861714" y="1087633"/>
                      <a:pt x="979953" y="1646142"/>
                      <a:pt x="1212877" y="1177058"/>
                    </a:cubicBezTo>
                    <a:cubicBezTo>
                      <a:pt x="1238898" y="1187467"/>
                      <a:pt x="1261873" y="1188863"/>
                      <a:pt x="1282246" y="1182580"/>
                    </a:cubicBezTo>
                    <a:cubicBezTo>
                      <a:pt x="1501651" y="1114480"/>
                      <a:pt x="1707982" y="384419"/>
                      <a:pt x="1429553" y="107005"/>
                    </a:cubicBezTo>
                    <a:cubicBezTo>
                      <a:pt x="1346538" y="24498"/>
                      <a:pt x="1244229" y="6855"/>
                      <a:pt x="1209576" y="2666"/>
                    </a:cubicBezTo>
                    <a:cubicBezTo>
                      <a:pt x="992647" y="-23483"/>
                      <a:pt x="782190" y="148640"/>
                      <a:pt x="694796" y="260468"/>
                    </a:cubicBezTo>
                    <a:cubicBezTo>
                      <a:pt x="674804" y="262360"/>
                      <a:pt x="655637" y="269379"/>
                      <a:pt x="639135" y="280841"/>
                    </a:cubicBezTo>
                    <a:cubicBezTo>
                      <a:pt x="613051" y="301405"/>
                      <a:pt x="628663" y="342214"/>
                      <a:pt x="655002" y="382388"/>
                    </a:cubicBezTo>
                    <a:cubicBezTo>
                      <a:pt x="642943" y="390804"/>
                      <a:pt x="631900" y="400622"/>
                      <a:pt x="622127" y="411647"/>
                    </a:cubicBezTo>
                    <a:cubicBezTo>
                      <a:pt x="602262" y="434558"/>
                      <a:pt x="588616" y="463182"/>
                      <a:pt x="576177" y="491869"/>
                    </a:cubicBezTo>
                    <a:cubicBezTo>
                      <a:pt x="571290" y="503166"/>
                      <a:pt x="567228" y="514780"/>
                      <a:pt x="562595" y="526205"/>
                    </a:cubicBezTo>
                    <a:cubicBezTo>
                      <a:pt x="528893" y="609727"/>
                      <a:pt x="378541" y="712417"/>
                      <a:pt x="312915" y="775693"/>
                    </a:cubicBezTo>
                    <a:cubicBezTo>
                      <a:pt x="169671" y="913162"/>
                      <a:pt x="-73535" y="1083698"/>
                      <a:pt x="21412" y="1314654"/>
                    </a:cubicBezTo>
                    <a:cubicBezTo>
                      <a:pt x="46672" y="1374783"/>
                      <a:pt x="92558" y="1423887"/>
                      <a:pt x="150885" y="1453076"/>
                    </a:cubicBezTo>
                    <a:cubicBezTo>
                      <a:pt x="201086" y="1460597"/>
                      <a:pt x="252305" y="1457893"/>
                      <a:pt x="301428" y="1445142"/>
                    </a:cubicBezTo>
                    <a:cubicBezTo>
                      <a:pt x="355311" y="1430818"/>
                      <a:pt x="405577" y="1405419"/>
                      <a:pt x="449052" y="1370569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3" name=""/>
              <p:cNvSpPr/>
              <p:nvPr/>
            </p:nvSpPr>
            <p:spPr>
              <a:xfrm>
                <a:off x="6709361" y="4418212"/>
                <a:ext cx="18279" cy="8838"/>
              </a:xfrm>
              <a:custGeom>
                <a:avLst/>
                <a:gdLst>
                  <a:gd name="connsiteX0" fmla="*/ 18280 w 18278"/>
                  <a:gd name="connsiteY0" fmla="*/ 8822 h 8821"/>
                  <a:gd name="connsiteX1" fmla="*/ 18280 w 18278"/>
                  <a:gd name="connsiteY1" fmla="*/ 8822 h 8821"/>
                  <a:gd name="connsiteX2" fmla="*/ 1 w 18278"/>
                  <a:gd name="connsiteY2" fmla="*/ 0 h 8821"/>
                  <a:gd name="connsiteX3" fmla="*/ 18280 w 18278"/>
                  <a:gd name="connsiteY3" fmla="*/ 8822 h 8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78" h="8821">
                    <a:moveTo>
                      <a:pt x="18280" y="8822"/>
                    </a:moveTo>
                    <a:lnTo>
                      <a:pt x="18280" y="8822"/>
                    </a:lnTo>
                    <a:cubicBezTo>
                      <a:pt x="11997" y="6321"/>
                      <a:pt x="5904" y="3370"/>
                      <a:pt x="1" y="0"/>
                    </a:cubicBezTo>
                    <a:cubicBezTo>
                      <a:pt x="5904" y="3370"/>
                      <a:pt x="11997" y="6321"/>
                      <a:pt x="18280" y="8822"/>
                    </a:cubicBezTo>
                    <a:close/>
                  </a:path>
                </a:pathLst>
              </a:custGeom>
              <a:solidFill>
                <a:srgbClr val="0082F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4" name=""/>
              <p:cNvSpPr/>
              <p:nvPr/>
            </p:nvSpPr>
            <p:spPr>
              <a:xfrm>
                <a:off x="6954185" y="3994263"/>
                <a:ext cx="145948" cy="281317"/>
              </a:xfrm>
              <a:custGeom>
                <a:avLst/>
                <a:gdLst>
                  <a:gd name="connsiteX0" fmla="*/ 122417 w 145937"/>
                  <a:gd name="connsiteY0" fmla="*/ 7277 h 280762"/>
                  <a:gd name="connsiteX1" fmla="*/ 1132 w 145937"/>
                  <a:gd name="connsiteY1" fmla="*/ 265841 h 280762"/>
                  <a:gd name="connsiteX2" fmla="*/ 23536 w 145937"/>
                  <a:gd name="connsiteY2" fmla="*/ 273647 h 280762"/>
                  <a:gd name="connsiteX3" fmla="*/ 144821 w 145937"/>
                  <a:gd name="connsiteY3" fmla="*/ 15083 h 280762"/>
                  <a:gd name="connsiteX4" fmla="*/ 122417 w 145937"/>
                  <a:gd name="connsiteY4" fmla="*/ 7277 h 28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937" h="280762">
                    <a:moveTo>
                      <a:pt x="122417" y="7277"/>
                    </a:moveTo>
                    <a:cubicBezTo>
                      <a:pt x="83322" y="94017"/>
                      <a:pt x="42893" y="180205"/>
                      <a:pt x="1132" y="265841"/>
                    </a:cubicBezTo>
                    <a:cubicBezTo>
                      <a:pt x="-5215" y="279550"/>
                      <a:pt x="16935" y="287229"/>
                      <a:pt x="23536" y="273647"/>
                    </a:cubicBezTo>
                    <a:cubicBezTo>
                      <a:pt x="65297" y="188094"/>
                      <a:pt x="105725" y="101906"/>
                      <a:pt x="144821" y="15083"/>
                    </a:cubicBezTo>
                    <a:cubicBezTo>
                      <a:pt x="151168" y="1184"/>
                      <a:pt x="128700" y="-6559"/>
                      <a:pt x="122417" y="72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5" name=""/>
              <p:cNvSpPr/>
              <p:nvPr/>
            </p:nvSpPr>
            <p:spPr>
              <a:xfrm>
                <a:off x="6654776" y="4182793"/>
                <a:ext cx="2616820" cy="2674698"/>
              </a:xfrm>
              <a:custGeom>
                <a:avLst/>
                <a:gdLst>
                  <a:gd name="connsiteX0" fmla="*/ 1800495 w 2616615"/>
                  <a:gd name="connsiteY0" fmla="*/ 363348 h 2669419"/>
                  <a:gd name="connsiteX1" fmla="*/ 1474085 w 2616615"/>
                  <a:gd name="connsiteY1" fmla="*/ 243523 h 2669419"/>
                  <a:gd name="connsiteX2" fmla="*/ 1555068 w 2616615"/>
                  <a:gd name="connsiteY2" fmla="*/ 0 h 2669419"/>
                  <a:gd name="connsiteX3" fmla="*/ 1200098 w 2616615"/>
                  <a:gd name="connsiteY3" fmla="*/ 142991 h 2669419"/>
                  <a:gd name="connsiteX4" fmla="*/ 854964 w 2616615"/>
                  <a:gd name="connsiteY4" fmla="*/ 16057 h 2669419"/>
                  <a:gd name="connsiteX5" fmla="*/ 873560 w 2616615"/>
                  <a:gd name="connsiteY5" fmla="*/ 274241 h 2669419"/>
                  <a:gd name="connsiteX6" fmla="*/ 666404 w 2616615"/>
                  <a:gd name="connsiteY6" fmla="*/ 357636 h 2669419"/>
                  <a:gd name="connsiteX7" fmla="*/ 1 w 2616615"/>
                  <a:gd name="connsiteY7" fmla="*/ 2669420 h 2669419"/>
                  <a:gd name="connsiteX8" fmla="*/ 460200 w 2616615"/>
                  <a:gd name="connsiteY8" fmla="*/ 2669420 h 2669419"/>
                  <a:gd name="connsiteX9" fmla="*/ 1072466 w 2616615"/>
                  <a:gd name="connsiteY9" fmla="*/ 1107815 h 2669419"/>
                  <a:gd name="connsiteX10" fmla="*/ 1187531 w 2616615"/>
                  <a:gd name="connsiteY10" fmla="*/ 2160478 h 2669419"/>
                  <a:gd name="connsiteX11" fmla="*/ 2028151 w 2616615"/>
                  <a:gd name="connsiteY11" fmla="*/ 2669420 h 2669419"/>
                  <a:gd name="connsiteX12" fmla="*/ 2558544 w 2616615"/>
                  <a:gd name="connsiteY12" fmla="*/ 2669420 h 2669419"/>
                  <a:gd name="connsiteX13" fmla="*/ 2616617 w 2616615"/>
                  <a:gd name="connsiteY13" fmla="*/ 2563112 h 2669419"/>
                  <a:gd name="connsiteX14" fmla="*/ 1665565 w 2616615"/>
                  <a:gd name="connsiteY14" fmla="*/ 1769649 h 266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6615" h="2669419">
                    <a:moveTo>
                      <a:pt x="1800495" y="363348"/>
                    </a:moveTo>
                    <a:lnTo>
                      <a:pt x="1474085" y="243523"/>
                    </a:lnTo>
                    <a:lnTo>
                      <a:pt x="1555068" y="0"/>
                    </a:lnTo>
                    <a:lnTo>
                      <a:pt x="1200098" y="142991"/>
                    </a:lnTo>
                    <a:lnTo>
                      <a:pt x="854964" y="16057"/>
                    </a:lnTo>
                    <a:cubicBezTo>
                      <a:pt x="854964" y="16057"/>
                      <a:pt x="860486" y="115066"/>
                      <a:pt x="873560" y="274241"/>
                    </a:cubicBezTo>
                    <a:lnTo>
                      <a:pt x="666404" y="357636"/>
                    </a:lnTo>
                    <a:cubicBezTo>
                      <a:pt x="666404" y="357636"/>
                      <a:pt x="168252" y="1766602"/>
                      <a:pt x="1" y="2669420"/>
                    </a:cubicBezTo>
                    <a:lnTo>
                      <a:pt x="460200" y="2669420"/>
                    </a:lnTo>
                    <a:lnTo>
                      <a:pt x="1072466" y="1107815"/>
                    </a:lnTo>
                    <a:cubicBezTo>
                      <a:pt x="1019280" y="1763175"/>
                      <a:pt x="1051141" y="2069594"/>
                      <a:pt x="1187531" y="2160478"/>
                    </a:cubicBezTo>
                    <a:cubicBezTo>
                      <a:pt x="1433466" y="2324286"/>
                      <a:pt x="1767683" y="2520653"/>
                      <a:pt x="2028151" y="2669420"/>
                    </a:cubicBezTo>
                    <a:lnTo>
                      <a:pt x="2558544" y="2669420"/>
                    </a:lnTo>
                    <a:lnTo>
                      <a:pt x="2616617" y="2563112"/>
                    </a:lnTo>
                    <a:lnTo>
                      <a:pt x="1665565" y="1769649"/>
                    </a:ln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6" name=""/>
              <p:cNvSpPr/>
              <p:nvPr/>
            </p:nvSpPr>
            <p:spPr>
              <a:xfrm>
                <a:off x="7744" y="0"/>
                <a:ext cx="6346" cy="6359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6346"/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7" name=""/>
              <p:cNvSpPr/>
              <p:nvPr/>
            </p:nvSpPr>
            <p:spPr>
              <a:xfrm>
                <a:off x="7497936" y="4959171"/>
                <a:ext cx="267789" cy="884974"/>
              </a:xfrm>
              <a:custGeom>
                <a:avLst/>
                <a:gdLst>
                  <a:gd name="connsiteX0" fmla="*/ 245809 w 267768"/>
                  <a:gd name="connsiteY0" fmla="*/ 356452 h 883227"/>
                  <a:gd name="connsiteX1" fmla="*/ 267769 w 267768"/>
                  <a:gd name="connsiteY1" fmla="*/ 1037 h 883227"/>
                  <a:gd name="connsiteX2" fmla="*/ 1 w 267768"/>
                  <a:gd name="connsiteY2" fmla="*/ 883228 h 883227"/>
                  <a:gd name="connsiteX3" fmla="*/ 253362 w 267768"/>
                  <a:gd name="connsiteY3" fmla="*/ 332589 h 883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68" h="883227">
                    <a:moveTo>
                      <a:pt x="245809" y="356452"/>
                    </a:moveTo>
                    <a:cubicBezTo>
                      <a:pt x="245809" y="356452"/>
                      <a:pt x="267134" y="-22318"/>
                      <a:pt x="267769" y="1037"/>
                    </a:cubicBezTo>
                    <a:cubicBezTo>
                      <a:pt x="268403" y="24393"/>
                      <a:pt x="1" y="883228"/>
                      <a:pt x="1" y="883228"/>
                    </a:cubicBezTo>
                    <a:lnTo>
                      <a:pt x="253362" y="332589"/>
                    </a:ln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8" name=""/>
              <p:cNvSpPr/>
              <p:nvPr/>
            </p:nvSpPr>
            <p:spPr>
              <a:xfrm>
                <a:off x="7070010" y="4548513"/>
                <a:ext cx="755823" cy="2309233"/>
              </a:xfrm>
              <a:custGeom>
                <a:avLst/>
                <a:gdLst>
                  <a:gd name="connsiteX0" fmla="*/ 669069 w 755764"/>
                  <a:gd name="connsiteY0" fmla="*/ 9964 h 2304675"/>
                  <a:gd name="connsiteX1" fmla="*/ 554829 w 755764"/>
                  <a:gd name="connsiteY1" fmla="*/ 446426 h 2304675"/>
                  <a:gd name="connsiteX2" fmla="*/ 618296 w 755764"/>
                  <a:gd name="connsiteY2" fmla="*/ 452773 h 2304675"/>
                  <a:gd name="connsiteX3" fmla="*/ 755765 w 755764"/>
                  <a:gd name="connsiteY3" fmla="*/ 0 h 2304675"/>
                  <a:gd name="connsiteX4" fmla="*/ 575646 w 755764"/>
                  <a:gd name="connsiteY4" fmla="*/ 634923 h 2304675"/>
                  <a:gd name="connsiteX5" fmla="*/ 299374 w 755764"/>
                  <a:gd name="connsiteY5" fmla="*/ 1493314 h 2304675"/>
                  <a:gd name="connsiteX6" fmla="*/ 1 w 755764"/>
                  <a:gd name="connsiteY6" fmla="*/ 2304675 h 230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5764" h="2304675">
                    <a:moveTo>
                      <a:pt x="669069" y="9964"/>
                    </a:moveTo>
                    <a:cubicBezTo>
                      <a:pt x="669069" y="9964"/>
                      <a:pt x="491362" y="440270"/>
                      <a:pt x="554829" y="446426"/>
                    </a:cubicBezTo>
                    <a:lnTo>
                      <a:pt x="618296" y="452773"/>
                    </a:lnTo>
                    <a:lnTo>
                      <a:pt x="755765" y="0"/>
                    </a:lnTo>
                    <a:lnTo>
                      <a:pt x="575646" y="634923"/>
                    </a:lnTo>
                    <a:lnTo>
                      <a:pt x="299374" y="1493314"/>
                    </a:lnTo>
                    <a:cubicBezTo>
                      <a:pt x="299374" y="1493314"/>
                      <a:pt x="127443" y="1964429"/>
                      <a:pt x="1" y="2304675"/>
                    </a:cubicBez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9" name=""/>
              <p:cNvSpPr/>
              <p:nvPr/>
            </p:nvSpPr>
            <p:spPr>
              <a:xfrm>
                <a:off x="8242081" y="4678178"/>
                <a:ext cx="935957" cy="2099313"/>
              </a:xfrm>
              <a:custGeom>
                <a:avLst/>
                <a:gdLst>
                  <a:gd name="connsiteX0" fmla="*/ 36051 w 935884"/>
                  <a:gd name="connsiteY0" fmla="*/ 0 h 2095170"/>
                  <a:gd name="connsiteX1" fmla="*/ 120081 w 935884"/>
                  <a:gd name="connsiteY1" fmla="*/ 194717 h 2095170"/>
                  <a:gd name="connsiteX2" fmla="*/ 70450 w 935884"/>
                  <a:gd name="connsiteY2" fmla="*/ 400857 h 2095170"/>
                  <a:gd name="connsiteX3" fmla="*/ 1 w 935884"/>
                  <a:gd name="connsiteY3" fmla="*/ 1293075 h 2095170"/>
                  <a:gd name="connsiteX4" fmla="*/ 63468 w 935884"/>
                  <a:gd name="connsiteY4" fmla="*/ 1299422 h 2095170"/>
                  <a:gd name="connsiteX5" fmla="*/ 33259 w 935884"/>
                  <a:gd name="connsiteY5" fmla="*/ 1347467 h 2095170"/>
                  <a:gd name="connsiteX6" fmla="*/ 143881 w 935884"/>
                  <a:gd name="connsiteY6" fmla="*/ 1360160 h 2095170"/>
                  <a:gd name="connsiteX7" fmla="*/ 935885 w 935884"/>
                  <a:gd name="connsiteY7" fmla="*/ 2095171 h 2095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5884" h="2095170">
                    <a:moveTo>
                      <a:pt x="36051" y="0"/>
                    </a:moveTo>
                    <a:cubicBezTo>
                      <a:pt x="36051" y="0"/>
                      <a:pt x="24310" y="149972"/>
                      <a:pt x="120081" y="194717"/>
                    </a:cubicBezTo>
                    <a:lnTo>
                      <a:pt x="70450" y="400857"/>
                    </a:lnTo>
                    <a:lnTo>
                      <a:pt x="1" y="1293075"/>
                    </a:lnTo>
                    <a:lnTo>
                      <a:pt x="63468" y="1299422"/>
                    </a:lnTo>
                    <a:lnTo>
                      <a:pt x="33259" y="1347467"/>
                    </a:lnTo>
                    <a:lnTo>
                      <a:pt x="143881" y="1360160"/>
                    </a:lnTo>
                    <a:lnTo>
                      <a:pt x="935885" y="2095171"/>
                    </a:ln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0" name=""/>
              <p:cNvSpPr/>
              <p:nvPr/>
            </p:nvSpPr>
            <p:spPr>
              <a:xfrm>
                <a:off x="8160571" y="3038382"/>
                <a:ext cx="656311" cy="507151"/>
              </a:xfrm>
              <a:custGeom>
                <a:avLst/>
                <a:gdLst>
                  <a:gd name="connsiteX0" fmla="*/ 14 w 656260"/>
                  <a:gd name="connsiteY0" fmla="*/ 106753 h 506150"/>
                  <a:gd name="connsiteX1" fmla="*/ 252168 w 656260"/>
                  <a:gd name="connsiteY1" fmla="*/ 4381 h 506150"/>
                  <a:gd name="connsiteX2" fmla="*/ 373327 w 656260"/>
                  <a:gd name="connsiteY2" fmla="*/ 42842 h 506150"/>
                  <a:gd name="connsiteX3" fmla="*/ 656262 w 656260"/>
                  <a:gd name="connsiteY3" fmla="*/ 348435 h 506150"/>
                  <a:gd name="connsiteX4" fmla="*/ 639189 w 656260"/>
                  <a:gd name="connsiteY4" fmla="*/ 439891 h 506150"/>
                  <a:gd name="connsiteX5" fmla="*/ 450883 w 656260"/>
                  <a:gd name="connsiteY5" fmla="*/ 506150 h 506150"/>
                  <a:gd name="connsiteX6" fmla="*/ 14 w 656260"/>
                  <a:gd name="connsiteY6" fmla="*/ 106753 h 506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6260" h="506150">
                    <a:moveTo>
                      <a:pt x="14" y="106753"/>
                    </a:moveTo>
                    <a:cubicBezTo>
                      <a:pt x="1473" y="28625"/>
                      <a:pt x="130946" y="-14406"/>
                      <a:pt x="252168" y="4381"/>
                    </a:cubicBezTo>
                    <a:cubicBezTo>
                      <a:pt x="294183" y="11394"/>
                      <a:pt x="334992" y="24347"/>
                      <a:pt x="373327" y="42842"/>
                    </a:cubicBezTo>
                    <a:lnTo>
                      <a:pt x="656262" y="348435"/>
                    </a:lnTo>
                    <a:lnTo>
                      <a:pt x="639189" y="439891"/>
                    </a:lnTo>
                    <a:lnTo>
                      <a:pt x="450883" y="506150"/>
                    </a:lnTo>
                    <a:cubicBezTo>
                      <a:pt x="175563" y="374583"/>
                      <a:pt x="-1700" y="199288"/>
                      <a:pt x="14" y="10675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1" name=""/>
              <p:cNvSpPr/>
              <p:nvPr/>
            </p:nvSpPr>
            <p:spPr>
              <a:xfrm>
                <a:off x="8229324" y="3132836"/>
                <a:ext cx="576070" cy="422871"/>
              </a:xfrm>
              <a:custGeom>
                <a:avLst/>
                <a:gdLst>
                  <a:gd name="connsiteX0" fmla="*/ 1 w 576025"/>
                  <a:gd name="connsiteY0" fmla="*/ 109335 h 422036"/>
                  <a:gd name="connsiteX1" fmla="*/ 218200 w 576025"/>
                  <a:gd name="connsiteY1" fmla="*/ 680 h 422036"/>
                  <a:gd name="connsiteX2" fmla="*/ 324444 w 576025"/>
                  <a:gd name="connsiteY2" fmla="*/ 24734 h 422036"/>
                  <a:gd name="connsiteX3" fmla="*/ 576027 w 576025"/>
                  <a:gd name="connsiteY3" fmla="*/ 268828 h 422036"/>
                  <a:gd name="connsiteX4" fmla="*/ 562889 w 576025"/>
                  <a:gd name="connsiteY4" fmla="*/ 349684 h 422036"/>
                  <a:gd name="connsiteX5" fmla="*/ 399779 w 576025"/>
                  <a:gd name="connsiteY5" fmla="*/ 422037 h 422036"/>
                  <a:gd name="connsiteX6" fmla="*/ 1 w 576025"/>
                  <a:gd name="connsiteY6" fmla="*/ 109335 h 422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6025" h="422036">
                    <a:moveTo>
                      <a:pt x="1" y="109335"/>
                    </a:moveTo>
                    <a:cubicBezTo>
                      <a:pt x="1" y="41235"/>
                      <a:pt x="112147" y="-6302"/>
                      <a:pt x="218200" y="680"/>
                    </a:cubicBezTo>
                    <a:cubicBezTo>
                      <a:pt x="254631" y="3434"/>
                      <a:pt x="290425" y="11539"/>
                      <a:pt x="324444" y="24734"/>
                    </a:cubicBezTo>
                    <a:lnTo>
                      <a:pt x="576027" y="268828"/>
                    </a:lnTo>
                    <a:lnTo>
                      <a:pt x="562889" y="349684"/>
                    </a:lnTo>
                    <a:lnTo>
                      <a:pt x="399779" y="422037"/>
                    </a:lnTo>
                    <a:cubicBezTo>
                      <a:pt x="157399" y="328804"/>
                      <a:pt x="-62" y="190002"/>
                      <a:pt x="1" y="109335"/>
                    </a:cubicBezTo>
                    <a:close/>
                  </a:path>
                </a:pathLst>
              </a:custGeom>
              <a:solidFill>
                <a:srgbClr val="DE635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2" name=""/>
              <p:cNvSpPr/>
              <p:nvPr/>
            </p:nvSpPr>
            <p:spPr>
              <a:xfrm>
                <a:off x="7651630" y="3031060"/>
                <a:ext cx="1401205" cy="1530298"/>
              </a:xfrm>
              <a:custGeom>
                <a:avLst/>
                <a:gdLst>
                  <a:gd name="connsiteX0" fmla="*/ 126462 w 1401095"/>
                  <a:gd name="connsiteY0" fmla="*/ 1145397 h 1527278"/>
                  <a:gd name="connsiteX1" fmla="*/ 607542 w 1401095"/>
                  <a:gd name="connsiteY1" fmla="*/ 1461780 h 1527278"/>
                  <a:gd name="connsiteX2" fmla="*/ 775730 w 1401095"/>
                  <a:gd name="connsiteY2" fmla="*/ 1527278 h 1527278"/>
                  <a:gd name="connsiteX3" fmla="*/ 855888 w 1401095"/>
                  <a:gd name="connsiteY3" fmla="*/ 1519218 h 1527278"/>
                  <a:gd name="connsiteX4" fmla="*/ 1269502 w 1401095"/>
                  <a:gd name="connsiteY4" fmla="*/ 1328309 h 1527278"/>
                  <a:gd name="connsiteX5" fmla="*/ 1382600 w 1401095"/>
                  <a:gd name="connsiteY5" fmla="*/ 902192 h 1527278"/>
                  <a:gd name="connsiteX6" fmla="*/ 1315326 w 1401095"/>
                  <a:gd name="connsiteY6" fmla="*/ 770244 h 1527278"/>
                  <a:gd name="connsiteX7" fmla="*/ 923290 w 1401095"/>
                  <a:gd name="connsiteY7" fmla="*/ 189014 h 1527278"/>
                  <a:gd name="connsiteX8" fmla="*/ 747995 w 1401095"/>
                  <a:gd name="connsiteY8" fmla="*/ 23302 h 1527278"/>
                  <a:gd name="connsiteX9" fmla="*/ 345360 w 1401095"/>
                  <a:gd name="connsiteY9" fmla="*/ 83405 h 1527278"/>
                  <a:gd name="connsiteX10" fmla="*/ 27136 w 1401095"/>
                  <a:gd name="connsiteY10" fmla="*/ 1095005 h 1527278"/>
                  <a:gd name="connsiteX11" fmla="*/ 126462 w 1401095"/>
                  <a:gd name="connsiteY11" fmla="*/ 1145397 h 152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01095" h="1527278">
                    <a:moveTo>
                      <a:pt x="126462" y="1145397"/>
                    </a:moveTo>
                    <a:cubicBezTo>
                      <a:pt x="252571" y="1301907"/>
                      <a:pt x="422726" y="1390824"/>
                      <a:pt x="607542" y="1461780"/>
                    </a:cubicBezTo>
                    <a:cubicBezTo>
                      <a:pt x="663330" y="1483169"/>
                      <a:pt x="719371" y="1505382"/>
                      <a:pt x="775730" y="1527278"/>
                    </a:cubicBezTo>
                    <a:cubicBezTo>
                      <a:pt x="802512" y="1525374"/>
                      <a:pt x="829232" y="1522962"/>
                      <a:pt x="855888" y="1519218"/>
                    </a:cubicBezTo>
                    <a:cubicBezTo>
                      <a:pt x="1009034" y="1497702"/>
                      <a:pt x="1161608" y="1439186"/>
                      <a:pt x="1269502" y="1328309"/>
                    </a:cubicBezTo>
                    <a:cubicBezTo>
                      <a:pt x="1377396" y="1217433"/>
                      <a:pt x="1432358" y="1048610"/>
                      <a:pt x="1382600" y="902192"/>
                    </a:cubicBezTo>
                    <a:cubicBezTo>
                      <a:pt x="1366670" y="855353"/>
                      <a:pt x="1341093" y="812513"/>
                      <a:pt x="1315326" y="770244"/>
                    </a:cubicBezTo>
                    <a:cubicBezTo>
                      <a:pt x="1193469" y="570787"/>
                      <a:pt x="1062790" y="377048"/>
                      <a:pt x="923290" y="189014"/>
                    </a:cubicBezTo>
                    <a:cubicBezTo>
                      <a:pt x="874801" y="123707"/>
                      <a:pt x="822187" y="56622"/>
                      <a:pt x="747995" y="23302"/>
                    </a:cubicBezTo>
                    <a:cubicBezTo>
                      <a:pt x="620109" y="-33818"/>
                      <a:pt x="472738" y="24888"/>
                      <a:pt x="345360" y="83405"/>
                    </a:cubicBezTo>
                    <a:cubicBezTo>
                      <a:pt x="345360" y="83405"/>
                      <a:pt x="-114648" y="617035"/>
                      <a:pt x="27136" y="1095005"/>
                    </a:cubicBezTo>
                    <a:cubicBezTo>
                      <a:pt x="61981" y="1094751"/>
                      <a:pt x="97458" y="1109412"/>
                      <a:pt x="126462" y="114539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3" name=""/>
              <p:cNvSpPr/>
              <p:nvPr/>
            </p:nvSpPr>
            <p:spPr>
              <a:xfrm>
                <a:off x="7208248" y="2821484"/>
                <a:ext cx="983913" cy="660647"/>
              </a:xfrm>
              <a:custGeom>
                <a:avLst/>
                <a:gdLst>
                  <a:gd name="connsiteX0" fmla="*/ 109865 w 983836"/>
                  <a:gd name="connsiteY0" fmla="*/ 659344 h 659343"/>
                  <a:gd name="connsiteX1" fmla="*/ 3558 w 983836"/>
                  <a:gd name="connsiteY1" fmla="*/ 513370 h 659343"/>
                  <a:gd name="connsiteX2" fmla="*/ 28945 w 983836"/>
                  <a:gd name="connsiteY2" fmla="*/ 358383 h 659343"/>
                  <a:gd name="connsiteX3" fmla="*/ 633912 w 983836"/>
                  <a:gd name="connsiteY3" fmla="*/ 1382 h 659343"/>
                  <a:gd name="connsiteX4" fmla="*/ 946995 w 983836"/>
                  <a:gd name="connsiteY4" fmla="*/ 93726 h 659343"/>
                  <a:gd name="connsiteX5" fmla="*/ 982854 w 983836"/>
                  <a:gd name="connsiteY5" fmla="*/ 247062 h 659343"/>
                  <a:gd name="connsiteX6" fmla="*/ 623694 w 983836"/>
                  <a:gd name="connsiteY6" fmla="*/ 647665 h 65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83836" h="659343">
                    <a:moveTo>
                      <a:pt x="109865" y="659344"/>
                    </a:moveTo>
                    <a:cubicBezTo>
                      <a:pt x="88033" y="645000"/>
                      <a:pt x="21393" y="597336"/>
                      <a:pt x="3558" y="513370"/>
                    </a:cubicBezTo>
                    <a:cubicBezTo>
                      <a:pt x="703" y="499851"/>
                      <a:pt x="-10151" y="442286"/>
                      <a:pt x="28945" y="358383"/>
                    </a:cubicBezTo>
                    <a:cubicBezTo>
                      <a:pt x="110627" y="181945"/>
                      <a:pt x="354848" y="12298"/>
                      <a:pt x="633912" y="1382"/>
                    </a:cubicBezTo>
                    <a:cubicBezTo>
                      <a:pt x="715531" y="-1792"/>
                      <a:pt x="873944" y="-8011"/>
                      <a:pt x="946995" y="93726"/>
                    </a:cubicBezTo>
                    <a:cubicBezTo>
                      <a:pt x="988883" y="152052"/>
                      <a:pt x="984504" y="220660"/>
                      <a:pt x="982854" y="247062"/>
                    </a:cubicBezTo>
                    <a:cubicBezTo>
                      <a:pt x="967431" y="489252"/>
                      <a:pt x="655491" y="633449"/>
                      <a:pt x="623694" y="64766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4" name=""/>
              <p:cNvSpPr/>
              <p:nvPr/>
            </p:nvSpPr>
            <p:spPr>
              <a:xfrm>
                <a:off x="7428582" y="2990932"/>
                <a:ext cx="581767" cy="386843"/>
              </a:xfrm>
              <a:custGeom>
                <a:avLst/>
                <a:gdLst>
                  <a:gd name="connsiteX0" fmla="*/ 64654 w 581722"/>
                  <a:gd name="connsiteY0" fmla="*/ 386080 h 386080"/>
                  <a:gd name="connsiteX1" fmla="*/ 2457 w 581722"/>
                  <a:gd name="connsiteY1" fmla="*/ 295386 h 386080"/>
                  <a:gd name="connsiteX2" fmla="*/ 17752 w 581722"/>
                  <a:gd name="connsiteY2" fmla="*/ 198535 h 386080"/>
                  <a:gd name="connsiteX3" fmla="*/ 370755 w 581722"/>
                  <a:gd name="connsiteY3" fmla="*/ 7119 h 386080"/>
                  <a:gd name="connsiteX4" fmla="*/ 559696 w 581722"/>
                  <a:gd name="connsiteY4" fmla="*/ 30412 h 386080"/>
                  <a:gd name="connsiteX5" fmla="*/ 580386 w 581722"/>
                  <a:gd name="connsiteY5" fmla="*/ 126056 h 386080"/>
                  <a:gd name="connsiteX6" fmla="*/ 367392 w 581722"/>
                  <a:gd name="connsiteY6" fmla="*/ 377385 h 38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1722" h="386080">
                    <a:moveTo>
                      <a:pt x="64654" y="386080"/>
                    </a:moveTo>
                    <a:cubicBezTo>
                      <a:pt x="51961" y="377195"/>
                      <a:pt x="12675" y="347619"/>
                      <a:pt x="2457" y="295386"/>
                    </a:cubicBezTo>
                    <a:cubicBezTo>
                      <a:pt x="-6048" y="252356"/>
                      <a:pt x="9629" y="216497"/>
                      <a:pt x="17752" y="198535"/>
                    </a:cubicBezTo>
                    <a:cubicBezTo>
                      <a:pt x="82742" y="54973"/>
                      <a:pt x="292818" y="14926"/>
                      <a:pt x="370755" y="7119"/>
                    </a:cubicBezTo>
                    <a:cubicBezTo>
                      <a:pt x="448692" y="-687"/>
                      <a:pt x="523711" y="-10905"/>
                      <a:pt x="559696" y="30412"/>
                    </a:cubicBezTo>
                    <a:cubicBezTo>
                      <a:pt x="586797" y="61510"/>
                      <a:pt x="581910" y="107397"/>
                      <a:pt x="580386" y="126056"/>
                    </a:cubicBezTo>
                    <a:cubicBezTo>
                      <a:pt x="567693" y="275331"/>
                      <a:pt x="391890" y="365263"/>
                      <a:pt x="367392" y="37738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5" name=""/>
              <p:cNvSpPr/>
              <p:nvPr/>
            </p:nvSpPr>
            <p:spPr>
              <a:xfrm>
                <a:off x="7348714" y="4431121"/>
                <a:ext cx="1091590" cy="344670"/>
              </a:xfrm>
              <a:custGeom>
                <a:avLst/>
                <a:gdLst>
                  <a:gd name="connsiteX0" fmla="*/ 1091506 w 1091505"/>
                  <a:gd name="connsiteY0" fmla="*/ 264276 h 343990"/>
                  <a:gd name="connsiteX1" fmla="*/ 1019217 w 1091505"/>
                  <a:gd name="connsiteY1" fmla="*/ 73495 h 343990"/>
                  <a:gd name="connsiteX2" fmla="*/ 15424 w 1091505"/>
                  <a:gd name="connsiteY2" fmla="*/ 0 h 343990"/>
                  <a:gd name="connsiteX3" fmla="*/ 1 w 1091505"/>
                  <a:gd name="connsiteY3" fmla="*/ 90758 h 343990"/>
                  <a:gd name="connsiteX4" fmla="*/ 621977 w 1091505"/>
                  <a:gd name="connsiteY4" fmla="*/ 294804 h 343990"/>
                  <a:gd name="connsiteX5" fmla="*/ 1082874 w 1091505"/>
                  <a:gd name="connsiteY5" fmla="*/ 343991 h 343990"/>
                  <a:gd name="connsiteX6" fmla="*/ 1091506 w 1091505"/>
                  <a:gd name="connsiteY6" fmla="*/ 264276 h 34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505" h="343990">
                    <a:moveTo>
                      <a:pt x="1091506" y="264276"/>
                    </a:moveTo>
                    <a:lnTo>
                      <a:pt x="1019217" y="73495"/>
                    </a:lnTo>
                    <a:lnTo>
                      <a:pt x="15424" y="0"/>
                    </a:lnTo>
                    <a:cubicBezTo>
                      <a:pt x="11553" y="30464"/>
                      <a:pt x="6222" y="60674"/>
                      <a:pt x="1" y="90758"/>
                    </a:cubicBezTo>
                    <a:cubicBezTo>
                      <a:pt x="195353" y="198651"/>
                      <a:pt x="412536" y="255772"/>
                      <a:pt x="621977" y="294804"/>
                    </a:cubicBezTo>
                    <a:cubicBezTo>
                      <a:pt x="757733" y="320191"/>
                      <a:pt x="938550" y="334090"/>
                      <a:pt x="1082874" y="343991"/>
                    </a:cubicBezTo>
                    <a:cubicBezTo>
                      <a:pt x="1085985" y="317462"/>
                      <a:pt x="1088777" y="290869"/>
                      <a:pt x="1091506" y="264276"/>
                    </a:cubicBezTo>
                    <a:close/>
                  </a:path>
                </a:pathLst>
              </a:custGeom>
              <a:solidFill>
                <a:srgbClr val="E37C1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6" name=""/>
              <p:cNvSpPr/>
              <p:nvPr/>
            </p:nvSpPr>
            <p:spPr>
              <a:xfrm>
                <a:off x="7289884" y="3081429"/>
                <a:ext cx="1182112" cy="1505582"/>
              </a:xfrm>
              <a:custGeom>
                <a:avLst/>
                <a:gdLst>
                  <a:gd name="connsiteX0" fmla="*/ 1168674 w 1182020"/>
                  <a:gd name="connsiteY0" fmla="*/ 1317200 h 1502611"/>
                  <a:gd name="connsiteX1" fmla="*/ 863144 w 1182020"/>
                  <a:gd name="connsiteY1" fmla="*/ 203037 h 1502611"/>
                  <a:gd name="connsiteX2" fmla="*/ 823731 w 1182020"/>
                  <a:gd name="connsiteY2" fmla="*/ 92795 h 1502611"/>
                  <a:gd name="connsiteX3" fmla="*/ 418114 w 1182020"/>
                  <a:gd name="connsiteY3" fmla="*/ 25838 h 1502611"/>
                  <a:gd name="connsiteX4" fmla="*/ 370894 w 1182020"/>
                  <a:gd name="connsiteY4" fmla="*/ 96730 h 1502611"/>
                  <a:gd name="connsiteX5" fmla="*/ 251830 w 1182020"/>
                  <a:gd name="connsiteY5" fmla="*/ 145981 h 1502611"/>
                  <a:gd name="connsiteX6" fmla="*/ 185761 w 1182020"/>
                  <a:gd name="connsiteY6" fmla="*/ 132145 h 1502611"/>
                  <a:gd name="connsiteX7" fmla="*/ 170021 w 1182020"/>
                  <a:gd name="connsiteY7" fmla="*/ 132145 h 1502611"/>
                  <a:gd name="connsiteX8" fmla="*/ 185761 w 1182020"/>
                  <a:gd name="connsiteY8" fmla="*/ 124275 h 1502611"/>
                  <a:gd name="connsiteX9" fmla="*/ 189696 w 1182020"/>
                  <a:gd name="connsiteY9" fmla="*/ 124275 h 1502611"/>
                  <a:gd name="connsiteX10" fmla="*/ 213370 w 1182020"/>
                  <a:gd name="connsiteY10" fmla="*/ 120340 h 1502611"/>
                  <a:gd name="connsiteX11" fmla="*/ 154282 w 1182020"/>
                  <a:gd name="connsiteY11" fmla="*/ 183363 h 1502611"/>
                  <a:gd name="connsiteX12" fmla="*/ 63714 w 1182020"/>
                  <a:gd name="connsiteY12" fmla="*/ 273867 h 1502611"/>
                  <a:gd name="connsiteX13" fmla="*/ 23159 w 1182020"/>
                  <a:gd name="connsiteY13" fmla="*/ 727655 h 1502611"/>
                  <a:gd name="connsiteX14" fmla="*/ 43976 w 1182020"/>
                  <a:gd name="connsiteY14" fmla="*/ 1266299 h 1502611"/>
                  <a:gd name="connsiteX15" fmla="*/ 45626 w 1182020"/>
                  <a:gd name="connsiteY15" fmla="*/ 1326276 h 1502611"/>
                  <a:gd name="connsiteX16" fmla="*/ 120 w 1182020"/>
                  <a:gd name="connsiteY16" fmla="*/ 1406688 h 1502611"/>
                  <a:gd name="connsiteX17" fmla="*/ 42326 w 1182020"/>
                  <a:gd name="connsiteY17" fmla="*/ 1472948 h 1502611"/>
                  <a:gd name="connsiteX18" fmla="*/ 317455 w 1182020"/>
                  <a:gd name="connsiteY18" fmla="*/ 1497636 h 1502611"/>
                  <a:gd name="connsiteX19" fmla="*/ 1055766 w 1182020"/>
                  <a:gd name="connsiteY19" fmla="*/ 1478025 h 1502611"/>
                  <a:gd name="connsiteX20" fmla="*/ 1165564 w 1182020"/>
                  <a:gd name="connsiteY20" fmla="*/ 1441912 h 1502611"/>
                  <a:gd name="connsiteX21" fmla="*/ 1168674 w 1182020"/>
                  <a:gd name="connsiteY21" fmla="*/ 1317200 h 150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82020" h="1502611">
                    <a:moveTo>
                      <a:pt x="1168674" y="1317200"/>
                    </a:moveTo>
                    <a:cubicBezTo>
                      <a:pt x="1052846" y="949916"/>
                      <a:pt x="992680" y="565688"/>
                      <a:pt x="863144" y="203037"/>
                    </a:cubicBezTo>
                    <a:cubicBezTo>
                      <a:pt x="856798" y="185394"/>
                      <a:pt x="829697" y="109487"/>
                      <a:pt x="823731" y="92795"/>
                    </a:cubicBezTo>
                    <a:cubicBezTo>
                      <a:pt x="541938" y="-22207"/>
                      <a:pt x="447499" y="-11861"/>
                      <a:pt x="418114" y="25838"/>
                    </a:cubicBezTo>
                    <a:cubicBezTo>
                      <a:pt x="405040" y="42593"/>
                      <a:pt x="401549" y="67409"/>
                      <a:pt x="370894" y="96730"/>
                    </a:cubicBezTo>
                    <a:cubicBezTo>
                      <a:pt x="355916" y="111010"/>
                      <a:pt x="313203" y="145981"/>
                      <a:pt x="251830" y="145981"/>
                    </a:cubicBezTo>
                    <a:cubicBezTo>
                      <a:pt x="229109" y="145898"/>
                      <a:pt x="206642" y="141189"/>
                      <a:pt x="185761" y="132145"/>
                    </a:cubicBezTo>
                    <a:cubicBezTo>
                      <a:pt x="175543" y="133351"/>
                      <a:pt x="170339" y="133351"/>
                      <a:pt x="170021" y="132145"/>
                    </a:cubicBezTo>
                    <a:cubicBezTo>
                      <a:pt x="169705" y="130939"/>
                      <a:pt x="174972" y="128273"/>
                      <a:pt x="185761" y="124275"/>
                    </a:cubicBezTo>
                    <a:lnTo>
                      <a:pt x="189696" y="124275"/>
                    </a:lnTo>
                    <a:cubicBezTo>
                      <a:pt x="204484" y="123894"/>
                      <a:pt x="212227" y="119007"/>
                      <a:pt x="213370" y="120340"/>
                    </a:cubicBezTo>
                    <a:cubicBezTo>
                      <a:pt x="214512" y="121673"/>
                      <a:pt x="205373" y="134239"/>
                      <a:pt x="154282" y="183363"/>
                    </a:cubicBezTo>
                    <a:cubicBezTo>
                      <a:pt x="120771" y="210012"/>
                      <a:pt x="90371" y="240375"/>
                      <a:pt x="63714" y="273867"/>
                    </a:cubicBezTo>
                    <a:cubicBezTo>
                      <a:pt x="9387" y="342094"/>
                      <a:pt x="11735" y="489083"/>
                      <a:pt x="23159" y="727655"/>
                    </a:cubicBezTo>
                    <a:cubicBezTo>
                      <a:pt x="47404" y="1235391"/>
                      <a:pt x="35852" y="1229679"/>
                      <a:pt x="43976" y="1266299"/>
                    </a:cubicBezTo>
                    <a:cubicBezTo>
                      <a:pt x="49752" y="1285803"/>
                      <a:pt x="50323" y="1306486"/>
                      <a:pt x="45626" y="1326276"/>
                    </a:cubicBezTo>
                    <a:cubicBezTo>
                      <a:pt x="34520" y="1367339"/>
                      <a:pt x="2088" y="1377049"/>
                      <a:pt x="120" y="1406688"/>
                    </a:cubicBezTo>
                    <a:cubicBezTo>
                      <a:pt x="-1720" y="1434296"/>
                      <a:pt x="18018" y="1459683"/>
                      <a:pt x="42326" y="1472948"/>
                    </a:cubicBezTo>
                    <a:cubicBezTo>
                      <a:pt x="119693" y="1515280"/>
                      <a:pt x="232727" y="1500873"/>
                      <a:pt x="317455" y="1497636"/>
                    </a:cubicBezTo>
                    <a:cubicBezTo>
                      <a:pt x="364484" y="1495859"/>
                      <a:pt x="877551" y="1482785"/>
                      <a:pt x="1055766" y="1478025"/>
                    </a:cubicBezTo>
                    <a:cubicBezTo>
                      <a:pt x="1095624" y="1476946"/>
                      <a:pt x="1140939" y="1473265"/>
                      <a:pt x="1165564" y="1441912"/>
                    </a:cubicBezTo>
                    <a:cubicBezTo>
                      <a:pt x="1196346" y="1402563"/>
                      <a:pt x="1175845" y="1339984"/>
                      <a:pt x="1168674" y="13172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7" name=""/>
              <p:cNvSpPr/>
              <p:nvPr/>
            </p:nvSpPr>
            <p:spPr>
              <a:xfrm>
                <a:off x="7384322" y="3091033"/>
                <a:ext cx="531894" cy="412637"/>
              </a:xfrm>
              <a:custGeom>
                <a:avLst/>
                <a:gdLst>
                  <a:gd name="connsiteX0" fmla="*/ 400414 w 531852"/>
                  <a:gd name="connsiteY0" fmla="*/ 1337 h 411823"/>
                  <a:gd name="connsiteX1" fmla="*/ 311560 w 531852"/>
                  <a:gd name="connsiteY1" fmla="*/ 20377 h 411823"/>
                  <a:gd name="connsiteX2" fmla="*/ 264277 w 531852"/>
                  <a:gd name="connsiteY2" fmla="*/ 91270 h 411823"/>
                  <a:gd name="connsiteX3" fmla="*/ 145276 w 531852"/>
                  <a:gd name="connsiteY3" fmla="*/ 140520 h 411823"/>
                  <a:gd name="connsiteX4" fmla="*/ 57947 w 531852"/>
                  <a:gd name="connsiteY4" fmla="*/ 145534 h 411823"/>
                  <a:gd name="connsiteX5" fmla="*/ 50838 w 531852"/>
                  <a:gd name="connsiteY5" fmla="*/ 162099 h 411823"/>
                  <a:gd name="connsiteX6" fmla="*/ 8633 w 531852"/>
                  <a:gd name="connsiteY6" fmla="*/ 198592 h 411823"/>
                  <a:gd name="connsiteX7" fmla="*/ 1841 w 531852"/>
                  <a:gd name="connsiteY7" fmla="*/ 205637 h 411823"/>
                  <a:gd name="connsiteX8" fmla="*/ 1 w 531852"/>
                  <a:gd name="connsiteY8" fmla="*/ 207668 h 411823"/>
                  <a:gd name="connsiteX9" fmla="*/ 15360 w 531852"/>
                  <a:gd name="connsiteY9" fmla="*/ 258949 h 411823"/>
                  <a:gd name="connsiteX10" fmla="*/ 146165 w 531852"/>
                  <a:gd name="connsiteY10" fmla="*/ 402321 h 411823"/>
                  <a:gd name="connsiteX11" fmla="*/ 143246 w 531852"/>
                  <a:gd name="connsiteY11" fmla="*/ 392484 h 411823"/>
                  <a:gd name="connsiteX12" fmla="*/ 143753 w 531852"/>
                  <a:gd name="connsiteY12" fmla="*/ 392928 h 411823"/>
                  <a:gd name="connsiteX13" fmla="*/ 197383 w 531852"/>
                  <a:gd name="connsiteY13" fmla="*/ 284209 h 411823"/>
                  <a:gd name="connsiteX14" fmla="*/ 272148 w 531852"/>
                  <a:gd name="connsiteY14" fmla="*/ 410255 h 411823"/>
                  <a:gd name="connsiteX15" fmla="*/ 268212 w 531852"/>
                  <a:gd name="connsiteY15" fmla="*/ 406320 h 411823"/>
                  <a:gd name="connsiteX16" fmla="*/ 280081 w 531852"/>
                  <a:gd name="connsiteY16" fmla="*/ 410255 h 411823"/>
                  <a:gd name="connsiteX17" fmla="*/ 417613 w 531852"/>
                  <a:gd name="connsiteY17" fmla="*/ 276974 h 411823"/>
                  <a:gd name="connsiteX18" fmla="*/ 531854 w 531852"/>
                  <a:gd name="connsiteY18" fmla="*/ 43860 h 411823"/>
                  <a:gd name="connsiteX19" fmla="*/ 400414 w 531852"/>
                  <a:gd name="connsiteY19" fmla="*/ 1337 h 4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852" h="411823">
                    <a:moveTo>
                      <a:pt x="400414" y="1337"/>
                    </a:moveTo>
                    <a:cubicBezTo>
                      <a:pt x="372806" y="449"/>
                      <a:pt x="334789" y="-6025"/>
                      <a:pt x="311560" y="20377"/>
                    </a:cubicBezTo>
                    <a:cubicBezTo>
                      <a:pt x="297217" y="36752"/>
                      <a:pt x="294424" y="62519"/>
                      <a:pt x="264277" y="91270"/>
                    </a:cubicBezTo>
                    <a:cubicBezTo>
                      <a:pt x="227657" y="126240"/>
                      <a:pt x="180501" y="137030"/>
                      <a:pt x="145276" y="140520"/>
                    </a:cubicBezTo>
                    <a:cubicBezTo>
                      <a:pt x="116272" y="143122"/>
                      <a:pt x="87141" y="144645"/>
                      <a:pt x="57947" y="145534"/>
                    </a:cubicBezTo>
                    <a:lnTo>
                      <a:pt x="50838" y="162099"/>
                    </a:lnTo>
                    <a:cubicBezTo>
                      <a:pt x="42778" y="179863"/>
                      <a:pt x="27355" y="193211"/>
                      <a:pt x="8633" y="198592"/>
                    </a:cubicBezTo>
                    <a:cubicBezTo>
                      <a:pt x="6411" y="201004"/>
                      <a:pt x="4189" y="203352"/>
                      <a:pt x="1841" y="205637"/>
                    </a:cubicBezTo>
                    <a:cubicBezTo>
                      <a:pt x="1334" y="206399"/>
                      <a:pt x="572" y="206970"/>
                      <a:pt x="1" y="207668"/>
                    </a:cubicBezTo>
                    <a:cubicBezTo>
                      <a:pt x="2539" y="225439"/>
                      <a:pt x="7680" y="242727"/>
                      <a:pt x="15360" y="258949"/>
                    </a:cubicBezTo>
                    <a:cubicBezTo>
                      <a:pt x="87903" y="344059"/>
                      <a:pt x="142294" y="405368"/>
                      <a:pt x="146165" y="402321"/>
                    </a:cubicBezTo>
                    <a:cubicBezTo>
                      <a:pt x="147054" y="401623"/>
                      <a:pt x="145276" y="397054"/>
                      <a:pt x="143246" y="392484"/>
                    </a:cubicBezTo>
                    <a:cubicBezTo>
                      <a:pt x="143246" y="392484"/>
                      <a:pt x="143246" y="392865"/>
                      <a:pt x="143753" y="392928"/>
                    </a:cubicBezTo>
                    <a:cubicBezTo>
                      <a:pt x="150735" y="394832"/>
                      <a:pt x="167300" y="363416"/>
                      <a:pt x="197383" y="284209"/>
                    </a:cubicBezTo>
                    <a:cubicBezTo>
                      <a:pt x="239969" y="352373"/>
                      <a:pt x="274305" y="408858"/>
                      <a:pt x="272148" y="410255"/>
                    </a:cubicBezTo>
                    <a:cubicBezTo>
                      <a:pt x="271576" y="410636"/>
                      <a:pt x="267768" y="407081"/>
                      <a:pt x="268212" y="406320"/>
                    </a:cubicBezTo>
                    <a:cubicBezTo>
                      <a:pt x="268657" y="405558"/>
                      <a:pt x="279002" y="409810"/>
                      <a:pt x="280081" y="410255"/>
                    </a:cubicBezTo>
                    <a:cubicBezTo>
                      <a:pt x="323174" y="428787"/>
                      <a:pt x="417613" y="276974"/>
                      <a:pt x="417613" y="276974"/>
                    </a:cubicBezTo>
                    <a:cubicBezTo>
                      <a:pt x="463183" y="203181"/>
                      <a:pt x="501453" y="125104"/>
                      <a:pt x="531854" y="43860"/>
                    </a:cubicBezTo>
                    <a:cubicBezTo>
                      <a:pt x="492695" y="18105"/>
                      <a:pt x="447253" y="3412"/>
                      <a:pt x="400414" y="1337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8" name=""/>
              <p:cNvSpPr/>
              <p:nvPr/>
            </p:nvSpPr>
            <p:spPr>
              <a:xfrm>
                <a:off x="7622342" y="3068399"/>
                <a:ext cx="878006" cy="1512737"/>
              </a:xfrm>
              <a:custGeom>
                <a:avLst/>
                <a:gdLst>
                  <a:gd name="connsiteX0" fmla="*/ 478034 w 877937"/>
                  <a:gd name="connsiteY0" fmla="*/ 0 h 1509751"/>
                  <a:gd name="connsiteX1" fmla="*/ 387594 w 877937"/>
                  <a:gd name="connsiteY1" fmla="*/ 37001 h 1509751"/>
                  <a:gd name="connsiteX2" fmla="*/ 222579 w 877937"/>
                  <a:gd name="connsiteY2" fmla="*/ 774043 h 1509751"/>
                  <a:gd name="connsiteX3" fmla="*/ 105737 w 877937"/>
                  <a:gd name="connsiteY3" fmla="*/ 1314654 h 1509751"/>
                  <a:gd name="connsiteX4" fmla="*/ 1 w 877937"/>
                  <a:gd name="connsiteY4" fmla="*/ 1498137 h 1509751"/>
                  <a:gd name="connsiteX5" fmla="*/ 321715 w 877937"/>
                  <a:gd name="connsiteY5" fmla="*/ 1489823 h 1509751"/>
                  <a:gd name="connsiteX6" fmla="*/ 639050 w 877937"/>
                  <a:gd name="connsiteY6" fmla="*/ 1497820 h 1509751"/>
                  <a:gd name="connsiteX7" fmla="*/ 877939 w 877937"/>
                  <a:gd name="connsiteY7" fmla="*/ 1509752 h 1509751"/>
                  <a:gd name="connsiteX8" fmla="*/ 478034 w 877937"/>
                  <a:gd name="connsiteY8" fmla="*/ 0 h 1509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7937" h="1509751">
                    <a:moveTo>
                      <a:pt x="478034" y="0"/>
                    </a:moveTo>
                    <a:lnTo>
                      <a:pt x="387594" y="37001"/>
                    </a:lnTo>
                    <a:cubicBezTo>
                      <a:pt x="271385" y="349005"/>
                      <a:pt x="234194" y="598239"/>
                      <a:pt x="222579" y="774043"/>
                    </a:cubicBezTo>
                    <a:cubicBezTo>
                      <a:pt x="215217" y="887902"/>
                      <a:pt x="211282" y="1086998"/>
                      <a:pt x="105737" y="1314654"/>
                    </a:cubicBezTo>
                    <a:cubicBezTo>
                      <a:pt x="75971" y="1378819"/>
                      <a:pt x="40619" y="1440224"/>
                      <a:pt x="1" y="1498137"/>
                    </a:cubicBezTo>
                    <a:cubicBezTo>
                      <a:pt x="129981" y="1491283"/>
                      <a:pt x="239462" y="1488871"/>
                      <a:pt x="321715" y="1489823"/>
                    </a:cubicBezTo>
                    <a:cubicBezTo>
                      <a:pt x="428784" y="1491029"/>
                      <a:pt x="535091" y="1494964"/>
                      <a:pt x="639050" y="1497820"/>
                    </a:cubicBezTo>
                    <a:cubicBezTo>
                      <a:pt x="720160" y="1500105"/>
                      <a:pt x="799240" y="1504167"/>
                      <a:pt x="877939" y="1509752"/>
                    </a:cubicBezTo>
                    <a:cubicBezTo>
                      <a:pt x="825261" y="1307038"/>
                      <a:pt x="478034" y="0"/>
                      <a:pt x="478034" y="0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59" name=""/>
              <p:cNvSpPr/>
              <p:nvPr/>
            </p:nvSpPr>
            <p:spPr>
              <a:xfrm>
                <a:off x="7913266" y="3033138"/>
                <a:ext cx="613550" cy="1735691"/>
              </a:xfrm>
              <a:custGeom>
                <a:avLst/>
                <a:gdLst>
                  <a:gd name="connsiteX0" fmla="*/ 48204 w 613502"/>
                  <a:gd name="connsiteY0" fmla="*/ 645680 h 1732265"/>
                  <a:gd name="connsiteX1" fmla="*/ 921 w 613502"/>
                  <a:gd name="connsiteY1" fmla="*/ 1564617 h 1732265"/>
                  <a:gd name="connsiteX2" fmla="*/ 15836 w 613502"/>
                  <a:gd name="connsiteY2" fmla="*/ 1666736 h 1732265"/>
                  <a:gd name="connsiteX3" fmla="*/ 437573 w 613502"/>
                  <a:gd name="connsiteY3" fmla="*/ 1731980 h 1732265"/>
                  <a:gd name="connsiteX4" fmla="*/ 540644 w 613502"/>
                  <a:gd name="connsiteY4" fmla="*/ 1729695 h 1732265"/>
                  <a:gd name="connsiteX5" fmla="*/ 607158 w 613502"/>
                  <a:gd name="connsiteY5" fmla="*/ 944291 h 1732265"/>
                  <a:gd name="connsiteX6" fmla="*/ 613504 w 613502"/>
                  <a:gd name="connsiteY6" fmla="*/ 650122 h 1732265"/>
                  <a:gd name="connsiteX7" fmla="*/ 329616 w 613502"/>
                  <a:gd name="connsiteY7" fmla="*/ 174120 h 1732265"/>
                  <a:gd name="connsiteX8" fmla="*/ 244951 w 613502"/>
                  <a:gd name="connsiteY8" fmla="*/ 40014 h 1732265"/>
                  <a:gd name="connsiteX9" fmla="*/ 97074 w 613502"/>
                  <a:gd name="connsiteY9" fmla="*/ 48773 h 1732265"/>
                  <a:gd name="connsiteX10" fmla="*/ 96502 w 613502"/>
                  <a:gd name="connsiteY10" fmla="*/ 50106 h 1732265"/>
                  <a:gd name="connsiteX11" fmla="*/ 71115 w 613502"/>
                  <a:gd name="connsiteY11" fmla="*/ 197666 h 173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3502" h="1732265">
                    <a:moveTo>
                      <a:pt x="48204" y="645680"/>
                    </a:moveTo>
                    <a:cubicBezTo>
                      <a:pt x="32464" y="951971"/>
                      <a:pt x="16724" y="1258282"/>
                      <a:pt x="921" y="1564617"/>
                    </a:cubicBezTo>
                    <a:cubicBezTo>
                      <a:pt x="-856" y="1599588"/>
                      <a:pt x="-1872" y="1637477"/>
                      <a:pt x="15836" y="1666736"/>
                    </a:cubicBezTo>
                    <a:cubicBezTo>
                      <a:pt x="154130" y="1702023"/>
                      <a:pt x="294265" y="1728743"/>
                      <a:pt x="437573" y="1731980"/>
                    </a:cubicBezTo>
                    <a:cubicBezTo>
                      <a:pt x="472036" y="1732741"/>
                      <a:pt x="506372" y="1731980"/>
                      <a:pt x="540644" y="1729695"/>
                    </a:cubicBezTo>
                    <a:cubicBezTo>
                      <a:pt x="547562" y="1467449"/>
                      <a:pt x="572377" y="1204633"/>
                      <a:pt x="607158" y="944291"/>
                    </a:cubicBezTo>
                    <a:cubicBezTo>
                      <a:pt x="610394" y="846235"/>
                      <a:pt x="612616" y="748178"/>
                      <a:pt x="613504" y="650122"/>
                    </a:cubicBezTo>
                    <a:cubicBezTo>
                      <a:pt x="542929" y="478285"/>
                      <a:pt x="447284" y="317866"/>
                      <a:pt x="329616" y="174120"/>
                    </a:cubicBezTo>
                    <a:lnTo>
                      <a:pt x="244951" y="40014"/>
                    </a:lnTo>
                    <a:cubicBezTo>
                      <a:pt x="209219" y="-16535"/>
                      <a:pt x="124364" y="-12727"/>
                      <a:pt x="97074" y="48773"/>
                    </a:cubicBezTo>
                    <a:lnTo>
                      <a:pt x="96502" y="50106"/>
                    </a:lnTo>
                    <a:cubicBezTo>
                      <a:pt x="76954" y="95231"/>
                      <a:pt x="74035" y="147210"/>
                      <a:pt x="71115" y="197666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0" name=""/>
              <p:cNvSpPr/>
              <p:nvPr/>
            </p:nvSpPr>
            <p:spPr>
              <a:xfrm>
                <a:off x="7840368" y="3912270"/>
                <a:ext cx="717994" cy="732838"/>
              </a:xfrm>
              <a:custGeom>
                <a:avLst/>
                <a:gdLst>
                  <a:gd name="connsiteX0" fmla="*/ 717939 w 717938"/>
                  <a:gd name="connsiteY0" fmla="*/ 578057 h 731392"/>
                  <a:gd name="connsiteX1" fmla="*/ 83270 w 717938"/>
                  <a:gd name="connsiteY1" fmla="*/ 19040 h 731392"/>
                  <a:gd name="connsiteX2" fmla="*/ 1 w 717938"/>
                  <a:gd name="connsiteY2" fmla="*/ 0 h 731392"/>
                  <a:gd name="connsiteX3" fmla="*/ 646412 w 717938"/>
                  <a:gd name="connsiteY3" fmla="*/ 731393 h 731392"/>
                  <a:gd name="connsiteX4" fmla="*/ 717939 w 717938"/>
                  <a:gd name="connsiteY4" fmla="*/ 578057 h 73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7938" h="731392">
                    <a:moveTo>
                      <a:pt x="717939" y="578057"/>
                    </a:moveTo>
                    <a:lnTo>
                      <a:pt x="83270" y="19040"/>
                    </a:lnTo>
                    <a:lnTo>
                      <a:pt x="1" y="0"/>
                    </a:lnTo>
                    <a:cubicBezTo>
                      <a:pt x="1" y="0"/>
                      <a:pt x="352877" y="507228"/>
                      <a:pt x="646412" y="731393"/>
                    </a:cubicBezTo>
                    <a:cubicBezTo>
                      <a:pt x="664119" y="677636"/>
                      <a:pt x="688109" y="626165"/>
                      <a:pt x="717939" y="578057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1" name=""/>
              <p:cNvSpPr/>
              <p:nvPr/>
            </p:nvSpPr>
            <p:spPr>
              <a:xfrm>
                <a:off x="7741888" y="3116882"/>
                <a:ext cx="505462" cy="483468"/>
              </a:xfrm>
              <a:custGeom>
                <a:avLst/>
                <a:gdLst>
                  <a:gd name="connsiteX0" fmla="*/ 220520 w 505422"/>
                  <a:gd name="connsiteY0" fmla="*/ 267298 h 482514"/>
                  <a:gd name="connsiteX1" fmla="*/ 353103 w 505422"/>
                  <a:gd name="connsiteY1" fmla="*/ 144109 h 482514"/>
                  <a:gd name="connsiteX2" fmla="*/ 505423 w 505422"/>
                  <a:gd name="connsiteY2" fmla="*/ 28218 h 482514"/>
                  <a:gd name="connsiteX3" fmla="*/ 433261 w 505422"/>
                  <a:gd name="connsiteY3" fmla="*/ 927 h 482514"/>
                  <a:gd name="connsiteX4" fmla="*/ 173809 w 505422"/>
                  <a:gd name="connsiteY4" fmla="*/ 175842 h 482514"/>
                  <a:gd name="connsiteX5" fmla="*/ 1940 w 505422"/>
                  <a:gd name="connsiteY5" fmla="*/ 481562 h 482514"/>
                  <a:gd name="connsiteX6" fmla="*/ 65026 w 505422"/>
                  <a:gd name="connsiteY6" fmla="*/ 434787 h 482514"/>
                  <a:gd name="connsiteX7" fmla="*/ 220520 w 505422"/>
                  <a:gd name="connsiteY7" fmla="*/ 267298 h 4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5422" h="482514">
                    <a:moveTo>
                      <a:pt x="220520" y="267298"/>
                    </a:moveTo>
                    <a:cubicBezTo>
                      <a:pt x="261901" y="223315"/>
                      <a:pt x="306200" y="182163"/>
                      <a:pt x="353103" y="144109"/>
                    </a:cubicBezTo>
                    <a:cubicBezTo>
                      <a:pt x="401781" y="102823"/>
                      <a:pt x="452618" y="64140"/>
                      <a:pt x="505423" y="28218"/>
                    </a:cubicBezTo>
                    <a:cubicBezTo>
                      <a:pt x="483844" y="13544"/>
                      <a:pt x="459156" y="4196"/>
                      <a:pt x="433261" y="927"/>
                    </a:cubicBezTo>
                    <a:cubicBezTo>
                      <a:pt x="331714" y="-10624"/>
                      <a:pt x="247112" y="87940"/>
                      <a:pt x="173809" y="175842"/>
                    </a:cubicBezTo>
                    <a:cubicBezTo>
                      <a:pt x="64899" y="306584"/>
                      <a:pt x="-13482" y="467219"/>
                      <a:pt x="1940" y="481562"/>
                    </a:cubicBezTo>
                    <a:cubicBezTo>
                      <a:pt x="7652" y="486893"/>
                      <a:pt x="26882" y="469630"/>
                      <a:pt x="65026" y="434787"/>
                    </a:cubicBezTo>
                    <a:cubicBezTo>
                      <a:pt x="136934" y="369289"/>
                      <a:pt x="166256" y="325878"/>
                      <a:pt x="220520" y="267298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2" name=""/>
              <p:cNvSpPr/>
              <p:nvPr/>
            </p:nvSpPr>
            <p:spPr>
              <a:xfrm>
                <a:off x="7075912" y="3374782"/>
                <a:ext cx="169470" cy="396885"/>
              </a:xfrm>
              <a:custGeom>
                <a:avLst/>
                <a:gdLst>
                  <a:gd name="connsiteX0" fmla="*/ 1 w 169457"/>
                  <a:gd name="connsiteY0" fmla="*/ 396102 h 396102"/>
                  <a:gd name="connsiteX1" fmla="*/ 88411 w 169457"/>
                  <a:gd name="connsiteY1" fmla="*/ 27994 h 396102"/>
                  <a:gd name="connsiteX2" fmla="*/ 169458 w 169457"/>
                  <a:gd name="connsiteY2" fmla="*/ 18855 h 396102"/>
                  <a:gd name="connsiteX3" fmla="*/ 156765 w 169457"/>
                  <a:gd name="connsiteY3" fmla="*/ 66138 h 396102"/>
                  <a:gd name="connsiteX4" fmla="*/ 24246 w 169457"/>
                  <a:gd name="connsiteY4" fmla="*/ 378205 h 396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457" h="396102">
                    <a:moveTo>
                      <a:pt x="1" y="396102"/>
                    </a:moveTo>
                    <a:cubicBezTo>
                      <a:pt x="1" y="396102"/>
                      <a:pt x="20375" y="85114"/>
                      <a:pt x="88411" y="27994"/>
                    </a:cubicBezTo>
                    <a:cubicBezTo>
                      <a:pt x="156447" y="-29126"/>
                      <a:pt x="169458" y="18855"/>
                      <a:pt x="169458" y="18855"/>
                    </a:cubicBezTo>
                    <a:lnTo>
                      <a:pt x="156765" y="66138"/>
                    </a:lnTo>
                    <a:lnTo>
                      <a:pt x="24246" y="378205"/>
                    </a:ln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3" name=""/>
              <p:cNvSpPr/>
              <p:nvPr/>
            </p:nvSpPr>
            <p:spPr>
              <a:xfrm>
                <a:off x="7076166" y="3374760"/>
                <a:ext cx="169469" cy="396906"/>
              </a:xfrm>
              <a:custGeom>
                <a:avLst/>
                <a:gdLst>
                  <a:gd name="connsiteX0" fmla="*/ 111449 w 169456"/>
                  <a:gd name="connsiteY0" fmla="*/ 11070 h 396123"/>
                  <a:gd name="connsiteX1" fmla="*/ 33702 w 169456"/>
                  <a:gd name="connsiteY1" fmla="*/ 317108 h 396123"/>
                  <a:gd name="connsiteX2" fmla="*/ 1968 w 169456"/>
                  <a:gd name="connsiteY2" fmla="*/ 371372 h 396123"/>
                  <a:gd name="connsiteX3" fmla="*/ 1 w 169456"/>
                  <a:gd name="connsiteY3" fmla="*/ 396124 h 396123"/>
                  <a:gd name="connsiteX4" fmla="*/ 24245 w 169456"/>
                  <a:gd name="connsiteY4" fmla="*/ 378289 h 396123"/>
                  <a:gd name="connsiteX5" fmla="*/ 156764 w 169456"/>
                  <a:gd name="connsiteY5" fmla="*/ 66223 h 396123"/>
                  <a:gd name="connsiteX6" fmla="*/ 169458 w 169456"/>
                  <a:gd name="connsiteY6" fmla="*/ 18940 h 396123"/>
                  <a:gd name="connsiteX7" fmla="*/ 111449 w 169456"/>
                  <a:gd name="connsiteY7" fmla="*/ 11070 h 396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456" h="396123">
                    <a:moveTo>
                      <a:pt x="111449" y="11070"/>
                    </a:moveTo>
                    <a:cubicBezTo>
                      <a:pt x="94694" y="115600"/>
                      <a:pt x="65182" y="217337"/>
                      <a:pt x="33702" y="317108"/>
                    </a:cubicBezTo>
                    <a:cubicBezTo>
                      <a:pt x="27990" y="337645"/>
                      <a:pt x="17073" y="356343"/>
                      <a:pt x="1968" y="371372"/>
                    </a:cubicBezTo>
                    <a:cubicBezTo>
                      <a:pt x="572" y="386794"/>
                      <a:pt x="1" y="396124"/>
                      <a:pt x="1" y="396124"/>
                    </a:cubicBezTo>
                    <a:lnTo>
                      <a:pt x="24245" y="378289"/>
                    </a:lnTo>
                    <a:lnTo>
                      <a:pt x="156764" y="66223"/>
                    </a:lnTo>
                    <a:lnTo>
                      <a:pt x="169458" y="18940"/>
                    </a:lnTo>
                    <a:cubicBezTo>
                      <a:pt x="169458" y="18940"/>
                      <a:pt x="159303" y="-17808"/>
                      <a:pt x="111449" y="11070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4" name=""/>
              <p:cNvSpPr/>
              <p:nvPr/>
            </p:nvSpPr>
            <p:spPr>
              <a:xfrm>
                <a:off x="6979308" y="3576184"/>
                <a:ext cx="295007" cy="425528"/>
              </a:xfrm>
              <a:custGeom>
                <a:avLst/>
                <a:gdLst>
                  <a:gd name="connsiteX0" fmla="*/ 1 w 294984"/>
                  <a:gd name="connsiteY0" fmla="*/ 204110 h 424688"/>
                  <a:gd name="connsiteX1" fmla="*/ 53059 w 294984"/>
                  <a:gd name="connsiteY1" fmla="*/ 24562 h 424688"/>
                  <a:gd name="connsiteX2" fmla="*/ 228355 w 294984"/>
                  <a:gd name="connsiteY2" fmla="*/ 0 h 424688"/>
                  <a:gd name="connsiteX3" fmla="*/ 244540 w 294984"/>
                  <a:gd name="connsiteY3" fmla="*/ 115637 h 424688"/>
                  <a:gd name="connsiteX4" fmla="*/ 294679 w 294984"/>
                  <a:gd name="connsiteY4" fmla="*/ 276145 h 424688"/>
                  <a:gd name="connsiteX5" fmla="*/ 69815 w 294984"/>
                  <a:gd name="connsiteY5" fmla="*/ 423198 h 424688"/>
                  <a:gd name="connsiteX6" fmla="*/ 1 w 294984"/>
                  <a:gd name="connsiteY6" fmla="*/ 204110 h 42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984" h="424688">
                    <a:moveTo>
                      <a:pt x="1" y="204110"/>
                    </a:moveTo>
                    <a:cubicBezTo>
                      <a:pt x="1" y="204110"/>
                      <a:pt x="14662" y="29385"/>
                      <a:pt x="53059" y="24562"/>
                    </a:cubicBezTo>
                    <a:cubicBezTo>
                      <a:pt x="91457" y="19738"/>
                      <a:pt x="166158" y="64"/>
                      <a:pt x="228355" y="0"/>
                    </a:cubicBezTo>
                    <a:cubicBezTo>
                      <a:pt x="290553" y="-64"/>
                      <a:pt x="244540" y="115637"/>
                      <a:pt x="244540" y="115637"/>
                    </a:cubicBezTo>
                    <a:cubicBezTo>
                      <a:pt x="244540" y="115637"/>
                      <a:pt x="299565" y="234764"/>
                      <a:pt x="294679" y="276145"/>
                    </a:cubicBezTo>
                    <a:cubicBezTo>
                      <a:pt x="289792" y="317525"/>
                      <a:pt x="101612" y="439509"/>
                      <a:pt x="69815" y="423198"/>
                    </a:cubicBezTo>
                    <a:cubicBezTo>
                      <a:pt x="38018" y="406887"/>
                      <a:pt x="1" y="204110"/>
                      <a:pt x="1" y="20411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5" name=""/>
              <p:cNvSpPr/>
              <p:nvPr/>
            </p:nvSpPr>
            <p:spPr>
              <a:xfrm>
                <a:off x="7136261" y="3517545"/>
                <a:ext cx="143035" cy="315234"/>
              </a:xfrm>
              <a:custGeom>
                <a:avLst/>
                <a:gdLst>
                  <a:gd name="connsiteX0" fmla="*/ 14 w 143024"/>
                  <a:gd name="connsiteY0" fmla="*/ 64870 h 314612"/>
                  <a:gd name="connsiteX1" fmla="*/ 26860 w 143024"/>
                  <a:gd name="connsiteY1" fmla="*/ 7 h 314612"/>
                  <a:gd name="connsiteX2" fmla="*/ 93755 w 143024"/>
                  <a:gd name="connsiteY2" fmla="*/ 7242 h 314612"/>
                  <a:gd name="connsiteX3" fmla="*/ 133295 w 143024"/>
                  <a:gd name="connsiteY3" fmla="*/ 191296 h 314612"/>
                  <a:gd name="connsiteX4" fmla="*/ 134628 w 143024"/>
                  <a:gd name="connsiteY4" fmla="*/ 314612 h 314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024" h="314612">
                    <a:moveTo>
                      <a:pt x="14" y="64870"/>
                    </a:moveTo>
                    <a:cubicBezTo>
                      <a:pt x="14" y="64870"/>
                      <a:pt x="-1446" y="-755"/>
                      <a:pt x="26860" y="7"/>
                    </a:cubicBezTo>
                    <a:cubicBezTo>
                      <a:pt x="49264" y="1193"/>
                      <a:pt x="71605" y="3611"/>
                      <a:pt x="93755" y="7242"/>
                    </a:cubicBezTo>
                    <a:cubicBezTo>
                      <a:pt x="93755" y="7242"/>
                      <a:pt x="133358" y="149598"/>
                      <a:pt x="133295" y="191296"/>
                    </a:cubicBezTo>
                    <a:cubicBezTo>
                      <a:pt x="133231" y="232993"/>
                      <a:pt x="154302" y="302363"/>
                      <a:pt x="134628" y="314612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6" name=""/>
              <p:cNvSpPr/>
              <p:nvPr/>
            </p:nvSpPr>
            <p:spPr>
              <a:xfrm>
                <a:off x="7556485" y="3522258"/>
                <a:ext cx="568871" cy="583079"/>
              </a:xfrm>
              <a:custGeom>
                <a:avLst/>
                <a:gdLst>
                  <a:gd name="connsiteX0" fmla="*/ 483021 w 568827"/>
                  <a:gd name="connsiteY0" fmla="*/ 262436 h 581928"/>
                  <a:gd name="connsiteX1" fmla="*/ 378490 w 568827"/>
                  <a:gd name="connsiteY1" fmla="*/ 211662 h 581928"/>
                  <a:gd name="connsiteX2" fmla="*/ 297761 w 568827"/>
                  <a:gd name="connsiteY2" fmla="*/ 0 h 581928"/>
                  <a:gd name="connsiteX3" fmla="*/ 191962 w 568827"/>
                  <a:gd name="connsiteY3" fmla="*/ 68608 h 581928"/>
                  <a:gd name="connsiteX4" fmla="*/ 43449 w 568827"/>
                  <a:gd name="connsiteY4" fmla="*/ 20563 h 581928"/>
                  <a:gd name="connsiteX5" fmla="*/ 35706 w 568827"/>
                  <a:gd name="connsiteY5" fmla="*/ 155558 h 581928"/>
                  <a:gd name="connsiteX6" fmla="*/ 1307 w 568827"/>
                  <a:gd name="connsiteY6" fmla="*/ 301087 h 581928"/>
                  <a:gd name="connsiteX7" fmla="*/ 185361 w 568827"/>
                  <a:gd name="connsiteY7" fmla="*/ 435320 h 581928"/>
                  <a:gd name="connsiteX8" fmla="*/ 305187 w 568827"/>
                  <a:gd name="connsiteY8" fmla="*/ 447125 h 581928"/>
                  <a:gd name="connsiteX9" fmla="*/ 568829 w 568827"/>
                  <a:gd name="connsiteY9" fmla="*/ 581928 h 58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8827" h="581928">
                    <a:moveTo>
                      <a:pt x="483021" y="262436"/>
                    </a:moveTo>
                    <a:lnTo>
                      <a:pt x="378490" y="211662"/>
                    </a:lnTo>
                    <a:lnTo>
                      <a:pt x="297761" y="0"/>
                    </a:lnTo>
                    <a:lnTo>
                      <a:pt x="191962" y="68608"/>
                    </a:lnTo>
                    <a:cubicBezTo>
                      <a:pt x="191962" y="68608"/>
                      <a:pt x="54492" y="-17263"/>
                      <a:pt x="43449" y="20563"/>
                    </a:cubicBezTo>
                    <a:cubicBezTo>
                      <a:pt x="32406" y="58390"/>
                      <a:pt x="35706" y="155558"/>
                      <a:pt x="35706" y="155558"/>
                    </a:cubicBezTo>
                    <a:cubicBezTo>
                      <a:pt x="35706" y="155558"/>
                      <a:pt x="-8023" y="241809"/>
                      <a:pt x="1307" y="301087"/>
                    </a:cubicBezTo>
                    <a:cubicBezTo>
                      <a:pt x="10636" y="360365"/>
                      <a:pt x="185361" y="435320"/>
                      <a:pt x="185361" y="435320"/>
                    </a:cubicBezTo>
                    <a:cubicBezTo>
                      <a:pt x="185361" y="435320"/>
                      <a:pt x="281514" y="425609"/>
                      <a:pt x="305187" y="447125"/>
                    </a:cubicBezTo>
                    <a:cubicBezTo>
                      <a:pt x="328860" y="468640"/>
                      <a:pt x="568829" y="581928"/>
                      <a:pt x="568829" y="581928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7" name=""/>
              <p:cNvSpPr/>
              <p:nvPr/>
            </p:nvSpPr>
            <p:spPr>
              <a:xfrm>
                <a:off x="7556485" y="3533554"/>
                <a:ext cx="132837" cy="374073"/>
              </a:xfrm>
              <a:custGeom>
                <a:avLst/>
                <a:gdLst>
                  <a:gd name="connsiteX0" fmla="*/ 101013 w 132827"/>
                  <a:gd name="connsiteY0" fmla="*/ 287782 h 373335"/>
                  <a:gd name="connsiteX1" fmla="*/ 126781 w 132827"/>
                  <a:gd name="connsiteY1" fmla="*/ 84117 h 373335"/>
                  <a:gd name="connsiteX2" fmla="*/ 99299 w 132827"/>
                  <a:gd name="connsiteY2" fmla="*/ 9734 h 373335"/>
                  <a:gd name="connsiteX3" fmla="*/ 43449 w 132827"/>
                  <a:gd name="connsiteY3" fmla="*/ 9734 h 373335"/>
                  <a:gd name="connsiteX4" fmla="*/ 35706 w 132827"/>
                  <a:gd name="connsiteY4" fmla="*/ 144728 h 373335"/>
                  <a:gd name="connsiteX5" fmla="*/ 1307 w 132827"/>
                  <a:gd name="connsiteY5" fmla="*/ 290258 h 373335"/>
                  <a:gd name="connsiteX6" fmla="*/ 86606 w 132827"/>
                  <a:gd name="connsiteY6" fmla="*/ 373336 h 373335"/>
                  <a:gd name="connsiteX7" fmla="*/ 101013 w 132827"/>
                  <a:gd name="connsiteY7" fmla="*/ 287782 h 37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827" h="373335">
                    <a:moveTo>
                      <a:pt x="101013" y="287782"/>
                    </a:moveTo>
                    <a:cubicBezTo>
                      <a:pt x="116372" y="225394"/>
                      <a:pt x="145440" y="148980"/>
                      <a:pt x="126781" y="84117"/>
                    </a:cubicBezTo>
                    <a:cubicBezTo>
                      <a:pt x="119038" y="58812"/>
                      <a:pt x="109899" y="33978"/>
                      <a:pt x="99299" y="9734"/>
                    </a:cubicBezTo>
                    <a:cubicBezTo>
                      <a:pt x="71818" y="-929"/>
                      <a:pt x="47828" y="-5372"/>
                      <a:pt x="43449" y="9734"/>
                    </a:cubicBezTo>
                    <a:cubicBezTo>
                      <a:pt x="32469" y="47814"/>
                      <a:pt x="35706" y="144728"/>
                      <a:pt x="35706" y="144728"/>
                    </a:cubicBezTo>
                    <a:cubicBezTo>
                      <a:pt x="35706" y="144728"/>
                      <a:pt x="-8023" y="230979"/>
                      <a:pt x="1307" y="290258"/>
                    </a:cubicBezTo>
                    <a:cubicBezTo>
                      <a:pt x="5622" y="317612"/>
                      <a:pt x="45226" y="348266"/>
                      <a:pt x="86606" y="373336"/>
                    </a:cubicBezTo>
                    <a:cubicBezTo>
                      <a:pt x="89208" y="344490"/>
                      <a:pt x="94032" y="315885"/>
                      <a:pt x="101013" y="28778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8" name=""/>
              <p:cNvSpPr/>
              <p:nvPr/>
            </p:nvSpPr>
            <p:spPr>
              <a:xfrm>
                <a:off x="7832814" y="3153552"/>
                <a:ext cx="1172616" cy="1458860"/>
              </a:xfrm>
              <a:custGeom>
                <a:avLst/>
                <a:gdLst>
                  <a:gd name="connsiteX0" fmla="*/ 545119 w 1172524"/>
                  <a:gd name="connsiteY0" fmla="*/ 37380 h 1455981"/>
                  <a:gd name="connsiteX1" fmla="*/ 373758 w 1172524"/>
                  <a:gd name="connsiteY1" fmla="*/ 6598 h 1455981"/>
                  <a:gd name="connsiteX2" fmla="*/ 225563 w 1172524"/>
                  <a:gd name="connsiteY2" fmla="*/ 331866 h 1455981"/>
                  <a:gd name="connsiteX3" fmla="*/ 293409 w 1172524"/>
                  <a:gd name="connsiteY3" fmla="*/ 292072 h 1455981"/>
                  <a:gd name="connsiteX4" fmla="*/ 741866 w 1172524"/>
                  <a:gd name="connsiteY4" fmla="*/ 1129836 h 1455981"/>
                  <a:gd name="connsiteX5" fmla="*/ 763318 w 1172524"/>
                  <a:gd name="connsiteY5" fmla="*/ 803743 h 1455981"/>
                  <a:gd name="connsiteX6" fmla="*/ 456583 w 1172524"/>
                  <a:gd name="connsiteY6" fmla="*/ 685885 h 1455981"/>
                  <a:gd name="connsiteX7" fmla="*/ 84793 w 1172524"/>
                  <a:gd name="connsiteY7" fmla="*/ 597983 h 1455981"/>
                  <a:gd name="connsiteX8" fmla="*/ 84095 w 1172524"/>
                  <a:gd name="connsiteY8" fmla="*/ 605789 h 1455981"/>
                  <a:gd name="connsiteX9" fmla="*/ 1 w 1172524"/>
                  <a:gd name="connsiteY9" fmla="*/ 949590 h 1455981"/>
                  <a:gd name="connsiteX10" fmla="*/ 1158781 w 1172524"/>
                  <a:gd name="connsiteY10" fmla="*/ 1347147 h 1455981"/>
                  <a:gd name="connsiteX11" fmla="*/ 1058884 w 1172524"/>
                  <a:gd name="connsiteY11" fmla="*/ 873620 h 1455981"/>
                  <a:gd name="connsiteX12" fmla="*/ 682398 w 1172524"/>
                  <a:gd name="connsiteY12" fmla="*/ 183798 h 1455981"/>
                  <a:gd name="connsiteX13" fmla="*/ 545119 w 1172524"/>
                  <a:gd name="connsiteY13" fmla="*/ 37380 h 1455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72524" h="1455981">
                    <a:moveTo>
                      <a:pt x="545119" y="37380"/>
                    </a:moveTo>
                    <a:cubicBezTo>
                      <a:pt x="521128" y="24306"/>
                      <a:pt x="447634" y="-15615"/>
                      <a:pt x="373758" y="6598"/>
                    </a:cubicBezTo>
                    <a:cubicBezTo>
                      <a:pt x="226261" y="51025"/>
                      <a:pt x="187673" y="310605"/>
                      <a:pt x="225563" y="331866"/>
                    </a:cubicBezTo>
                    <a:cubicBezTo>
                      <a:pt x="235210" y="337261"/>
                      <a:pt x="254567" y="330089"/>
                      <a:pt x="293409" y="292072"/>
                    </a:cubicBezTo>
                    <a:cubicBezTo>
                      <a:pt x="529950" y="868860"/>
                      <a:pt x="679415" y="1148115"/>
                      <a:pt x="741866" y="1129836"/>
                    </a:cubicBezTo>
                    <a:cubicBezTo>
                      <a:pt x="777789" y="1119345"/>
                      <a:pt x="784961" y="1010645"/>
                      <a:pt x="763318" y="803743"/>
                    </a:cubicBezTo>
                    <a:cubicBezTo>
                      <a:pt x="636384" y="750431"/>
                      <a:pt x="530775" y="711653"/>
                      <a:pt x="456583" y="685885"/>
                    </a:cubicBezTo>
                    <a:cubicBezTo>
                      <a:pt x="335996" y="643933"/>
                      <a:pt x="102246" y="562442"/>
                      <a:pt x="84793" y="597983"/>
                    </a:cubicBezTo>
                    <a:cubicBezTo>
                      <a:pt x="83715" y="600446"/>
                      <a:pt x="83524" y="603181"/>
                      <a:pt x="84095" y="605789"/>
                    </a:cubicBezTo>
                    <a:cubicBezTo>
                      <a:pt x="84095" y="605789"/>
                      <a:pt x="92346" y="658277"/>
                      <a:pt x="1" y="949590"/>
                    </a:cubicBezTo>
                    <a:cubicBezTo>
                      <a:pt x="1" y="949590"/>
                      <a:pt x="1041938" y="1738230"/>
                      <a:pt x="1158781" y="1347147"/>
                    </a:cubicBezTo>
                    <a:cubicBezTo>
                      <a:pt x="1206698" y="1186703"/>
                      <a:pt x="1118606" y="1019023"/>
                      <a:pt x="1058884" y="873620"/>
                    </a:cubicBezTo>
                    <a:cubicBezTo>
                      <a:pt x="957337" y="626734"/>
                      <a:pt x="810791" y="415008"/>
                      <a:pt x="682398" y="183798"/>
                    </a:cubicBezTo>
                    <a:cubicBezTo>
                      <a:pt x="665135" y="152509"/>
                      <a:pt x="625976" y="81489"/>
                      <a:pt x="545119" y="3738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69" name=""/>
              <p:cNvSpPr/>
              <p:nvPr/>
            </p:nvSpPr>
            <p:spPr>
              <a:xfrm>
                <a:off x="7996112" y="3554818"/>
                <a:ext cx="479990" cy="342890"/>
              </a:xfrm>
              <a:custGeom>
                <a:avLst/>
                <a:gdLst>
                  <a:gd name="connsiteX0" fmla="*/ 479954 w 479952"/>
                  <a:gd name="connsiteY0" fmla="*/ 342214 h 342213"/>
                  <a:gd name="connsiteX1" fmla="*/ 269307 w 479952"/>
                  <a:gd name="connsiteY1" fmla="*/ 0 h 342213"/>
                  <a:gd name="connsiteX2" fmla="*/ 310878 w 479952"/>
                  <a:gd name="connsiteY2" fmla="*/ 250694 h 342213"/>
                  <a:gd name="connsiteX3" fmla="*/ 14360 w 479952"/>
                  <a:gd name="connsiteY3" fmla="*/ 135248 h 342213"/>
                  <a:gd name="connsiteX4" fmla="*/ 8013 w 479952"/>
                  <a:gd name="connsiteY4" fmla="*/ 153019 h 342213"/>
                  <a:gd name="connsiteX5" fmla="*/ 340962 w 479952"/>
                  <a:gd name="connsiteY5" fmla="*/ 283062 h 342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952" h="342213">
                    <a:moveTo>
                      <a:pt x="479954" y="342214"/>
                    </a:moveTo>
                    <a:lnTo>
                      <a:pt x="269307" y="0"/>
                    </a:lnTo>
                    <a:lnTo>
                      <a:pt x="310878" y="250694"/>
                    </a:lnTo>
                    <a:cubicBezTo>
                      <a:pt x="212504" y="211028"/>
                      <a:pt x="114131" y="172249"/>
                      <a:pt x="14360" y="135248"/>
                    </a:cubicBezTo>
                    <a:cubicBezTo>
                      <a:pt x="17" y="129917"/>
                      <a:pt x="-6140" y="147941"/>
                      <a:pt x="8013" y="153019"/>
                    </a:cubicBezTo>
                    <a:cubicBezTo>
                      <a:pt x="119716" y="194570"/>
                      <a:pt x="230719" y="237919"/>
                      <a:pt x="340962" y="283062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0" name=""/>
              <p:cNvSpPr/>
              <p:nvPr/>
            </p:nvSpPr>
            <p:spPr>
              <a:xfrm>
                <a:off x="7913852" y="3745159"/>
                <a:ext cx="189732" cy="441184"/>
              </a:xfrm>
              <a:custGeom>
                <a:avLst/>
                <a:gdLst>
                  <a:gd name="connsiteX0" fmla="*/ 166428 w 189717"/>
                  <a:gd name="connsiteY0" fmla="*/ 7479 h 440313"/>
                  <a:gd name="connsiteX1" fmla="*/ 907 w 189717"/>
                  <a:gd name="connsiteY1" fmla="*/ 424965 h 440313"/>
                  <a:gd name="connsiteX2" fmla="*/ 23311 w 189717"/>
                  <a:gd name="connsiteY2" fmla="*/ 432834 h 440313"/>
                  <a:gd name="connsiteX3" fmla="*/ 188832 w 189717"/>
                  <a:gd name="connsiteY3" fmla="*/ 15349 h 440313"/>
                  <a:gd name="connsiteX4" fmla="*/ 166428 w 189717"/>
                  <a:gd name="connsiteY4" fmla="*/ 7479 h 440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717" h="440313">
                    <a:moveTo>
                      <a:pt x="166428" y="7479"/>
                    </a:moveTo>
                    <a:cubicBezTo>
                      <a:pt x="111403" y="146643"/>
                      <a:pt x="56250" y="285801"/>
                      <a:pt x="907" y="424965"/>
                    </a:cubicBezTo>
                    <a:cubicBezTo>
                      <a:pt x="-4742" y="439181"/>
                      <a:pt x="17662" y="446987"/>
                      <a:pt x="23311" y="432834"/>
                    </a:cubicBezTo>
                    <a:cubicBezTo>
                      <a:pt x="78336" y="293670"/>
                      <a:pt x="133489" y="154513"/>
                      <a:pt x="188832" y="15349"/>
                    </a:cubicBezTo>
                    <a:cubicBezTo>
                      <a:pt x="194417" y="1132"/>
                      <a:pt x="172013" y="-6674"/>
                      <a:pt x="166428" y="74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1" name=""/>
              <p:cNvSpPr/>
              <p:nvPr/>
            </p:nvSpPr>
            <p:spPr>
              <a:xfrm>
                <a:off x="8391453" y="3841642"/>
                <a:ext cx="175221" cy="94962"/>
              </a:xfrm>
              <a:custGeom>
                <a:avLst/>
                <a:gdLst>
                  <a:gd name="connsiteX0" fmla="*/ 7278 w 175207"/>
                  <a:gd name="connsiteY0" fmla="*/ 23524 h 94775"/>
                  <a:gd name="connsiteX1" fmla="*/ 160170 w 175207"/>
                  <a:gd name="connsiteY1" fmla="*/ 93655 h 94775"/>
                  <a:gd name="connsiteX2" fmla="*/ 167976 w 175207"/>
                  <a:gd name="connsiteY2" fmla="*/ 71251 h 94775"/>
                  <a:gd name="connsiteX3" fmla="*/ 15084 w 175207"/>
                  <a:gd name="connsiteY3" fmla="*/ 1120 h 94775"/>
                  <a:gd name="connsiteX4" fmla="*/ 7278 w 175207"/>
                  <a:gd name="connsiteY4" fmla="*/ 23524 h 9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07" h="94775">
                    <a:moveTo>
                      <a:pt x="7278" y="23524"/>
                    </a:moveTo>
                    <a:lnTo>
                      <a:pt x="160170" y="93655"/>
                    </a:lnTo>
                    <a:cubicBezTo>
                      <a:pt x="174006" y="100002"/>
                      <a:pt x="181748" y="77598"/>
                      <a:pt x="167976" y="71251"/>
                    </a:cubicBezTo>
                    <a:lnTo>
                      <a:pt x="15084" y="1120"/>
                    </a:lnTo>
                    <a:cubicBezTo>
                      <a:pt x="1185" y="-5226"/>
                      <a:pt x="-6558" y="17177"/>
                      <a:pt x="7278" y="235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2" name=""/>
              <p:cNvSpPr/>
              <p:nvPr/>
            </p:nvSpPr>
            <p:spPr>
              <a:xfrm>
                <a:off x="7305553" y="2535631"/>
                <a:ext cx="495017" cy="775245"/>
              </a:xfrm>
              <a:custGeom>
                <a:avLst/>
                <a:gdLst>
                  <a:gd name="connsiteX0" fmla="*/ 421104 w 494978"/>
                  <a:gd name="connsiteY0" fmla="*/ 412842 h 773715"/>
                  <a:gd name="connsiteX1" fmla="*/ 310989 w 494978"/>
                  <a:gd name="connsiteY1" fmla="*/ 179601 h 773715"/>
                  <a:gd name="connsiteX2" fmla="*/ 272909 w 494978"/>
                  <a:gd name="connsiteY2" fmla="*/ 65995 h 773715"/>
                  <a:gd name="connsiteX3" fmla="*/ 261866 w 494978"/>
                  <a:gd name="connsiteY3" fmla="*/ 4623 h 773715"/>
                  <a:gd name="connsiteX4" fmla="*/ 261485 w 494978"/>
                  <a:gd name="connsiteY4" fmla="*/ 2846 h 773715"/>
                  <a:gd name="connsiteX5" fmla="*/ 253615 w 494978"/>
                  <a:gd name="connsiteY5" fmla="*/ 117 h 773715"/>
                  <a:gd name="connsiteX6" fmla="*/ 225245 w 494978"/>
                  <a:gd name="connsiteY6" fmla="*/ 6463 h 773715"/>
                  <a:gd name="connsiteX7" fmla="*/ 1 w 494978"/>
                  <a:gd name="connsiteY7" fmla="*/ 104456 h 773715"/>
                  <a:gd name="connsiteX8" fmla="*/ 160572 w 494978"/>
                  <a:gd name="connsiteY8" fmla="*/ 596198 h 773715"/>
                  <a:gd name="connsiteX9" fmla="*/ 196495 w 494978"/>
                  <a:gd name="connsiteY9" fmla="*/ 711898 h 773715"/>
                  <a:gd name="connsiteX10" fmla="*/ 238891 w 494978"/>
                  <a:gd name="connsiteY10" fmla="*/ 754167 h 773715"/>
                  <a:gd name="connsiteX11" fmla="*/ 244856 w 494978"/>
                  <a:gd name="connsiteY11" fmla="*/ 761847 h 773715"/>
                  <a:gd name="connsiteX12" fmla="*/ 252663 w 494978"/>
                  <a:gd name="connsiteY12" fmla="*/ 769907 h 773715"/>
                  <a:gd name="connsiteX13" fmla="*/ 254440 w 494978"/>
                  <a:gd name="connsiteY13" fmla="*/ 772065 h 773715"/>
                  <a:gd name="connsiteX14" fmla="*/ 329395 w 494978"/>
                  <a:gd name="connsiteY14" fmla="*/ 773715 h 773715"/>
                  <a:gd name="connsiteX15" fmla="*/ 494980 w 494978"/>
                  <a:gd name="connsiteY15" fmla="*/ 575571 h 773715"/>
                  <a:gd name="connsiteX16" fmla="*/ 421104 w 494978"/>
                  <a:gd name="connsiteY16" fmla="*/ 412842 h 773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4978" h="773715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02183" y="408336"/>
                      <a:pt x="143818" y="538951"/>
                      <a:pt x="160572" y="596198"/>
                    </a:cubicBezTo>
                    <a:cubicBezTo>
                      <a:pt x="166221" y="615238"/>
                      <a:pt x="177709" y="656111"/>
                      <a:pt x="196495" y="711898"/>
                    </a:cubicBezTo>
                    <a:cubicBezTo>
                      <a:pt x="211346" y="725226"/>
                      <a:pt x="225372" y="739506"/>
                      <a:pt x="238891" y="754167"/>
                    </a:cubicBezTo>
                    <a:cubicBezTo>
                      <a:pt x="240985" y="756624"/>
                      <a:pt x="243016" y="759188"/>
                      <a:pt x="244856" y="761847"/>
                    </a:cubicBezTo>
                    <a:lnTo>
                      <a:pt x="252663" y="769907"/>
                    </a:lnTo>
                    <a:cubicBezTo>
                      <a:pt x="253361" y="770605"/>
                      <a:pt x="253805" y="771367"/>
                      <a:pt x="254440" y="772065"/>
                    </a:cubicBezTo>
                    <a:cubicBezTo>
                      <a:pt x="279446" y="770777"/>
                      <a:pt x="304452" y="771329"/>
                      <a:pt x="329395" y="773715"/>
                    </a:cubicBezTo>
                    <a:cubicBezTo>
                      <a:pt x="372870" y="740585"/>
                      <a:pt x="435321" y="672168"/>
                      <a:pt x="494980" y="575571"/>
                    </a:cubicBezTo>
                    <a:cubicBezTo>
                      <a:pt x="464770" y="505313"/>
                      <a:pt x="439383" y="449145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3" name=""/>
              <p:cNvSpPr/>
              <p:nvPr/>
            </p:nvSpPr>
            <p:spPr>
              <a:xfrm>
                <a:off x="7305553" y="2535631"/>
                <a:ext cx="456109" cy="502826"/>
              </a:xfrm>
              <a:custGeom>
                <a:avLst/>
                <a:gdLst>
                  <a:gd name="connsiteX0" fmla="*/ 421104 w 456073"/>
                  <a:gd name="connsiteY0" fmla="*/ 412842 h 501834"/>
                  <a:gd name="connsiteX1" fmla="*/ 310989 w 456073"/>
                  <a:gd name="connsiteY1" fmla="*/ 179601 h 501834"/>
                  <a:gd name="connsiteX2" fmla="*/ 272909 w 456073"/>
                  <a:gd name="connsiteY2" fmla="*/ 65995 h 501834"/>
                  <a:gd name="connsiteX3" fmla="*/ 261866 w 456073"/>
                  <a:gd name="connsiteY3" fmla="*/ 4623 h 501834"/>
                  <a:gd name="connsiteX4" fmla="*/ 261485 w 456073"/>
                  <a:gd name="connsiteY4" fmla="*/ 2846 h 501834"/>
                  <a:gd name="connsiteX5" fmla="*/ 253615 w 456073"/>
                  <a:gd name="connsiteY5" fmla="*/ 117 h 501834"/>
                  <a:gd name="connsiteX6" fmla="*/ 225245 w 456073"/>
                  <a:gd name="connsiteY6" fmla="*/ 6463 h 501834"/>
                  <a:gd name="connsiteX7" fmla="*/ 1 w 456073"/>
                  <a:gd name="connsiteY7" fmla="*/ 104456 h 501834"/>
                  <a:gd name="connsiteX8" fmla="*/ 57121 w 456073"/>
                  <a:gd name="connsiteY8" fmla="*/ 235389 h 501834"/>
                  <a:gd name="connsiteX9" fmla="*/ 98248 w 456073"/>
                  <a:gd name="connsiteY9" fmla="*/ 274484 h 501834"/>
                  <a:gd name="connsiteX10" fmla="*/ 160446 w 456073"/>
                  <a:gd name="connsiteY10" fmla="*/ 391390 h 501834"/>
                  <a:gd name="connsiteX11" fmla="*/ 379026 w 456073"/>
                  <a:gd name="connsiteY11" fmla="*/ 501696 h 501834"/>
                  <a:gd name="connsiteX12" fmla="*/ 456075 w 456073"/>
                  <a:gd name="connsiteY12" fmla="*/ 485258 h 501834"/>
                  <a:gd name="connsiteX13" fmla="*/ 421104 w 456073"/>
                  <a:gd name="connsiteY13" fmla="*/ 412842 h 501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56073" h="501834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9105" y="148077"/>
                      <a:pt x="38145" y="191723"/>
                      <a:pt x="57121" y="235389"/>
                    </a:cubicBezTo>
                    <a:cubicBezTo>
                      <a:pt x="72100" y="247009"/>
                      <a:pt x="85872" y="260109"/>
                      <a:pt x="98248" y="274484"/>
                    </a:cubicBezTo>
                    <a:cubicBezTo>
                      <a:pt x="139120" y="321957"/>
                      <a:pt x="138613" y="353881"/>
                      <a:pt x="160446" y="391390"/>
                    </a:cubicBezTo>
                    <a:cubicBezTo>
                      <a:pt x="203286" y="465012"/>
                      <a:pt x="300073" y="504488"/>
                      <a:pt x="379026" y="501696"/>
                    </a:cubicBezTo>
                    <a:cubicBezTo>
                      <a:pt x="405428" y="500661"/>
                      <a:pt x="431513" y="495102"/>
                      <a:pt x="456075" y="485258"/>
                    </a:cubicBezTo>
                    <a:cubicBezTo>
                      <a:pt x="444904" y="461077"/>
                      <a:pt x="433417" y="436959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4" name=""/>
              <p:cNvSpPr/>
              <p:nvPr/>
            </p:nvSpPr>
            <p:spPr>
              <a:xfrm>
                <a:off x="7228508" y="2322747"/>
                <a:ext cx="577875" cy="617692"/>
              </a:xfrm>
              <a:custGeom>
                <a:avLst/>
                <a:gdLst>
                  <a:gd name="connsiteX0" fmla="*/ 567196 w 577830"/>
                  <a:gd name="connsiteY0" fmla="*/ 317619 h 616473"/>
                  <a:gd name="connsiteX1" fmla="*/ 395835 w 577830"/>
                  <a:gd name="connsiteY1" fmla="*/ 26051 h 616473"/>
                  <a:gd name="connsiteX2" fmla="*/ 359659 w 577830"/>
                  <a:gd name="connsiteY2" fmla="*/ 2569 h 616473"/>
                  <a:gd name="connsiteX3" fmla="*/ 305585 w 577830"/>
                  <a:gd name="connsiteY3" fmla="*/ 4219 h 616473"/>
                  <a:gd name="connsiteX4" fmla="*/ 67964 w 577830"/>
                  <a:gd name="connsiteY4" fmla="*/ 54992 h 616473"/>
                  <a:gd name="connsiteX5" fmla="*/ 6211 w 577830"/>
                  <a:gd name="connsiteY5" fmla="*/ 159332 h 616473"/>
                  <a:gd name="connsiteX6" fmla="*/ 106426 w 577830"/>
                  <a:gd name="connsiteY6" fmla="*/ 492026 h 616473"/>
                  <a:gd name="connsiteX7" fmla="*/ 381999 w 577830"/>
                  <a:gd name="connsiteY7" fmla="*/ 615532 h 616473"/>
                  <a:gd name="connsiteX8" fmla="*/ 501190 w 577830"/>
                  <a:gd name="connsiteY8" fmla="*/ 575929 h 616473"/>
                  <a:gd name="connsiteX9" fmla="*/ 569988 w 577830"/>
                  <a:gd name="connsiteY9" fmla="*/ 329550 h 616473"/>
                  <a:gd name="connsiteX10" fmla="*/ 567196 w 577830"/>
                  <a:gd name="connsiteY10" fmla="*/ 317619 h 61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830" h="616473">
                    <a:moveTo>
                      <a:pt x="567196" y="317619"/>
                    </a:moveTo>
                    <a:cubicBezTo>
                      <a:pt x="542697" y="212708"/>
                      <a:pt x="479358" y="103037"/>
                      <a:pt x="395835" y="26051"/>
                    </a:cubicBezTo>
                    <a:cubicBezTo>
                      <a:pt x="385744" y="15529"/>
                      <a:pt x="373367" y="7494"/>
                      <a:pt x="359659" y="2569"/>
                    </a:cubicBezTo>
                    <a:cubicBezTo>
                      <a:pt x="342586" y="-2445"/>
                      <a:pt x="323609" y="855"/>
                      <a:pt x="305585" y="4219"/>
                    </a:cubicBezTo>
                    <a:cubicBezTo>
                      <a:pt x="227013" y="19134"/>
                      <a:pt x="144696" y="31827"/>
                      <a:pt x="67964" y="54992"/>
                    </a:cubicBezTo>
                    <a:cubicBezTo>
                      <a:pt x="55" y="75302"/>
                      <a:pt x="-8703" y="93073"/>
                      <a:pt x="6211" y="159332"/>
                    </a:cubicBezTo>
                    <a:cubicBezTo>
                      <a:pt x="31154" y="270653"/>
                      <a:pt x="39722" y="394985"/>
                      <a:pt x="106426" y="492026"/>
                    </a:cubicBezTo>
                    <a:cubicBezTo>
                      <a:pt x="163546" y="575040"/>
                      <a:pt x="272709" y="623974"/>
                      <a:pt x="381999" y="615532"/>
                    </a:cubicBezTo>
                    <a:cubicBezTo>
                      <a:pt x="424204" y="612296"/>
                      <a:pt x="467172" y="600554"/>
                      <a:pt x="501190" y="575929"/>
                    </a:cubicBezTo>
                    <a:cubicBezTo>
                      <a:pt x="578683" y="519824"/>
                      <a:pt x="588076" y="415548"/>
                      <a:pt x="569988" y="329550"/>
                    </a:cubicBezTo>
                    <a:cubicBezTo>
                      <a:pt x="569290" y="325425"/>
                      <a:pt x="568401" y="321490"/>
                      <a:pt x="567196" y="317619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5" name=""/>
              <p:cNvSpPr/>
              <p:nvPr/>
            </p:nvSpPr>
            <p:spPr>
              <a:xfrm>
                <a:off x="7119731" y="2082443"/>
                <a:ext cx="588261" cy="708046"/>
              </a:xfrm>
              <a:custGeom>
                <a:avLst/>
                <a:gdLst>
                  <a:gd name="connsiteX0" fmla="*/ 535703 w 588215"/>
                  <a:gd name="connsiteY0" fmla="*/ 25025 h 706649"/>
                  <a:gd name="connsiteX1" fmla="*/ 568896 w 588215"/>
                  <a:gd name="connsiteY1" fmla="*/ 214410 h 706649"/>
                  <a:gd name="connsiteX2" fmla="*/ 374370 w 588215"/>
                  <a:gd name="connsiteY2" fmla="*/ 318559 h 706649"/>
                  <a:gd name="connsiteX3" fmla="*/ 344096 w 588215"/>
                  <a:gd name="connsiteY3" fmla="*/ 336457 h 706649"/>
                  <a:gd name="connsiteX4" fmla="*/ 325056 w 588215"/>
                  <a:gd name="connsiteY4" fmla="*/ 394339 h 706649"/>
                  <a:gd name="connsiteX5" fmla="*/ 248896 w 588215"/>
                  <a:gd name="connsiteY5" fmla="*/ 463201 h 706649"/>
                  <a:gd name="connsiteX6" fmla="*/ 271427 w 588215"/>
                  <a:gd name="connsiteY6" fmla="*/ 670357 h 706649"/>
                  <a:gd name="connsiteX7" fmla="*/ 205167 w 588215"/>
                  <a:gd name="connsiteY7" fmla="*/ 706215 h 706649"/>
                  <a:gd name="connsiteX8" fmla="*/ 46499 w 588215"/>
                  <a:gd name="connsiteY8" fmla="*/ 572300 h 706649"/>
                  <a:gd name="connsiteX9" fmla="*/ 22319 w 588215"/>
                  <a:gd name="connsiteY9" fmla="*/ 331634 h 706649"/>
                  <a:gd name="connsiteX10" fmla="*/ 195330 w 588215"/>
                  <a:gd name="connsiteY10" fmla="*/ 218281 h 706649"/>
                  <a:gd name="connsiteX11" fmla="*/ 247245 w 588215"/>
                  <a:gd name="connsiteY11" fmla="*/ 83097 h 706649"/>
                  <a:gd name="connsiteX12" fmla="*/ 444945 w 588215"/>
                  <a:gd name="connsiteY12" fmla="*/ 82 h 706649"/>
                  <a:gd name="connsiteX13" fmla="*/ 535703 w 588215"/>
                  <a:gd name="connsiteY13" fmla="*/ 25025 h 70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88215" h="706649">
                    <a:moveTo>
                      <a:pt x="535703" y="25025"/>
                    </a:moveTo>
                    <a:cubicBezTo>
                      <a:pt x="588889" y="66723"/>
                      <a:pt x="604819" y="162050"/>
                      <a:pt x="568896" y="214410"/>
                    </a:cubicBezTo>
                    <a:cubicBezTo>
                      <a:pt x="530816" y="269499"/>
                      <a:pt x="415369" y="302819"/>
                      <a:pt x="374370" y="318559"/>
                    </a:cubicBezTo>
                    <a:cubicBezTo>
                      <a:pt x="363073" y="322132"/>
                      <a:pt x="352665" y="328257"/>
                      <a:pt x="344096" y="336457"/>
                    </a:cubicBezTo>
                    <a:cubicBezTo>
                      <a:pt x="329943" y="352070"/>
                      <a:pt x="331022" y="374537"/>
                      <a:pt x="325056" y="394339"/>
                    </a:cubicBezTo>
                    <a:cubicBezTo>
                      <a:pt x="312363" y="434387"/>
                      <a:pt x="270919" y="439337"/>
                      <a:pt x="248896" y="463201"/>
                    </a:cubicBezTo>
                    <a:cubicBezTo>
                      <a:pt x="225731" y="488587"/>
                      <a:pt x="216337" y="543105"/>
                      <a:pt x="271427" y="670357"/>
                    </a:cubicBezTo>
                    <a:cubicBezTo>
                      <a:pt x="257464" y="684827"/>
                      <a:pt x="234870" y="703169"/>
                      <a:pt x="205167" y="706215"/>
                    </a:cubicBezTo>
                    <a:cubicBezTo>
                      <a:pt x="121581" y="714783"/>
                      <a:pt x="58368" y="593879"/>
                      <a:pt x="46499" y="572300"/>
                    </a:cubicBezTo>
                    <a:cubicBezTo>
                      <a:pt x="38693" y="558274"/>
                      <a:pt x="-36515" y="419408"/>
                      <a:pt x="22319" y="331634"/>
                    </a:cubicBezTo>
                    <a:cubicBezTo>
                      <a:pt x="66111" y="266326"/>
                      <a:pt x="141763" y="296156"/>
                      <a:pt x="195330" y="218281"/>
                    </a:cubicBezTo>
                    <a:cubicBezTo>
                      <a:pt x="233410" y="162811"/>
                      <a:pt x="206246" y="136219"/>
                      <a:pt x="247245" y="83097"/>
                    </a:cubicBezTo>
                    <a:cubicBezTo>
                      <a:pt x="313759" y="-3155"/>
                      <a:pt x="437139" y="-235"/>
                      <a:pt x="444945" y="82"/>
                    </a:cubicBezTo>
                    <a:cubicBezTo>
                      <a:pt x="474457" y="1225"/>
                      <a:pt x="506889" y="2431"/>
                      <a:pt x="535703" y="2502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6" name=""/>
              <p:cNvSpPr/>
              <p:nvPr/>
            </p:nvSpPr>
            <p:spPr>
              <a:xfrm>
                <a:off x="7203131" y="2703175"/>
                <a:ext cx="234550" cy="212730"/>
              </a:xfrm>
              <a:custGeom>
                <a:avLst/>
                <a:gdLst>
                  <a:gd name="connsiteX0" fmla="*/ 3724 w 234532"/>
                  <a:gd name="connsiteY0" fmla="*/ 68620 h 212310"/>
                  <a:gd name="connsiteX1" fmla="*/ 118917 w 234532"/>
                  <a:gd name="connsiteY1" fmla="*/ 212309 h 212310"/>
                  <a:gd name="connsiteX2" fmla="*/ 233158 w 234532"/>
                  <a:gd name="connsiteY2" fmla="*/ 108350 h 212310"/>
                  <a:gd name="connsiteX3" fmla="*/ 203709 w 234532"/>
                  <a:gd name="connsiteY3" fmla="*/ 76617 h 212310"/>
                  <a:gd name="connsiteX4" fmla="*/ 193872 w 234532"/>
                  <a:gd name="connsiteY4" fmla="*/ 58910 h 212310"/>
                  <a:gd name="connsiteX5" fmla="*/ 3724 w 234532"/>
                  <a:gd name="connsiteY5" fmla="*/ 68620 h 2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4532" h="212310">
                    <a:moveTo>
                      <a:pt x="3724" y="68620"/>
                    </a:moveTo>
                    <a:cubicBezTo>
                      <a:pt x="-16077" y="131008"/>
                      <a:pt x="46121" y="212055"/>
                      <a:pt x="118917" y="212309"/>
                    </a:cubicBezTo>
                    <a:cubicBezTo>
                      <a:pt x="189238" y="212627"/>
                      <a:pt x="244010" y="131706"/>
                      <a:pt x="233158" y="108350"/>
                    </a:cubicBezTo>
                    <a:cubicBezTo>
                      <a:pt x="229540" y="100544"/>
                      <a:pt x="217798" y="97371"/>
                      <a:pt x="203709" y="76617"/>
                    </a:cubicBezTo>
                    <a:cubicBezTo>
                      <a:pt x="199964" y="70975"/>
                      <a:pt x="196664" y="65053"/>
                      <a:pt x="193872" y="58910"/>
                    </a:cubicBezTo>
                    <a:cubicBezTo>
                      <a:pt x="154649" y="-21186"/>
                      <a:pt x="32221" y="-21186"/>
                      <a:pt x="3724" y="6862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7" name=""/>
              <p:cNvSpPr/>
              <p:nvPr/>
            </p:nvSpPr>
            <p:spPr>
              <a:xfrm>
                <a:off x="7420087" y="3127031"/>
                <a:ext cx="181626" cy="292016"/>
              </a:xfrm>
              <a:custGeom>
                <a:avLst/>
                <a:gdLst>
                  <a:gd name="connsiteX0" fmla="*/ 4668 w 181612"/>
                  <a:gd name="connsiteY0" fmla="*/ 94502 h 291440"/>
                  <a:gd name="connsiteX1" fmla="*/ 43763 w 181612"/>
                  <a:gd name="connsiteY1" fmla="*/ 0 h 291440"/>
                  <a:gd name="connsiteX2" fmla="*/ 181614 w 181612"/>
                  <a:gd name="connsiteY2" fmla="*/ 173265 h 291440"/>
                  <a:gd name="connsiteX3" fmla="*/ 130840 w 181612"/>
                  <a:gd name="connsiteY3" fmla="*/ 291440 h 291440"/>
                  <a:gd name="connsiteX4" fmla="*/ 4668 w 181612"/>
                  <a:gd name="connsiteY4" fmla="*/ 94502 h 2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2" h="291440">
                    <a:moveTo>
                      <a:pt x="4668" y="94502"/>
                    </a:moveTo>
                    <a:lnTo>
                      <a:pt x="43763" y="0"/>
                    </a:lnTo>
                    <a:cubicBezTo>
                      <a:pt x="61153" y="75627"/>
                      <a:pt x="111863" y="139316"/>
                      <a:pt x="181614" y="173265"/>
                    </a:cubicBezTo>
                    <a:lnTo>
                      <a:pt x="130840" y="291440"/>
                    </a:lnTo>
                    <a:cubicBezTo>
                      <a:pt x="130840" y="291440"/>
                      <a:pt x="-29033" y="196874"/>
                      <a:pt x="4668" y="94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8" name=""/>
              <p:cNvSpPr/>
              <p:nvPr/>
            </p:nvSpPr>
            <p:spPr>
              <a:xfrm>
                <a:off x="7586290" y="3000736"/>
                <a:ext cx="299269" cy="426196"/>
              </a:xfrm>
              <a:custGeom>
                <a:avLst/>
                <a:gdLst>
                  <a:gd name="connsiteX0" fmla="*/ 1 w 299246"/>
                  <a:gd name="connsiteY0" fmla="*/ 307180 h 425355"/>
                  <a:gd name="connsiteX1" fmla="*/ 94504 w 299246"/>
                  <a:gd name="connsiteY1" fmla="*/ 232353 h 425355"/>
                  <a:gd name="connsiteX2" fmla="*/ 165396 w 299246"/>
                  <a:gd name="connsiteY2" fmla="*/ 0 h 425355"/>
                  <a:gd name="connsiteX3" fmla="*/ 299248 w 299246"/>
                  <a:gd name="connsiteY3" fmla="*/ 126045 h 425355"/>
                  <a:gd name="connsiteX4" fmla="*/ 102500 w 299246"/>
                  <a:gd name="connsiteY4" fmla="*/ 425356 h 425355"/>
                  <a:gd name="connsiteX5" fmla="*/ 1 w 299246"/>
                  <a:gd name="connsiteY5" fmla="*/ 307180 h 42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246" h="425355">
                    <a:moveTo>
                      <a:pt x="1" y="307180"/>
                    </a:moveTo>
                    <a:cubicBezTo>
                      <a:pt x="36177" y="288819"/>
                      <a:pt x="68355" y="263375"/>
                      <a:pt x="94504" y="232353"/>
                    </a:cubicBezTo>
                    <a:cubicBezTo>
                      <a:pt x="171806" y="140135"/>
                      <a:pt x="167491" y="29830"/>
                      <a:pt x="165396" y="0"/>
                    </a:cubicBezTo>
                    <a:cubicBezTo>
                      <a:pt x="165396" y="0"/>
                      <a:pt x="299248" y="7870"/>
                      <a:pt x="299248" y="126045"/>
                    </a:cubicBezTo>
                    <a:cubicBezTo>
                      <a:pt x="299248" y="244221"/>
                      <a:pt x="102500" y="425356"/>
                      <a:pt x="102500" y="425356"/>
                    </a:cubicBezTo>
                    <a:cubicBezTo>
                      <a:pt x="68038" y="385923"/>
                      <a:pt x="33829" y="346529"/>
                      <a:pt x="1" y="307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79" name=""/>
              <p:cNvSpPr/>
              <p:nvPr/>
            </p:nvSpPr>
            <p:spPr>
              <a:xfrm>
                <a:off x="7623738" y="2646845"/>
                <a:ext cx="37156" cy="39207"/>
              </a:xfrm>
              <a:custGeom>
                <a:avLst/>
                <a:gdLst>
                  <a:gd name="connsiteX0" fmla="*/ 1 w 37153"/>
                  <a:gd name="connsiteY0" fmla="*/ 30972 h 39130"/>
                  <a:gd name="connsiteX1" fmla="*/ 31037 w 37153"/>
                  <a:gd name="connsiteY1" fmla="*/ 37319 h 39130"/>
                  <a:gd name="connsiteX2" fmla="*/ 31037 w 37153"/>
                  <a:gd name="connsiteY2" fmla="*/ 6347 h 39130"/>
                  <a:gd name="connsiteX3" fmla="*/ 23992 w 37153"/>
                  <a:gd name="connsiteY3" fmla="*/ 0 h 39130"/>
                  <a:gd name="connsiteX4" fmla="*/ 1 w 37153"/>
                  <a:gd name="connsiteY4" fmla="*/ 30972 h 3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53" h="39130">
                    <a:moveTo>
                      <a:pt x="1" y="30972"/>
                    </a:moveTo>
                    <a:cubicBezTo>
                      <a:pt x="12695" y="39032"/>
                      <a:pt x="24943" y="41063"/>
                      <a:pt x="31037" y="37319"/>
                    </a:cubicBezTo>
                    <a:cubicBezTo>
                      <a:pt x="38906" y="32685"/>
                      <a:pt x="39477" y="17199"/>
                      <a:pt x="31037" y="6347"/>
                    </a:cubicBezTo>
                    <a:cubicBezTo>
                      <a:pt x="29069" y="3859"/>
                      <a:pt x="26657" y="1714"/>
                      <a:pt x="23992" y="0"/>
                    </a:cubicBezTo>
                    <a:cubicBezTo>
                      <a:pt x="17962" y="11710"/>
                      <a:pt x="9838" y="22207"/>
                      <a:pt x="1" y="3097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0" name=""/>
              <p:cNvSpPr/>
              <p:nvPr/>
            </p:nvSpPr>
            <p:spPr>
              <a:xfrm>
                <a:off x="7482323" y="2651787"/>
                <a:ext cx="57905" cy="39321"/>
              </a:xfrm>
              <a:custGeom>
                <a:avLst/>
                <a:gdLst>
                  <a:gd name="connsiteX0" fmla="*/ 57629 w 57900"/>
                  <a:gd name="connsiteY0" fmla="*/ 13282 h 39243"/>
                  <a:gd name="connsiteX1" fmla="*/ 22659 w 57900"/>
                  <a:gd name="connsiteY1" fmla="*/ 1541 h 39243"/>
                  <a:gd name="connsiteX2" fmla="*/ 1 w 57900"/>
                  <a:gd name="connsiteY2" fmla="*/ 36575 h 39243"/>
                  <a:gd name="connsiteX3" fmla="*/ 4888 w 57900"/>
                  <a:gd name="connsiteY3" fmla="*/ 37717 h 39243"/>
                  <a:gd name="connsiteX4" fmla="*/ 25134 w 57900"/>
                  <a:gd name="connsiteY4" fmla="*/ 7189 h 39243"/>
                  <a:gd name="connsiteX5" fmla="*/ 55789 w 57900"/>
                  <a:gd name="connsiteY5" fmla="*/ 15630 h 39243"/>
                  <a:gd name="connsiteX6" fmla="*/ 57629 w 57900"/>
                  <a:gd name="connsiteY6" fmla="*/ 13282 h 39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00" h="39243">
                    <a:moveTo>
                      <a:pt x="57629" y="13282"/>
                    </a:moveTo>
                    <a:cubicBezTo>
                      <a:pt x="49823" y="2061"/>
                      <a:pt x="35606" y="-2718"/>
                      <a:pt x="22659" y="1541"/>
                    </a:cubicBezTo>
                    <a:cubicBezTo>
                      <a:pt x="9394" y="6491"/>
                      <a:pt x="890" y="23247"/>
                      <a:pt x="1" y="36575"/>
                    </a:cubicBezTo>
                    <a:cubicBezTo>
                      <a:pt x="1" y="39367"/>
                      <a:pt x="3238" y="40319"/>
                      <a:pt x="4888" y="37717"/>
                    </a:cubicBezTo>
                    <a:cubicBezTo>
                      <a:pt x="11870" y="26864"/>
                      <a:pt x="10219" y="11822"/>
                      <a:pt x="25134" y="7189"/>
                    </a:cubicBezTo>
                    <a:cubicBezTo>
                      <a:pt x="37320" y="3445"/>
                      <a:pt x="46586" y="10363"/>
                      <a:pt x="55789" y="15630"/>
                    </a:cubicBezTo>
                    <a:cubicBezTo>
                      <a:pt x="57058" y="16392"/>
                      <a:pt x="58518" y="14425"/>
                      <a:pt x="57629" y="1328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1" name=""/>
              <p:cNvSpPr/>
              <p:nvPr/>
            </p:nvSpPr>
            <p:spPr>
              <a:xfrm>
                <a:off x="7478736" y="2647946"/>
                <a:ext cx="65681" cy="46884"/>
              </a:xfrm>
              <a:custGeom>
                <a:avLst/>
                <a:gdLst>
                  <a:gd name="connsiteX0" fmla="*/ 63120 w 65676"/>
                  <a:gd name="connsiteY0" fmla="*/ 22129 h 46791"/>
                  <a:gd name="connsiteX1" fmla="*/ 57217 w 65676"/>
                  <a:gd name="connsiteY1" fmla="*/ 22891 h 46791"/>
                  <a:gd name="connsiteX2" fmla="*/ 54107 w 65676"/>
                  <a:gd name="connsiteY2" fmla="*/ 21050 h 46791"/>
                  <a:gd name="connsiteX3" fmla="*/ 29418 w 65676"/>
                  <a:gd name="connsiteY3" fmla="*/ 14703 h 46791"/>
                  <a:gd name="connsiteX4" fmla="*/ 17487 w 65676"/>
                  <a:gd name="connsiteY4" fmla="*/ 30316 h 46791"/>
                  <a:gd name="connsiteX5" fmla="*/ 11965 w 65676"/>
                  <a:gd name="connsiteY5" fmla="*/ 43010 h 46791"/>
                  <a:gd name="connsiteX6" fmla="*/ 4603 w 65676"/>
                  <a:gd name="connsiteY6" fmla="*/ 46754 h 46791"/>
                  <a:gd name="connsiteX7" fmla="*/ 34 w 65676"/>
                  <a:gd name="connsiteY7" fmla="*/ 40915 h 46791"/>
                  <a:gd name="connsiteX8" fmla="*/ 25928 w 65676"/>
                  <a:gd name="connsiteY8" fmla="*/ 1820 h 46791"/>
                  <a:gd name="connsiteX9" fmla="*/ 64770 w 65676"/>
                  <a:gd name="connsiteY9" fmla="*/ 14513 h 46791"/>
                  <a:gd name="connsiteX10" fmla="*/ 64770 w 65676"/>
                  <a:gd name="connsiteY10" fmla="*/ 14513 h 46791"/>
                  <a:gd name="connsiteX11" fmla="*/ 63945 w 65676"/>
                  <a:gd name="connsiteY11" fmla="*/ 21431 h 46791"/>
                  <a:gd name="connsiteX12" fmla="*/ 11394 w 65676"/>
                  <a:gd name="connsiteY12" fmla="*/ 25810 h 46791"/>
                  <a:gd name="connsiteX13" fmla="*/ 8792 w 65676"/>
                  <a:gd name="connsiteY13" fmla="*/ 33299 h 46791"/>
                  <a:gd name="connsiteX14" fmla="*/ 10188 w 65676"/>
                  <a:gd name="connsiteY14" fmla="*/ 29428 h 46791"/>
                  <a:gd name="connsiteX15" fmla="*/ 11077 w 65676"/>
                  <a:gd name="connsiteY15" fmla="*/ 25810 h 4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676" h="46791">
                    <a:moveTo>
                      <a:pt x="63120" y="22129"/>
                    </a:moveTo>
                    <a:cubicBezTo>
                      <a:pt x="61470" y="23576"/>
                      <a:pt x="59185" y="23881"/>
                      <a:pt x="57217" y="22891"/>
                    </a:cubicBezTo>
                    <a:lnTo>
                      <a:pt x="54107" y="21050"/>
                    </a:lnTo>
                    <a:cubicBezTo>
                      <a:pt x="46174" y="16290"/>
                      <a:pt x="38685" y="11848"/>
                      <a:pt x="29418" y="14703"/>
                    </a:cubicBezTo>
                    <a:cubicBezTo>
                      <a:pt x="22310" y="16861"/>
                      <a:pt x="20343" y="21812"/>
                      <a:pt x="17487" y="30316"/>
                    </a:cubicBezTo>
                    <a:cubicBezTo>
                      <a:pt x="16218" y="34772"/>
                      <a:pt x="14377" y="39037"/>
                      <a:pt x="11965" y="43010"/>
                    </a:cubicBezTo>
                    <a:cubicBezTo>
                      <a:pt x="10442" y="45586"/>
                      <a:pt x="7586" y="47046"/>
                      <a:pt x="4603" y="46754"/>
                    </a:cubicBezTo>
                    <a:cubicBezTo>
                      <a:pt x="1747" y="46393"/>
                      <a:pt x="-284" y="43784"/>
                      <a:pt x="34" y="40915"/>
                    </a:cubicBezTo>
                    <a:cubicBezTo>
                      <a:pt x="1049" y="26191"/>
                      <a:pt x="10505" y="7468"/>
                      <a:pt x="25928" y="1820"/>
                    </a:cubicBezTo>
                    <a:cubicBezTo>
                      <a:pt x="40272" y="-3061"/>
                      <a:pt x="56075" y="2112"/>
                      <a:pt x="64770" y="14513"/>
                    </a:cubicBezTo>
                    <a:lnTo>
                      <a:pt x="64770" y="14513"/>
                    </a:lnTo>
                    <a:cubicBezTo>
                      <a:pt x="66230" y="16703"/>
                      <a:pt x="65912" y="19648"/>
                      <a:pt x="63945" y="21431"/>
                    </a:cubicBezTo>
                    <a:close/>
                    <a:moveTo>
                      <a:pt x="11394" y="25810"/>
                    </a:moveTo>
                    <a:cubicBezTo>
                      <a:pt x="10316" y="28228"/>
                      <a:pt x="9427" y="30729"/>
                      <a:pt x="8792" y="33299"/>
                    </a:cubicBezTo>
                    <a:cubicBezTo>
                      <a:pt x="9300" y="32030"/>
                      <a:pt x="9744" y="30761"/>
                      <a:pt x="10188" y="29428"/>
                    </a:cubicBezTo>
                    <a:cubicBezTo>
                      <a:pt x="10632" y="28095"/>
                      <a:pt x="10632" y="27016"/>
                      <a:pt x="11077" y="2581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2" name=""/>
              <p:cNvSpPr/>
              <p:nvPr/>
            </p:nvSpPr>
            <p:spPr>
              <a:xfrm>
                <a:off x="7714493" y="2560851"/>
                <a:ext cx="59703" cy="41230"/>
              </a:xfrm>
              <a:custGeom>
                <a:avLst/>
                <a:gdLst>
                  <a:gd name="connsiteX0" fmla="*/ 59353 w 59698"/>
                  <a:gd name="connsiteY0" fmla="*/ 17216 h 41149"/>
                  <a:gd name="connsiteX1" fmla="*/ 21272 w 59698"/>
                  <a:gd name="connsiteY1" fmla="*/ 1222 h 41149"/>
                  <a:gd name="connsiteX2" fmla="*/ 10 w 59698"/>
                  <a:gd name="connsiteY2" fmla="*/ 38097 h 41149"/>
                  <a:gd name="connsiteX3" fmla="*/ 2676 w 59698"/>
                  <a:gd name="connsiteY3" fmla="*/ 41143 h 41149"/>
                  <a:gd name="connsiteX4" fmla="*/ 5279 w 59698"/>
                  <a:gd name="connsiteY4" fmla="*/ 39810 h 41149"/>
                  <a:gd name="connsiteX5" fmla="*/ 24319 w 59698"/>
                  <a:gd name="connsiteY5" fmla="*/ 7696 h 41149"/>
                  <a:gd name="connsiteX6" fmla="*/ 57575 w 59698"/>
                  <a:gd name="connsiteY6" fmla="*/ 19691 h 41149"/>
                  <a:gd name="connsiteX7" fmla="*/ 59353 w 59698"/>
                  <a:gd name="connsiteY7" fmla="*/ 17216 h 4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698" h="41149">
                    <a:moveTo>
                      <a:pt x="59353" y="17216"/>
                    </a:moveTo>
                    <a:cubicBezTo>
                      <a:pt x="50213" y="5538"/>
                      <a:pt x="35869" y="-3347"/>
                      <a:pt x="21272" y="1222"/>
                    </a:cubicBezTo>
                    <a:cubicBezTo>
                      <a:pt x="6675" y="5792"/>
                      <a:pt x="-116" y="23436"/>
                      <a:pt x="10" y="38097"/>
                    </a:cubicBezTo>
                    <a:cubicBezTo>
                      <a:pt x="-116" y="39670"/>
                      <a:pt x="1090" y="41035"/>
                      <a:pt x="2676" y="41143"/>
                    </a:cubicBezTo>
                    <a:cubicBezTo>
                      <a:pt x="3692" y="41213"/>
                      <a:pt x="4707" y="40699"/>
                      <a:pt x="5279" y="39810"/>
                    </a:cubicBezTo>
                    <a:cubicBezTo>
                      <a:pt x="11625" y="28386"/>
                      <a:pt x="8832" y="11504"/>
                      <a:pt x="24319" y="7696"/>
                    </a:cubicBezTo>
                    <a:cubicBezTo>
                      <a:pt x="37012" y="4586"/>
                      <a:pt x="47421" y="13027"/>
                      <a:pt x="57575" y="19691"/>
                    </a:cubicBezTo>
                    <a:cubicBezTo>
                      <a:pt x="58971" y="20580"/>
                      <a:pt x="60367" y="18549"/>
                      <a:pt x="59353" y="1721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3" name=""/>
              <p:cNvSpPr/>
              <p:nvPr/>
            </p:nvSpPr>
            <p:spPr>
              <a:xfrm>
                <a:off x="7710378" y="2556667"/>
                <a:ext cx="67725" cy="49422"/>
              </a:xfrm>
              <a:custGeom>
                <a:avLst/>
                <a:gdLst>
                  <a:gd name="connsiteX0" fmla="*/ 65499 w 67720"/>
                  <a:gd name="connsiteY0" fmla="*/ 27104 h 49324"/>
                  <a:gd name="connsiteX1" fmla="*/ 59152 w 67720"/>
                  <a:gd name="connsiteY1" fmla="*/ 27421 h 49324"/>
                  <a:gd name="connsiteX2" fmla="*/ 55725 w 67720"/>
                  <a:gd name="connsiteY2" fmla="*/ 25137 h 49324"/>
                  <a:gd name="connsiteX3" fmla="*/ 28942 w 67720"/>
                  <a:gd name="connsiteY3" fmla="*/ 15934 h 49324"/>
                  <a:gd name="connsiteX4" fmla="*/ 17518 w 67720"/>
                  <a:gd name="connsiteY4" fmla="*/ 32245 h 49324"/>
                  <a:gd name="connsiteX5" fmla="*/ 12695 w 67720"/>
                  <a:gd name="connsiteY5" fmla="*/ 45890 h 49324"/>
                  <a:gd name="connsiteX6" fmla="*/ 3428 w 67720"/>
                  <a:gd name="connsiteY6" fmla="*/ 48435 h 49324"/>
                  <a:gd name="connsiteX7" fmla="*/ 1 w 67720"/>
                  <a:gd name="connsiteY7" fmla="*/ 42590 h 49324"/>
                  <a:gd name="connsiteX8" fmla="*/ 24372 w 67720"/>
                  <a:gd name="connsiteY8" fmla="*/ 1400 h 49324"/>
                  <a:gd name="connsiteX9" fmla="*/ 66642 w 67720"/>
                  <a:gd name="connsiteY9" fmla="*/ 18663 h 49324"/>
                  <a:gd name="connsiteX10" fmla="*/ 66642 w 67720"/>
                  <a:gd name="connsiteY10" fmla="*/ 18663 h 49324"/>
                  <a:gd name="connsiteX11" fmla="*/ 66260 w 67720"/>
                  <a:gd name="connsiteY11" fmla="*/ 26279 h 49324"/>
                  <a:gd name="connsiteX12" fmla="*/ 65499 w 67720"/>
                  <a:gd name="connsiteY12" fmla="*/ 27104 h 49324"/>
                  <a:gd name="connsiteX13" fmla="*/ 10917 w 67720"/>
                  <a:gd name="connsiteY13" fmla="*/ 26723 h 49324"/>
                  <a:gd name="connsiteX14" fmla="*/ 8760 w 67720"/>
                  <a:gd name="connsiteY14" fmla="*/ 34847 h 49324"/>
                  <a:gd name="connsiteX15" fmla="*/ 9838 w 67720"/>
                  <a:gd name="connsiteY15" fmla="*/ 30595 h 49324"/>
                  <a:gd name="connsiteX16" fmla="*/ 10917 w 67720"/>
                  <a:gd name="connsiteY16" fmla="*/ 26723 h 4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720" h="49324">
                    <a:moveTo>
                      <a:pt x="65499" y="27104"/>
                    </a:moveTo>
                    <a:cubicBezTo>
                      <a:pt x="63722" y="28615"/>
                      <a:pt x="61120" y="28748"/>
                      <a:pt x="59152" y="27421"/>
                    </a:cubicBezTo>
                    <a:lnTo>
                      <a:pt x="55725" y="25137"/>
                    </a:lnTo>
                    <a:cubicBezTo>
                      <a:pt x="46903" y="19171"/>
                      <a:pt x="38525" y="13586"/>
                      <a:pt x="28942" y="15934"/>
                    </a:cubicBezTo>
                    <a:cubicBezTo>
                      <a:pt x="21579" y="17711"/>
                      <a:pt x="19866" y="23042"/>
                      <a:pt x="17518" y="32245"/>
                    </a:cubicBezTo>
                    <a:cubicBezTo>
                      <a:pt x="16502" y="36992"/>
                      <a:pt x="14916" y="41581"/>
                      <a:pt x="12695" y="45890"/>
                    </a:cubicBezTo>
                    <a:cubicBezTo>
                      <a:pt x="10854" y="49152"/>
                      <a:pt x="6665" y="50289"/>
                      <a:pt x="3428" y="48435"/>
                    </a:cubicBezTo>
                    <a:cubicBezTo>
                      <a:pt x="1334" y="47236"/>
                      <a:pt x="1" y="45008"/>
                      <a:pt x="1" y="42590"/>
                    </a:cubicBezTo>
                    <a:cubicBezTo>
                      <a:pt x="1" y="26343"/>
                      <a:pt x="8442" y="6414"/>
                      <a:pt x="24372" y="1400"/>
                    </a:cubicBezTo>
                    <a:cubicBezTo>
                      <a:pt x="41381" y="-3931"/>
                      <a:pt x="57375" y="6858"/>
                      <a:pt x="66642" y="18663"/>
                    </a:cubicBezTo>
                    <a:lnTo>
                      <a:pt x="66642" y="18663"/>
                    </a:lnTo>
                    <a:cubicBezTo>
                      <a:pt x="68228" y="21005"/>
                      <a:pt x="68038" y="24109"/>
                      <a:pt x="66260" y="26279"/>
                    </a:cubicBezTo>
                    <a:cubicBezTo>
                      <a:pt x="66006" y="26571"/>
                      <a:pt x="65753" y="26844"/>
                      <a:pt x="65499" y="27104"/>
                    </a:cubicBezTo>
                    <a:close/>
                    <a:moveTo>
                      <a:pt x="10917" y="26723"/>
                    </a:moveTo>
                    <a:cubicBezTo>
                      <a:pt x="9902" y="29351"/>
                      <a:pt x="9204" y="32073"/>
                      <a:pt x="8760" y="34847"/>
                    </a:cubicBezTo>
                    <a:cubicBezTo>
                      <a:pt x="9140" y="33451"/>
                      <a:pt x="9521" y="32054"/>
                      <a:pt x="9838" y="30595"/>
                    </a:cubicBezTo>
                    <a:cubicBezTo>
                      <a:pt x="10156" y="29135"/>
                      <a:pt x="10536" y="28056"/>
                      <a:pt x="10917" y="26723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4" name=""/>
              <p:cNvSpPr/>
              <p:nvPr/>
            </p:nvSpPr>
            <p:spPr>
              <a:xfrm rot="21200401">
                <a:off x="7456601" y="2708326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7 w 50011"/>
                  <a:gd name="connsiteY1" fmla="*/ 28306 h 28306"/>
                  <a:gd name="connsiteX2" fmla="*/ 2 w 50011"/>
                  <a:gd name="connsiteY2" fmla="*/ 14153 h 28306"/>
                  <a:gd name="connsiteX3" fmla="*/ 25007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7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7"/>
                      <a:pt x="11197" y="0"/>
                      <a:pt x="25007" y="0"/>
                    </a:cubicBezTo>
                    <a:cubicBezTo>
                      <a:pt x="38818" y="0"/>
                      <a:pt x="50013" y="6337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5" name=""/>
              <p:cNvSpPr/>
              <p:nvPr/>
            </p:nvSpPr>
            <p:spPr>
              <a:xfrm rot="19879800">
                <a:off x="7747964" y="2594020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8 w 50011"/>
                  <a:gd name="connsiteY1" fmla="*/ 28306 h 28306"/>
                  <a:gd name="connsiteX2" fmla="*/ 2 w 50011"/>
                  <a:gd name="connsiteY2" fmla="*/ 14153 h 28306"/>
                  <a:gd name="connsiteX3" fmla="*/ 25008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8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6"/>
                      <a:pt x="11198" y="0"/>
                      <a:pt x="25008" y="0"/>
                    </a:cubicBezTo>
                    <a:cubicBezTo>
                      <a:pt x="38818" y="0"/>
                      <a:pt x="50013" y="6336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6" name=""/>
              <p:cNvSpPr/>
              <p:nvPr/>
            </p:nvSpPr>
            <p:spPr>
              <a:xfrm>
                <a:off x="7603063" y="2739140"/>
                <a:ext cx="113669" cy="79097"/>
              </a:xfrm>
              <a:custGeom>
                <a:avLst/>
                <a:gdLst>
                  <a:gd name="connsiteX0" fmla="*/ 111940 w 113660"/>
                  <a:gd name="connsiteY0" fmla="*/ 7467 h 78941"/>
                  <a:gd name="connsiteX1" fmla="*/ 70052 w 113660"/>
                  <a:gd name="connsiteY1" fmla="*/ 77217 h 78941"/>
                  <a:gd name="connsiteX2" fmla="*/ 301 w 113660"/>
                  <a:gd name="connsiteY2" fmla="*/ 35329 h 78941"/>
                  <a:gd name="connsiteX3" fmla="*/ 301 w 113660"/>
                  <a:gd name="connsiteY3" fmla="*/ 35329 h 78941"/>
                  <a:gd name="connsiteX4" fmla="*/ 7536 w 113660"/>
                  <a:gd name="connsiteY4" fmla="*/ 23270 h 78941"/>
                  <a:gd name="connsiteX5" fmla="*/ 99690 w 113660"/>
                  <a:gd name="connsiteY5" fmla="*/ 295 h 78941"/>
                  <a:gd name="connsiteX6" fmla="*/ 111749 w 113660"/>
                  <a:gd name="connsiteY6" fmla="*/ 7530 h 7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660" h="78941">
                    <a:moveTo>
                      <a:pt x="111940" y="7467"/>
                    </a:moveTo>
                    <a:cubicBezTo>
                      <a:pt x="119619" y="38292"/>
                      <a:pt x="100897" y="69525"/>
                      <a:pt x="70052" y="77217"/>
                    </a:cubicBezTo>
                    <a:cubicBezTo>
                      <a:pt x="39206" y="84909"/>
                      <a:pt x="7981" y="66155"/>
                      <a:pt x="301" y="35329"/>
                    </a:cubicBezTo>
                    <a:lnTo>
                      <a:pt x="301" y="35329"/>
                    </a:lnTo>
                    <a:cubicBezTo>
                      <a:pt x="-1032" y="30004"/>
                      <a:pt x="2205" y="24609"/>
                      <a:pt x="7536" y="23270"/>
                    </a:cubicBezTo>
                    <a:lnTo>
                      <a:pt x="99690" y="295"/>
                    </a:lnTo>
                    <a:cubicBezTo>
                      <a:pt x="105021" y="-1025"/>
                      <a:pt x="110417" y="2212"/>
                      <a:pt x="111749" y="7530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7" name=""/>
              <p:cNvSpPr/>
              <p:nvPr/>
            </p:nvSpPr>
            <p:spPr>
              <a:xfrm>
                <a:off x="7646017" y="2794252"/>
                <a:ext cx="59726" cy="23908"/>
              </a:xfrm>
              <a:custGeom>
                <a:avLst/>
                <a:gdLst>
                  <a:gd name="connsiteX0" fmla="*/ 1 w 59721"/>
                  <a:gd name="connsiteY0" fmla="*/ 22213 h 23861"/>
                  <a:gd name="connsiteX1" fmla="*/ 59723 w 59721"/>
                  <a:gd name="connsiteY1" fmla="*/ 0 h 23861"/>
                  <a:gd name="connsiteX2" fmla="*/ 1 w 59721"/>
                  <a:gd name="connsiteY2" fmla="*/ 22213 h 2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721" h="23861">
                    <a:moveTo>
                      <a:pt x="1" y="22213"/>
                    </a:moveTo>
                    <a:cubicBezTo>
                      <a:pt x="22595" y="27780"/>
                      <a:pt x="46268" y="18970"/>
                      <a:pt x="59723" y="0"/>
                    </a:cubicBezTo>
                    <a:cubicBezTo>
                      <a:pt x="38335" y="2564"/>
                      <a:pt x="17835" y="10174"/>
                      <a:pt x="1" y="22213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8" name=""/>
              <p:cNvSpPr/>
              <p:nvPr/>
            </p:nvSpPr>
            <p:spPr>
              <a:xfrm>
                <a:off x="7645129" y="2775290"/>
                <a:ext cx="68168" cy="42872"/>
              </a:xfrm>
              <a:custGeom>
                <a:avLst/>
                <a:gdLst>
                  <a:gd name="connsiteX0" fmla="*/ 9013 w 68163"/>
                  <a:gd name="connsiteY0" fmla="*/ 20764 h 42787"/>
                  <a:gd name="connsiteX1" fmla="*/ 1 w 68163"/>
                  <a:gd name="connsiteY1" fmla="*/ 41074 h 42787"/>
                  <a:gd name="connsiteX2" fmla="*/ 27990 w 68163"/>
                  <a:gd name="connsiteY2" fmla="*/ 41074 h 42787"/>
                  <a:gd name="connsiteX3" fmla="*/ 68165 w 68163"/>
                  <a:gd name="connsiteY3" fmla="*/ 4517 h 42787"/>
                  <a:gd name="connsiteX4" fmla="*/ 42333 w 68163"/>
                  <a:gd name="connsiteY4" fmla="*/ 264 h 42787"/>
                  <a:gd name="connsiteX5" fmla="*/ 9013 w 68163"/>
                  <a:gd name="connsiteY5" fmla="*/ 20764 h 42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163" h="42787">
                    <a:moveTo>
                      <a:pt x="9013" y="20764"/>
                    </a:moveTo>
                    <a:cubicBezTo>
                      <a:pt x="5078" y="27066"/>
                      <a:pt x="2032" y="33908"/>
                      <a:pt x="1" y="41074"/>
                    </a:cubicBezTo>
                    <a:cubicBezTo>
                      <a:pt x="9204" y="43358"/>
                      <a:pt x="18787" y="43358"/>
                      <a:pt x="27990" y="41074"/>
                    </a:cubicBezTo>
                    <a:cubicBezTo>
                      <a:pt x="46713" y="36440"/>
                      <a:pt x="61818" y="22700"/>
                      <a:pt x="68165" y="4517"/>
                    </a:cubicBezTo>
                    <a:cubicBezTo>
                      <a:pt x="60104" y="816"/>
                      <a:pt x="51155" y="-650"/>
                      <a:pt x="42333" y="264"/>
                    </a:cubicBezTo>
                    <a:cubicBezTo>
                      <a:pt x="28625" y="1445"/>
                      <a:pt x="16248" y="9042"/>
                      <a:pt x="9013" y="20764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89" name=""/>
              <p:cNvSpPr/>
              <p:nvPr/>
            </p:nvSpPr>
            <p:spPr>
              <a:xfrm rot="20508601">
                <a:off x="7653376" y="2491301"/>
                <a:ext cx="199302" cy="202732"/>
              </a:xfrm>
              <a:custGeom>
                <a:avLst/>
                <a:gdLst>
                  <a:gd name="connsiteX0" fmla="*/ 199287 w 199286"/>
                  <a:gd name="connsiteY0" fmla="*/ 101166 h 202332"/>
                  <a:gd name="connsiteX1" fmla="*/ 99644 w 199286"/>
                  <a:gd name="connsiteY1" fmla="*/ 202333 h 202332"/>
                  <a:gd name="connsiteX2" fmla="*/ 2 w 199286"/>
                  <a:gd name="connsiteY2" fmla="*/ 101166 h 202332"/>
                  <a:gd name="connsiteX3" fmla="*/ 99644 w 199286"/>
                  <a:gd name="connsiteY3" fmla="*/ 0 h 202332"/>
                  <a:gd name="connsiteX4" fmla="*/ 199287 w 199286"/>
                  <a:gd name="connsiteY4" fmla="*/ 101166 h 20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286" h="202332">
                    <a:moveTo>
                      <a:pt x="199287" y="101166"/>
                    </a:moveTo>
                    <a:cubicBezTo>
                      <a:pt x="199287" y="157039"/>
                      <a:pt x="154675" y="202333"/>
                      <a:pt x="99644" y="202333"/>
                    </a:cubicBezTo>
                    <a:cubicBezTo>
                      <a:pt x="44613" y="202333"/>
                      <a:pt x="2" y="157039"/>
                      <a:pt x="2" y="101166"/>
                    </a:cubicBezTo>
                    <a:cubicBezTo>
                      <a:pt x="2" y="45294"/>
                      <a:pt x="44614" y="0"/>
                      <a:pt x="99644" y="0"/>
                    </a:cubicBezTo>
                    <a:cubicBezTo>
                      <a:pt x="154676" y="0"/>
                      <a:pt x="199287" y="45294"/>
                      <a:pt x="199287" y="101166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0" name=""/>
              <p:cNvSpPr/>
              <p:nvPr/>
            </p:nvSpPr>
            <p:spPr>
              <a:xfrm>
                <a:off x="7404663" y="2571989"/>
                <a:ext cx="211517" cy="210370"/>
              </a:xfrm>
              <a:custGeom>
                <a:avLst/>
                <a:gdLst>
                  <a:gd name="connsiteX0" fmla="*/ 205922 w 211500"/>
                  <a:gd name="connsiteY0" fmla="*/ 71851 h 209955"/>
                  <a:gd name="connsiteX1" fmla="*/ 140805 w 211500"/>
                  <a:gd name="connsiteY1" fmla="*/ 204174 h 209955"/>
                  <a:gd name="connsiteX2" fmla="*/ 139663 w 211500"/>
                  <a:gd name="connsiteY2" fmla="*/ 204561 h 209955"/>
                  <a:gd name="connsiteX3" fmla="*/ 5620 w 211500"/>
                  <a:gd name="connsiteY3" fmla="*/ 138048 h 209955"/>
                  <a:gd name="connsiteX4" fmla="*/ 70547 w 211500"/>
                  <a:gd name="connsiteY4" fmla="*/ 5846 h 209955"/>
                  <a:gd name="connsiteX5" fmla="*/ 71880 w 211500"/>
                  <a:gd name="connsiteY5" fmla="*/ 5402 h 209955"/>
                  <a:gd name="connsiteX6" fmla="*/ 205922 w 211500"/>
                  <a:gd name="connsiteY6" fmla="*/ 71851 h 20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500" h="209955">
                    <a:moveTo>
                      <a:pt x="205922" y="71851"/>
                    </a:moveTo>
                    <a:cubicBezTo>
                      <a:pt x="224454" y="126370"/>
                      <a:pt x="195323" y="185610"/>
                      <a:pt x="140805" y="204174"/>
                    </a:cubicBezTo>
                    <a:cubicBezTo>
                      <a:pt x="140424" y="204307"/>
                      <a:pt x="140043" y="204434"/>
                      <a:pt x="139663" y="204561"/>
                    </a:cubicBezTo>
                    <a:cubicBezTo>
                      <a:pt x="84320" y="222839"/>
                      <a:pt x="24534" y="193188"/>
                      <a:pt x="5620" y="138048"/>
                    </a:cubicBezTo>
                    <a:cubicBezTo>
                      <a:pt x="-12976" y="83612"/>
                      <a:pt x="16093" y="24423"/>
                      <a:pt x="70547" y="5846"/>
                    </a:cubicBezTo>
                    <a:cubicBezTo>
                      <a:pt x="70991" y="5694"/>
                      <a:pt x="71436" y="5548"/>
                      <a:pt x="71880" y="5402"/>
                    </a:cubicBezTo>
                    <a:cubicBezTo>
                      <a:pt x="127223" y="-12883"/>
                      <a:pt x="186945" y="16737"/>
                      <a:pt x="205922" y="71851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1" name=""/>
              <p:cNvSpPr/>
              <p:nvPr/>
            </p:nvSpPr>
            <p:spPr>
              <a:xfrm>
                <a:off x="7608251" y="2622043"/>
                <a:ext cx="55728" cy="18441"/>
              </a:xfrm>
              <a:custGeom>
                <a:avLst/>
                <a:gdLst>
                  <a:gd name="connsiteX0" fmla="*/ 55725 w 55724"/>
                  <a:gd name="connsiteY0" fmla="*/ 0 h 18405"/>
                  <a:gd name="connsiteX1" fmla="*/ 1 w 55724"/>
                  <a:gd name="connsiteY1" fmla="*/ 18405 h 18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724" h="18405">
                    <a:moveTo>
                      <a:pt x="55725" y="0"/>
                    </a:moveTo>
                    <a:cubicBezTo>
                      <a:pt x="55725" y="0"/>
                      <a:pt x="11997" y="8060"/>
                      <a:pt x="1" y="18405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2" name=""/>
              <p:cNvSpPr/>
              <p:nvPr/>
            </p:nvSpPr>
            <p:spPr>
              <a:xfrm>
                <a:off x="7420293" y="2527224"/>
                <a:ext cx="80382" cy="51833"/>
              </a:xfrm>
              <a:custGeom>
                <a:avLst/>
                <a:gdLst>
                  <a:gd name="connsiteX0" fmla="*/ 83 w 80376"/>
                  <a:gd name="connsiteY0" fmla="*/ 49635 h 51731"/>
                  <a:gd name="connsiteX1" fmla="*/ 18679 w 80376"/>
                  <a:gd name="connsiteY1" fmla="*/ 17266 h 51731"/>
                  <a:gd name="connsiteX2" fmla="*/ 77513 w 80376"/>
                  <a:gd name="connsiteY2" fmla="*/ 5081 h 51731"/>
                  <a:gd name="connsiteX3" fmla="*/ 79353 w 80376"/>
                  <a:gd name="connsiteY3" fmla="*/ 13865 h 51731"/>
                  <a:gd name="connsiteX4" fmla="*/ 74783 w 80376"/>
                  <a:gd name="connsiteY4" fmla="*/ 16695 h 51731"/>
                  <a:gd name="connsiteX5" fmla="*/ 39877 w 80376"/>
                  <a:gd name="connsiteY5" fmla="*/ 20503 h 51731"/>
                  <a:gd name="connsiteX6" fmla="*/ 4208 w 80376"/>
                  <a:gd name="connsiteY6" fmla="*/ 50777 h 51731"/>
                  <a:gd name="connsiteX7" fmla="*/ 83 w 80376"/>
                  <a:gd name="connsiteY7" fmla="*/ 49635 h 5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376" h="51731">
                    <a:moveTo>
                      <a:pt x="83" y="49635"/>
                    </a:moveTo>
                    <a:cubicBezTo>
                      <a:pt x="2876" y="40813"/>
                      <a:pt x="1415" y="35101"/>
                      <a:pt x="18679" y="17266"/>
                    </a:cubicBezTo>
                    <a:cubicBezTo>
                      <a:pt x="37719" y="-2345"/>
                      <a:pt x="65263" y="-3487"/>
                      <a:pt x="77513" y="5081"/>
                    </a:cubicBezTo>
                    <a:cubicBezTo>
                      <a:pt x="80432" y="6997"/>
                      <a:pt x="81257" y="10932"/>
                      <a:pt x="79353" y="13865"/>
                    </a:cubicBezTo>
                    <a:cubicBezTo>
                      <a:pt x="78337" y="15439"/>
                      <a:pt x="76624" y="16473"/>
                      <a:pt x="74783" y="16695"/>
                    </a:cubicBezTo>
                    <a:cubicBezTo>
                      <a:pt x="63233" y="19234"/>
                      <a:pt x="51618" y="16695"/>
                      <a:pt x="39877" y="20503"/>
                    </a:cubicBezTo>
                    <a:cubicBezTo>
                      <a:pt x="22867" y="26088"/>
                      <a:pt x="15124" y="38591"/>
                      <a:pt x="4208" y="50777"/>
                    </a:cubicBezTo>
                    <a:cubicBezTo>
                      <a:pt x="2685" y="52554"/>
                      <a:pt x="-552" y="51665"/>
                      <a:pt x="83" y="4963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3" name=""/>
              <p:cNvSpPr/>
              <p:nvPr/>
            </p:nvSpPr>
            <p:spPr>
              <a:xfrm>
                <a:off x="7646414" y="2449176"/>
                <a:ext cx="75849" cy="38186"/>
              </a:xfrm>
              <a:custGeom>
                <a:avLst/>
                <a:gdLst>
                  <a:gd name="connsiteX0" fmla="*/ 73544 w 75843"/>
                  <a:gd name="connsiteY0" fmla="*/ 17096 h 38111"/>
                  <a:gd name="connsiteX1" fmla="*/ 34194 w 75843"/>
                  <a:gd name="connsiteY1" fmla="*/ 17096 h 38111"/>
                  <a:gd name="connsiteX2" fmla="*/ 9314 w 75843"/>
                  <a:gd name="connsiteY2" fmla="*/ 37025 h 38111"/>
                  <a:gd name="connsiteX3" fmla="*/ 1064 w 75843"/>
                  <a:gd name="connsiteY3" fmla="*/ 35622 h 38111"/>
                  <a:gd name="connsiteX4" fmla="*/ 112 w 75843"/>
                  <a:gd name="connsiteY4" fmla="*/ 31059 h 38111"/>
                  <a:gd name="connsiteX5" fmla="*/ 75447 w 75843"/>
                  <a:gd name="connsiteY5" fmla="*/ 13986 h 38111"/>
                  <a:gd name="connsiteX6" fmla="*/ 74940 w 75843"/>
                  <a:gd name="connsiteY6" fmla="*/ 16906 h 38111"/>
                  <a:gd name="connsiteX7" fmla="*/ 73544 w 75843"/>
                  <a:gd name="connsiteY7" fmla="*/ 17286 h 3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843" h="38111">
                    <a:moveTo>
                      <a:pt x="73544" y="17096"/>
                    </a:moveTo>
                    <a:cubicBezTo>
                      <a:pt x="59834" y="14811"/>
                      <a:pt x="48157" y="10749"/>
                      <a:pt x="34194" y="17096"/>
                    </a:cubicBezTo>
                    <a:cubicBezTo>
                      <a:pt x="24103" y="21666"/>
                      <a:pt x="18010" y="30424"/>
                      <a:pt x="9314" y="37025"/>
                    </a:cubicBezTo>
                    <a:cubicBezTo>
                      <a:pt x="6649" y="38910"/>
                      <a:pt x="2968" y="38281"/>
                      <a:pt x="1064" y="35622"/>
                    </a:cubicBezTo>
                    <a:cubicBezTo>
                      <a:pt x="175" y="34302"/>
                      <a:pt x="-206" y="32652"/>
                      <a:pt x="112" y="31059"/>
                    </a:cubicBezTo>
                    <a:cubicBezTo>
                      <a:pt x="9314" y="-1881"/>
                      <a:pt x="55518" y="-10322"/>
                      <a:pt x="75447" y="13986"/>
                    </a:cubicBezTo>
                    <a:cubicBezTo>
                      <a:pt x="76145" y="14926"/>
                      <a:pt x="75892" y="16233"/>
                      <a:pt x="74940" y="16906"/>
                    </a:cubicBezTo>
                    <a:cubicBezTo>
                      <a:pt x="74558" y="17198"/>
                      <a:pt x="74051" y="17331"/>
                      <a:pt x="73544" y="1728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4" name=""/>
              <p:cNvSpPr/>
              <p:nvPr/>
            </p:nvSpPr>
            <p:spPr>
              <a:xfrm>
                <a:off x="7272976" y="2763982"/>
                <a:ext cx="86528" cy="100539"/>
              </a:xfrm>
              <a:custGeom>
                <a:avLst/>
                <a:gdLst>
                  <a:gd name="connsiteX0" fmla="*/ 51045 w 86521"/>
                  <a:gd name="connsiteY0" fmla="*/ 0 h 100341"/>
                  <a:gd name="connsiteX1" fmla="*/ 7760 w 86521"/>
                  <a:gd name="connsiteY1" fmla="*/ 64990 h 100341"/>
                  <a:gd name="connsiteX2" fmla="*/ 86522 w 86521"/>
                  <a:gd name="connsiteY2" fmla="*/ 96724 h 1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521" h="100341">
                    <a:moveTo>
                      <a:pt x="51045" y="0"/>
                    </a:moveTo>
                    <a:cubicBezTo>
                      <a:pt x="51045" y="0"/>
                      <a:pt x="-23783" y="13836"/>
                      <a:pt x="7760" y="64990"/>
                    </a:cubicBezTo>
                    <a:cubicBezTo>
                      <a:pt x="39303" y="116144"/>
                      <a:pt x="80620" y="96724"/>
                      <a:pt x="86522" y="96724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5" name=""/>
              <p:cNvSpPr/>
              <p:nvPr/>
            </p:nvSpPr>
            <p:spPr>
              <a:xfrm>
                <a:off x="7195530" y="2681502"/>
                <a:ext cx="203199" cy="133861"/>
              </a:xfrm>
              <a:custGeom>
                <a:avLst/>
                <a:gdLst>
                  <a:gd name="connsiteX0" fmla="*/ 203184 w 203183"/>
                  <a:gd name="connsiteY0" fmla="*/ 0 h 133597"/>
                  <a:gd name="connsiteX1" fmla="*/ 92879 w 203183"/>
                  <a:gd name="connsiteY1" fmla="*/ 25387 h 133597"/>
                  <a:gd name="connsiteX2" fmla="*/ 8532 w 203183"/>
                  <a:gd name="connsiteY2" fmla="*/ 60992 h 133597"/>
                  <a:gd name="connsiteX3" fmla="*/ 10372 w 203183"/>
                  <a:gd name="connsiteY3" fmla="*/ 133598 h 13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183" h="133597">
                    <a:moveTo>
                      <a:pt x="203184" y="0"/>
                    </a:moveTo>
                    <a:lnTo>
                      <a:pt x="92879" y="25387"/>
                    </a:lnTo>
                    <a:cubicBezTo>
                      <a:pt x="64319" y="31733"/>
                      <a:pt x="26810" y="34463"/>
                      <a:pt x="8532" y="60992"/>
                    </a:cubicBezTo>
                    <a:cubicBezTo>
                      <a:pt x="-4923" y="80476"/>
                      <a:pt x="-1052" y="114177"/>
                      <a:pt x="10372" y="133598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6" name=""/>
              <p:cNvSpPr/>
              <p:nvPr/>
            </p:nvSpPr>
            <p:spPr>
              <a:xfrm>
                <a:off x="9155207" y="2188349"/>
                <a:ext cx="1594538" cy="933617"/>
              </a:xfrm>
              <a:custGeom>
                <a:avLst/>
                <a:gdLst>
                  <a:gd name="connsiteX0" fmla="*/ 1534740 w 1594413"/>
                  <a:gd name="connsiteY0" fmla="*/ 569292 h 931774"/>
                  <a:gd name="connsiteX1" fmla="*/ 1445886 w 1594413"/>
                  <a:gd name="connsiteY1" fmla="*/ 519026 h 931774"/>
                  <a:gd name="connsiteX2" fmla="*/ 1387687 w 1594413"/>
                  <a:gd name="connsiteY2" fmla="*/ 441914 h 931774"/>
                  <a:gd name="connsiteX3" fmla="*/ 1402285 w 1594413"/>
                  <a:gd name="connsiteY3" fmla="*/ 394568 h 931774"/>
                  <a:gd name="connsiteX4" fmla="*/ 1288044 w 1594413"/>
                  <a:gd name="connsiteY4" fmla="*/ 230696 h 931774"/>
                  <a:gd name="connsiteX5" fmla="*/ 937580 w 1594413"/>
                  <a:gd name="connsiteY5" fmla="*/ 223080 h 931774"/>
                  <a:gd name="connsiteX6" fmla="*/ 684092 w 1594413"/>
                  <a:gd name="connsiteY6" fmla="*/ 211339 h 931774"/>
                  <a:gd name="connsiteX7" fmla="*/ 575120 w 1594413"/>
                  <a:gd name="connsiteY7" fmla="*/ 90751 h 931774"/>
                  <a:gd name="connsiteX8" fmla="*/ 172295 w 1594413"/>
                  <a:gd name="connsiteY8" fmla="*/ 76471 h 931774"/>
                  <a:gd name="connsiteX9" fmla="*/ 125330 w 1594413"/>
                  <a:gd name="connsiteY9" fmla="*/ 133211 h 931774"/>
                  <a:gd name="connsiteX10" fmla="*/ 90232 w 1594413"/>
                  <a:gd name="connsiteY10" fmla="*/ 159169 h 931774"/>
                  <a:gd name="connsiteX11" fmla="*/ 5631 w 1594413"/>
                  <a:gd name="connsiteY11" fmla="*/ 231648 h 931774"/>
                  <a:gd name="connsiteX12" fmla="*/ 13184 w 1594413"/>
                  <a:gd name="connsiteY12" fmla="*/ 327293 h 931774"/>
                  <a:gd name="connsiteX13" fmla="*/ 32731 w 1594413"/>
                  <a:gd name="connsiteY13" fmla="*/ 364548 h 931774"/>
                  <a:gd name="connsiteX14" fmla="*/ 117079 w 1594413"/>
                  <a:gd name="connsiteY14" fmla="*/ 256654 h 931774"/>
                  <a:gd name="connsiteX15" fmla="*/ 251628 w 1594413"/>
                  <a:gd name="connsiteY15" fmla="*/ 710252 h 931774"/>
                  <a:gd name="connsiteX16" fmla="*/ 451042 w 1594413"/>
                  <a:gd name="connsiteY16" fmla="*/ 819733 h 931774"/>
                  <a:gd name="connsiteX17" fmla="*/ 591494 w 1594413"/>
                  <a:gd name="connsiteY17" fmla="*/ 855845 h 931774"/>
                  <a:gd name="connsiteX18" fmla="*/ 753842 w 1594413"/>
                  <a:gd name="connsiteY18" fmla="*/ 784128 h 931774"/>
                  <a:gd name="connsiteX19" fmla="*/ 1153684 w 1594413"/>
                  <a:gd name="connsiteY19" fmla="*/ 924770 h 931774"/>
                  <a:gd name="connsiteX20" fmla="*/ 1270209 w 1594413"/>
                  <a:gd name="connsiteY20" fmla="*/ 827666 h 931774"/>
                  <a:gd name="connsiteX21" fmla="*/ 1380325 w 1594413"/>
                  <a:gd name="connsiteY21" fmla="*/ 885929 h 931774"/>
                  <a:gd name="connsiteX22" fmla="*/ 1535692 w 1594413"/>
                  <a:gd name="connsiteY22" fmla="*/ 885929 h 931774"/>
                  <a:gd name="connsiteX23" fmla="*/ 1593954 w 1594413"/>
                  <a:gd name="connsiteY23" fmla="*/ 743509 h 931774"/>
                  <a:gd name="connsiteX24" fmla="*/ 1534740 w 1594413"/>
                  <a:gd name="connsiteY24" fmla="*/ 569292 h 931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94413" h="931774">
                    <a:moveTo>
                      <a:pt x="1534740" y="569292"/>
                    </a:moveTo>
                    <a:cubicBezTo>
                      <a:pt x="1507132" y="546952"/>
                      <a:pt x="1498374" y="545302"/>
                      <a:pt x="1445886" y="519026"/>
                    </a:cubicBezTo>
                    <a:cubicBezTo>
                      <a:pt x="1415296" y="503667"/>
                      <a:pt x="1385149" y="476059"/>
                      <a:pt x="1387687" y="441914"/>
                    </a:cubicBezTo>
                    <a:cubicBezTo>
                      <a:pt x="1388893" y="425412"/>
                      <a:pt x="1397715" y="410498"/>
                      <a:pt x="1402285" y="394568"/>
                    </a:cubicBezTo>
                    <a:cubicBezTo>
                      <a:pt x="1422530" y="324183"/>
                      <a:pt x="1356080" y="257415"/>
                      <a:pt x="1288044" y="230696"/>
                    </a:cubicBezTo>
                    <a:cubicBezTo>
                      <a:pt x="1177738" y="187411"/>
                      <a:pt x="1053851" y="200486"/>
                      <a:pt x="937580" y="223080"/>
                    </a:cubicBezTo>
                    <a:cubicBezTo>
                      <a:pt x="852280" y="239708"/>
                      <a:pt x="756699" y="259256"/>
                      <a:pt x="684092" y="211339"/>
                    </a:cubicBezTo>
                    <a:cubicBezTo>
                      <a:pt x="638777" y="181445"/>
                      <a:pt x="612248" y="130609"/>
                      <a:pt x="575120" y="90751"/>
                    </a:cubicBezTo>
                    <a:cubicBezTo>
                      <a:pt x="467797" y="-24435"/>
                      <a:pt x="287487" y="-30826"/>
                      <a:pt x="172295" y="76471"/>
                    </a:cubicBezTo>
                    <a:cubicBezTo>
                      <a:pt x="154270" y="93277"/>
                      <a:pt x="138467" y="112349"/>
                      <a:pt x="125330" y="133211"/>
                    </a:cubicBezTo>
                    <a:cubicBezTo>
                      <a:pt x="114667" y="143188"/>
                      <a:pt x="102862" y="151895"/>
                      <a:pt x="90232" y="159169"/>
                    </a:cubicBezTo>
                    <a:cubicBezTo>
                      <a:pt x="57420" y="178209"/>
                      <a:pt x="19594" y="196424"/>
                      <a:pt x="5631" y="231648"/>
                    </a:cubicBezTo>
                    <a:cubicBezTo>
                      <a:pt x="-6428" y="262049"/>
                      <a:pt x="3156" y="296194"/>
                      <a:pt x="13184" y="327293"/>
                    </a:cubicBezTo>
                    <a:cubicBezTo>
                      <a:pt x="16928" y="340982"/>
                      <a:pt x="23592" y="353688"/>
                      <a:pt x="32731" y="364548"/>
                    </a:cubicBezTo>
                    <a:cubicBezTo>
                      <a:pt x="57801" y="326277"/>
                      <a:pt x="85980" y="290190"/>
                      <a:pt x="117079" y="256654"/>
                    </a:cubicBezTo>
                    <a:lnTo>
                      <a:pt x="251628" y="710252"/>
                    </a:lnTo>
                    <a:cubicBezTo>
                      <a:pt x="316302" y="749855"/>
                      <a:pt x="382815" y="786349"/>
                      <a:pt x="451042" y="819733"/>
                    </a:cubicBezTo>
                    <a:cubicBezTo>
                      <a:pt x="495088" y="841248"/>
                      <a:pt x="542815" y="862002"/>
                      <a:pt x="591494" y="855845"/>
                    </a:cubicBezTo>
                    <a:cubicBezTo>
                      <a:pt x="672097" y="845691"/>
                      <a:pt x="685997" y="801264"/>
                      <a:pt x="753842" y="784128"/>
                    </a:cubicBezTo>
                    <a:cubicBezTo>
                      <a:pt x="909147" y="744905"/>
                      <a:pt x="1038746" y="974148"/>
                      <a:pt x="1153684" y="924770"/>
                    </a:cubicBezTo>
                    <a:cubicBezTo>
                      <a:pt x="1210805" y="900336"/>
                      <a:pt x="1214676" y="828808"/>
                      <a:pt x="1270209" y="827666"/>
                    </a:cubicBezTo>
                    <a:cubicBezTo>
                      <a:pt x="1309178" y="826841"/>
                      <a:pt x="1316858" y="861748"/>
                      <a:pt x="1380325" y="885929"/>
                    </a:cubicBezTo>
                    <a:cubicBezTo>
                      <a:pt x="1400317" y="893545"/>
                      <a:pt x="1478763" y="923501"/>
                      <a:pt x="1535692" y="885929"/>
                    </a:cubicBezTo>
                    <a:cubicBezTo>
                      <a:pt x="1588306" y="851212"/>
                      <a:pt x="1592114" y="778860"/>
                      <a:pt x="1593954" y="743509"/>
                    </a:cubicBezTo>
                    <a:cubicBezTo>
                      <a:pt x="1594780" y="727706"/>
                      <a:pt x="1600301" y="622477"/>
                      <a:pt x="1534740" y="56929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7" name=""/>
              <p:cNvSpPr/>
              <p:nvPr/>
            </p:nvSpPr>
            <p:spPr>
              <a:xfrm>
                <a:off x="8998817" y="4476018"/>
                <a:ext cx="155735" cy="290486"/>
              </a:xfrm>
              <a:custGeom>
                <a:avLst/>
                <a:gdLst>
                  <a:gd name="connsiteX0" fmla="*/ 84833 w 155723"/>
                  <a:gd name="connsiteY0" fmla="*/ 0 h 289913"/>
                  <a:gd name="connsiteX1" fmla="*/ 13940 w 155723"/>
                  <a:gd name="connsiteY1" fmla="*/ 267005 h 289913"/>
                  <a:gd name="connsiteX2" fmla="*/ 155725 w 155723"/>
                  <a:gd name="connsiteY2" fmla="*/ 203539 h 28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723" h="289913">
                    <a:moveTo>
                      <a:pt x="84833" y="0"/>
                    </a:moveTo>
                    <a:cubicBezTo>
                      <a:pt x="84833" y="0"/>
                      <a:pt x="-41149" y="190401"/>
                      <a:pt x="13940" y="267005"/>
                    </a:cubicBezTo>
                    <a:cubicBezTo>
                      <a:pt x="69030" y="343610"/>
                      <a:pt x="155725" y="203539"/>
                      <a:pt x="155725" y="203539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8" name=""/>
              <p:cNvSpPr/>
              <p:nvPr/>
            </p:nvSpPr>
            <p:spPr>
              <a:xfrm>
                <a:off x="9178006" y="3031066"/>
                <a:ext cx="893650" cy="546053"/>
              </a:xfrm>
              <a:custGeom>
                <a:avLst/>
                <a:gdLst>
                  <a:gd name="connsiteX0" fmla="*/ 110465 w 893580"/>
                  <a:gd name="connsiteY0" fmla="*/ 465597 h 544975"/>
                  <a:gd name="connsiteX1" fmla="*/ 195955 w 893580"/>
                  <a:gd name="connsiteY1" fmla="*/ 544868 h 544975"/>
                  <a:gd name="connsiteX2" fmla="*/ 117193 w 893580"/>
                  <a:gd name="connsiteY2" fmla="*/ 442432 h 544975"/>
                  <a:gd name="connsiteX3" fmla="*/ 223 w 893580"/>
                  <a:gd name="connsiteY3" fmla="*/ 276530 h 544975"/>
                  <a:gd name="connsiteX4" fmla="*/ 606650 w 893580"/>
                  <a:gd name="connsiteY4" fmla="*/ 893 h 544975"/>
                  <a:gd name="connsiteX5" fmla="*/ 883492 w 893580"/>
                  <a:gd name="connsiteY5" fmla="*/ 107136 h 544975"/>
                  <a:gd name="connsiteX6" fmla="*/ 841795 w 893580"/>
                  <a:gd name="connsiteY6" fmla="*/ 292777 h 544975"/>
                  <a:gd name="connsiteX7" fmla="*/ 499771 w 893580"/>
                  <a:gd name="connsiteY7" fmla="*/ 419330 h 544975"/>
                  <a:gd name="connsiteX8" fmla="*/ 488030 w 893580"/>
                  <a:gd name="connsiteY8" fmla="*/ 422123 h 54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3580" h="544975">
                    <a:moveTo>
                      <a:pt x="110465" y="465597"/>
                    </a:moveTo>
                    <a:cubicBezTo>
                      <a:pt x="178375" y="533697"/>
                      <a:pt x="194305" y="546327"/>
                      <a:pt x="195955" y="544868"/>
                    </a:cubicBezTo>
                    <a:cubicBezTo>
                      <a:pt x="197605" y="543408"/>
                      <a:pt x="164920" y="503297"/>
                      <a:pt x="117193" y="442432"/>
                    </a:cubicBezTo>
                    <a:cubicBezTo>
                      <a:pt x="40207" y="344312"/>
                      <a:pt x="1747" y="295252"/>
                      <a:pt x="223" y="276530"/>
                    </a:cubicBezTo>
                    <a:cubicBezTo>
                      <a:pt x="-9551" y="156831"/>
                      <a:pt x="304865" y="-13832"/>
                      <a:pt x="606650" y="893"/>
                    </a:cubicBezTo>
                    <a:cubicBezTo>
                      <a:pt x="687379" y="4827"/>
                      <a:pt x="842873" y="13586"/>
                      <a:pt x="883492" y="107136"/>
                    </a:cubicBezTo>
                    <a:cubicBezTo>
                      <a:pt x="909704" y="167620"/>
                      <a:pt x="880954" y="247144"/>
                      <a:pt x="841795" y="292777"/>
                    </a:cubicBezTo>
                    <a:cubicBezTo>
                      <a:pt x="792861" y="349897"/>
                      <a:pt x="695123" y="372999"/>
                      <a:pt x="499771" y="419330"/>
                    </a:cubicBezTo>
                    <a:lnTo>
                      <a:pt x="488030" y="422123"/>
                    </a:ln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9" name=""/>
              <p:cNvSpPr/>
              <p:nvPr/>
            </p:nvSpPr>
            <p:spPr>
              <a:xfrm>
                <a:off x="9373151" y="3118655"/>
                <a:ext cx="529506" cy="270312"/>
              </a:xfrm>
              <a:custGeom>
                <a:avLst/>
                <a:gdLst>
                  <a:gd name="connsiteX0" fmla="*/ 528173 w 529465"/>
                  <a:gd name="connsiteY0" fmla="*/ 70240 h 269779"/>
                  <a:gd name="connsiteX1" fmla="*/ 490093 w 529465"/>
                  <a:gd name="connsiteY1" fmla="*/ 19086 h 269779"/>
                  <a:gd name="connsiteX2" fmla="*/ 353448 w 529465"/>
                  <a:gd name="connsiteY2" fmla="*/ 7789 h 269779"/>
                  <a:gd name="connsiteX3" fmla="*/ 1 w 529465"/>
                  <a:gd name="connsiteY3" fmla="*/ 147416 h 269779"/>
                  <a:gd name="connsiteX4" fmla="*/ 12695 w 529465"/>
                  <a:gd name="connsiteY4" fmla="*/ 191843 h 269779"/>
                  <a:gd name="connsiteX5" fmla="*/ 22595 w 529465"/>
                  <a:gd name="connsiteY5" fmla="*/ 269780 h 269779"/>
                  <a:gd name="connsiteX6" fmla="*/ 278558 w 529465"/>
                  <a:gd name="connsiteY6" fmla="*/ 254738 h 269779"/>
                  <a:gd name="connsiteX7" fmla="*/ 521001 w 529465"/>
                  <a:gd name="connsiteY7" fmla="*/ 118602 h 269779"/>
                  <a:gd name="connsiteX8" fmla="*/ 528173 w 529465"/>
                  <a:gd name="connsiteY8" fmla="*/ 70240 h 26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9465" h="269779">
                    <a:moveTo>
                      <a:pt x="528173" y="70240"/>
                    </a:moveTo>
                    <a:cubicBezTo>
                      <a:pt x="521826" y="40601"/>
                      <a:pt x="496439" y="23465"/>
                      <a:pt x="490093" y="19086"/>
                    </a:cubicBezTo>
                    <a:cubicBezTo>
                      <a:pt x="449093" y="-8967"/>
                      <a:pt x="393560" y="46"/>
                      <a:pt x="353448" y="7789"/>
                    </a:cubicBezTo>
                    <a:cubicBezTo>
                      <a:pt x="337328" y="10898"/>
                      <a:pt x="134234" y="54373"/>
                      <a:pt x="1" y="147416"/>
                    </a:cubicBezTo>
                    <a:cubicBezTo>
                      <a:pt x="8251" y="160763"/>
                      <a:pt x="12631" y="176147"/>
                      <a:pt x="12695" y="191843"/>
                    </a:cubicBezTo>
                    <a:cubicBezTo>
                      <a:pt x="13647" y="218067"/>
                      <a:pt x="16946" y="244146"/>
                      <a:pt x="22595" y="269780"/>
                    </a:cubicBezTo>
                    <a:lnTo>
                      <a:pt x="278558" y="254738"/>
                    </a:lnTo>
                    <a:cubicBezTo>
                      <a:pt x="278558" y="254738"/>
                      <a:pt x="478986" y="200474"/>
                      <a:pt x="521001" y="118602"/>
                    </a:cubicBezTo>
                    <a:cubicBezTo>
                      <a:pt x="528744" y="103744"/>
                      <a:pt x="531283" y="86710"/>
                      <a:pt x="528173" y="7024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0" name=""/>
              <p:cNvSpPr/>
              <p:nvPr/>
            </p:nvSpPr>
            <p:spPr>
              <a:xfrm>
                <a:off x="8383306" y="4588923"/>
                <a:ext cx="2940019" cy="2269077"/>
              </a:xfrm>
              <a:custGeom>
                <a:avLst/>
                <a:gdLst>
                  <a:gd name="connsiteX0" fmla="*/ 2924115 w 2939789"/>
                  <a:gd name="connsiteY0" fmla="*/ 1953801 h 2264599"/>
                  <a:gd name="connsiteX1" fmla="*/ 2836022 w 2939789"/>
                  <a:gd name="connsiteY1" fmla="*/ 1923464 h 2264599"/>
                  <a:gd name="connsiteX2" fmla="*/ 1970206 w 2939789"/>
                  <a:gd name="connsiteY2" fmla="*/ 1625169 h 2264599"/>
                  <a:gd name="connsiteX3" fmla="*/ 1822645 w 2939789"/>
                  <a:gd name="connsiteY3" fmla="*/ 125699 h 2264599"/>
                  <a:gd name="connsiteX4" fmla="*/ 733172 w 2939789"/>
                  <a:gd name="connsiteY4" fmla="*/ 289 h 2264599"/>
                  <a:gd name="connsiteX5" fmla="*/ 710831 w 2939789"/>
                  <a:gd name="connsiteY5" fmla="*/ 8540 h 2264599"/>
                  <a:gd name="connsiteX6" fmla="*/ 1 w 2939789"/>
                  <a:gd name="connsiteY6" fmla="*/ 2264282 h 2264599"/>
                  <a:gd name="connsiteX7" fmla="*/ 516813 w 2939789"/>
                  <a:gd name="connsiteY7" fmla="*/ 2264282 h 2264599"/>
                  <a:gd name="connsiteX8" fmla="*/ 1162589 w 2939789"/>
                  <a:gd name="connsiteY8" fmla="*/ 732316 h 2264599"/>
                  <a:gd name="connsiteX9" fmla="*/ 1608699 w 2939789"/>
                  <a:gd name="connsiteY9" fmla="*/ 2082385 h 2264599"/>
                  <a:gd name="connsiteX10" fmla="*/ 2428818 w 2939789"/>
                  <a:gd name="connsiteY10" fmla="*/ 2264599 h 2264599"/>
                  <a:gd name="connsiteX11" fmla="*/ 2939791 w 2939789"/>
                  <a:gd name="connsiteY11" fmla="*/ 2264599 h 226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39789" h="2264599">
                    <a:moveTo>
                      <a:pt x="2924115" y="1953801"/>
                    </a:moveTo>
                    <a:lnTo>
                      <a:pt x="2836022" y="1923464"/>
                    </a:lnTo>
                    <a:lnTo>
                      <a:pt x="1970206" y="1625169"/>
                    </a:lnTo>
                    <a:lnTo>
                      <a:pt x="1822645" y="125699"/>
                    </a:lnTo>
                    <a:cubicBezTo>
                      <a:pt x="1461709" y="44335"/>
                      <a:pt x="1100074" y="-4217"/>
                      <a:pt x="733172" y="289"/>
                    </a:cubicBezTo>
                    <a:lnTo>
                      <a:pt x="710831" y="8540"/>
                    </a:lnTo>
                    <a:cubicBezTo>
                      <a:pt x="710831" y="8540"/>
                      <a:pt x="223405" y="1349025"/>
                      <a:pt x="1" y="2264282"/>
                    </a:cubicBezTo>
                    <a:lnTo>
                      <a:pt x="516813" y="2264282"/>
                    </a:lnTo>
                    <a:lnTo>
                      <a:pt x="1162589" y="732316"/>
                    </a:lnTo>
                    <a:cubicBezTo>
                      <a:pt x="1369491" y="1383043"/>
                      <a:pt x="1311293" y="1991628"/>
                      <a:pt x="1608699" y="2082385"/>
                    </a:cubicBezTo>
                    <a:cubicBezTo>
                      <a:pt x="1853681" y="2157086"/>
                      <a:pt x="2167208" y="2219601"/>
                      <a:pt x="2428818" y="2264599"/>
                    </a:cubicBezTo>
                    <a:lnTo>
                      <a:pt x="2939791" y="2264599"/>
                    </a:ln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1" name=""/>
              <p:cNvSpPr/>
              <p:nvPr/>
            </p:nvSpPr>
            <p:spPr>
              <a:xfrm>
                <a:off x="10006338" y="4783117"/>
                <a:ext cx="260663" cy="473037"/>
              </a:xfrm>
              <a:custGeom>
                <a:avLst/>
                <a:gdLst>
                  <a:gd name="connsiteX0" fmla="*/ 9 w 260643"/>
                  <a:gd name="connsiteY0" fmla="*/ 11349 h 472103"/>
                  <a:gd name="connsiteX1" fmla="*/ 74075 w 260643"/>
                  <a:gd name="connsiteY1" fmla="*/ 330524 h 472103"/>
                  <a:gd name="connsiteX2" fmla="*/ 131195 w 260643"/>
                  <a:gd name="connsiteY2" fmla="*/ 430485 h 472103"/>
                  <a:gd name="connsiteX3" fmla="*/ 250513 w 260643"/>
                  <a:gd name="connsiteY3" fmla="*/ 471929 h 472103"/>
                  <a:gd name="connsiteX4" fmla="*/ 251973 w 260643"/>
                  <a:gd name="connsiteY4" fmla="*/ 452381 h 472103"/>
                  <a:gd name="connsiteX5" fmla="*/ 134052 w 260643"/>
                  <a:gd name="connsiteY5" fmla="*/ 407383 h 472103"/>
                  <a:gd name="connsiteX6" fmla="*/ 85055 w 260643"/>
                  <a:gd name="connsiteY6" fmla="*/ 291492 h 472103"/>
                  <a:gd name="connsiteX7" fmla="*/ 19366 w 260643"/>
                  <a:gd name="connsiteY7" fmla="*/ 7541 h 472103"/>
                  <a:gd name="connsiteX8" fmla="*/ 326 w 260643"/>
                  <a:gd name="connsiteY8" fmla="*/ 11349 h 472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643" h="472103">
                    <a:moveTo>
                      <a:pt x="9" y="11349"/>
                    </a:moveTo>
                    <a:cubicBezTo>
                      <a:pt x="24571" y="117593"/>
                      <a:pt x="46721" y="224852"/>
                      <a:pt x="74075" y="330524"/>
                    </a:cubicBezTo>
                    <a:cubicBezTo>
                      <a:pt x="83976" y="368604"/>
                      <a:pt x="98891" y="405733"/>
                      <a:pt x="131195" y="430485"/>
                    </a:cubicBezTo>
                    <a:cubicBezTo>
                      <a:pt x="165151" y="456633"/>
                      <a:pt x="209323" y="464630"/>
                      <a:pt x="250513" y="471929"/>
                    </a:cubicBezTo>
                    <a:cubicBezTo>
                      <a:pt x="263207" y="474150"/>
                      <a:pt x="264286" y="454539"/>
                      <a:pt x="251973" y="452381"/>
                    </a:cubicBezTo>
                    <a:cubicBezTo>
                      <a:pt x="211164" y="445145"/>
                      <a:pt x="165277" y="437022"/>
                      <a:pt x="134052" y="407383"/>
                    </a:cubicBezTo>
                    <a:cubicBezTo>
                      <a:pt x="102826" y="377744"/>
                      <a:pt x="94448" y="331984"/>
                      <a:pt x="85055" y="291492"/>
                    </a:cubicBezTo>
                    <a:lnTo>
                      <a:pt x="19366" y="7541"/>
                    </a:lnTo>
                    <a:cubicBezTo>
                      <a:pt x="16574" y="-4708"/>
                      <a:pt x="-2720" y="-1027"/>
                      <a:pt x="326" y="1134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2" name=""/>
              <p:cNvSpPr/>
              <p:nvPr/>
            </p:nvSpPr>
            <p:spPr>
              <a:xfrm>
                <a:off x="9335243" y="5167003"/>
                <a:ext cx="185685" cy="101386"/>
              </a:xfrm>
              <a:custGeom>
                <a:avLst/>
                <a:gdLst>
                  <a:gd name="connsiteX0" fmla="*/ 5157 w 185670"/>
                  <a:gd name="connsiteY0" fmla="*/ 18669 h 101186"/>
                  <a:gd name="connsiteX1" fmla="*/ 170171 w 185670"/>
                  <a:gd name="connsiteY1" fmla="*/ 100034 h 101186"/>
                  <a:gd name="connsiteX2" fmla="*/ 180516 w 185670"/>
                  <a:gd name="connsiteY2" fmla="*/ 82517 h 101186"/>
                  <a:gd name="connsiteX3" fmla="*/ 15502 w 185670"/>
                  <a:gd name="connsiteY3" fmla="*/ 1152 h 101186"/>
                  <a:gd name="connsiteX4" fmla="*/ 5157 w 185670"/>
                  <a:gd name="connsiteY4" fmla="*/ 18669 h 101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670" h="101186">
                    <a:moveTo>
                      <a:pt x="5157" y="18669"/>
                    </a:moveTo>
                    <a:lnTo>
                      <a:pt x="170171" y="100034"/>
                    </a:lnTo>
                    <a:cubicBezTo>
                      <a:pt x="181849" y="105809"/>
                      <a:pt x="192257" y="88292"/>
                      <a:pt x="180516" y="82517"/>
                    </a:cubicBezTo>
                    <a:lnTo>
                      <a:pt x="15502" y="1152"/>
                    </a:lnTo>
                    <a:cubicBezTo>
                      <a:pt x="3824" y="-4623"/>
                      <a:pt x="-6584" y="12894"/>
                      <a:pt x="5157" y="1866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3" name=""/>
              <p:cNvSpPr/>
              <p:nvPr/>
            </p:nvSpPr>
            <p:spPr>
              <a:xfrm>
                <a:off x="9248050" y="5000241"/>
                <a:ext cx="336267" cy="268317"/>
              </a:xfrm>
              <a:custGeom>
                <a:avLst/>
                <a:gdLst>
                  <a:gd name="connsiteX0" fmla="*/ 3743 w 336241"/>
                  <a:gd name="connsiteY0" fmla="*/ 17487 h 267787"/>
                  <a:gd name="connsiteX1" fmla="*/ 318476 w 336241"/>
                  <a:gd name="connsiteY1" fmla="*/ 265008 h 267787"/>
                  <a:gd name="connsiteX2" fmla="*/ 333327 w 336241"/>
                  <a:gd name="connsiteY2" fmla="*/ 252315 h 267787"/>
                  <a:gd name="connsiteX3" fmla="*/ 14850 w 336241"/>
                  <a:gd name="connsiteY3" fmla="*/ 1366 h 267787"/>
                  <a:gd name="connsiteX4" fmla="*/ 1395 w 336241"/>
                  <a:gd name="connsiteY4" fmla="*/ 4838 h 267787"/>
                  <a:gd name="connsiteX5" fmla="*/ 3743 w 336241"/>
                  <a:gd name="connsiteY5" fmla="*/ 17550 h 26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241" h="267787">
                    <a:moveTo>
                      <a:pt x="3743" y="17487"/>
                    </a:moveTo>
                    <a:cubicBezTo>
                      <a:pt x="115127" y="91458"/>
                      <a:pt x="220356" y="174225"/>
                      <a:pt x="318476" y="265008"/>
                    </a:cubicBezTo>
                    <a:cubicBezTo>
                      <a:pt x="327615" y="273449"/>
                      <a:pt x="342593" y="260756"/>
                      <a:pt x="333327" y="252315"/>
                    </a:cubicBezTo>
                    <a:cubicBezTo>
                      <a:pt x="234001" y="160319"/>
                      <a:pt x="127504" y="76397"/>
                      <a:pt x="14850" y="1366"/>
                    </a:cubicBezTo>
                    <a:cubicBezTo>
                      <a:pt x="10153" y="-1394"/>
                      <a:pt x="4124" y="161"/>
                      <a:pt x="1395" y="4838"/>
                    </a:cubicBezTo>
                    <a:cubicBezTo>
                      <a:pt x="-1144" y="9071"/>
                      <a:pt x="-128" y="14498"/>
                      <a:pt x="3743" y="1755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4" name=""/>
              <p:cNvSpPr/>
              <p:nvPr/>
            </p:nvSpPr>
            <p:spPr>
              <a:xfrm>
                <a:off x="8600902" y="3269796"/>
                <a:ext cx="1005063" cy="1420782"/>
              </a:xfrm>
              <a:custGeom>
                <a:avLst/>
                <a:gdLst>
                  <a:gd name="connsiteX0" fmla="*/ 1004986 w 1004984"/>
                  <a:gd name="connsiteY0" fmla="*/ 0 h 1417978"/>
                  <a:gd name="connsiteX1" fmla="*/ 827977 w 1004984"/>
                  <a:gd name="connsiteY1" fmla="*/ 86315 h 1417978"/>
                  <a:gd name="connsiteX2" fmla="*/ 722685 w 1004984"/>
                  <a:gd name="connsiteY2" fmla="*/ 133408 h 1417978"/>
                  <a:gd name="connsiteX3" fmla="*/ 652046 w 1004984"/>
                  <a:gd name="connsiteY3" fmla="*/ 73622 h 1417978"/>
                  <a:gd name="connsiteX4" fmla="*/ 548087 w 1004984"/>
                  <a:gd name="connsiteY4" fmla="*/ 214455 h 1417978"/>
                  <a:gd name="connsiteX5" fmla="*/ 516862 w 1004984"/>
                  <a:gd name="connsiteY5" fmla="*/ 241238 h 1417978"/>
                  <a:gd name="connsiteX6" fmla="*/ 473895 w 1004984"/>
                  <a:gd name="connsiteY6" fmla="*/ 315304 h 1417978"/>
                  <a:gd name="connsiteX7" fmla="*/ 461201 w 1004984"/>
                  <a:gd name="connsiteY7" fmla="*/ 347037 h 1417978"/>
                  <a:gd name="connsiteX8" fmla="*/ 36734 w 1004984"/>
                  <a:gd name="connsiteY8" fmla="*/ 853313 h 1417978"/>
                  <a:gd name="connsiteX9" fmla="*/ 277909 w 1004984"/>
                  <a:gd name="connsiteY9" fmla="*/ 1219581 h 1417978"/>
                  <a:gd name="connsiteX10" fmla="*/ 450602 w 1004984"/>
                  <a:gd name="connsiteY10" fmla="*/ 1014011 h 1417978"/>
                  <a:gd name="connsiteX11" fmla="*/ 443303 w 1004984"/>
                  <a:gd name="connsiteY11" fmla="*/ 1109212 h 1417978"/>
                  <a:gd name="connsiteX12" fmla="*/ 447429 w 1004984"/>
                  <a:gd name="connsiteY12" fmla="*/ 1405412 h 1417978"/>
                  <a:gd name="connsiteX13" fmla="*/ 454728 w 1004984"/>
                  <a:gd name="connsiteY13" fmla="*/ 1407062 h 1417978"/>
                  <a:gd name="connsiteX14" fmla="*/ 459044 w 1004984"/>
                  <a:gd name="connsiteY14" fmla="*/ 1376979 h 1417978"/>
                  <a:gd name="connsiteX15" fmla="*/ 458663 w 1004984"/>
                  <a:gd name="connsiteY15" fmla="*/ 1407951 h 1417978"/>
                  <a:gd name="connsiteX16" fmla="*/ 503978 w 1004984"/>
                  <a:gd name="connsiteY16" fmla="*/ 1417978 h 1417978"/>
                  <a:gd name="connsiteX17" fmla="*/ 787548 w 1004984"/>
                  <a:gd name="connsiteY17" fmla="*/ 1359018 h 1417978"/>
                  <a:gd name="connsiteX18" fmla="*/ 819281 w 1004984"/>
                  <a:gd name="connsiteY18" fmla="*/ 1174964 h 1417978"/>
                  <a:gd name="connsiteX19" fmla="*/ 946787 w 1004984"/>
                  <a:gd name="connsiteY19" fmla="*/ 1156812 h 1417978"/>
                  <a:gd name="connsiteX20" fmla="*/ 965382 w 1004984"/>
                  <a:gd name="connsiteY20" fmla="*/ 500374 h 1417978"/>
                  <a:gd name="connsiteX21" fmla="*/ 1004986 w 1004984"/>
                  <a:gd name="connsiteY21" fmla="*/ 0 h 1417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04984" h="1417978">
                    <a:moveTo>
                      <a:pt x="1004986" y="0"/>
                    </a:moveTo>
                    <a:cubicBezTo>
                      <a:pt x="947485" y="31803"/>
                      <a:pt x="888397" y="60611"/>
                      <a:pt x="827977" y="86315"/>
                    </a:cubicBezTo>
                    <a:cubicBezTo>
                      <a:pt x="782851" y="105990"/>
                      <a:pt x="756894" y="142103"/>
                      <a:pt x="722685" y="133408"/>
                    </a:cubicBezTo>
                    <a:cubicBezTo>
                      <a:pt x="684034" y="123507"/>
                      <a:pt x="679337" y="76795"/>
                      <a:pt x="652046" y="73622"/>
                    </a:cubicBezTo>
                    <a:cubicBezTo>
                      <a:pt x="631039" y="71147"/>
                      <a:pt x="598290" y="94947"/>
                      <a:pt x="548087" y="214455"/>
                    </a:cubicBezTo>
                    <a:cubicBezTo>
                      <a:pt x="536664" y="222090"/>
                      <a:pt x="526128" y="231083"/>
                      <a:pt x="516862" y="241238"/>
                    </a:cubicBezTo>
                    <a:cubicBezTo>
                      <a:pt x="497822" y="262309"/>
                      <a:pt x="485129" y="288775"/>
                      <a:pt x="473895" y="315304"/>
                    </a:cubicBezTo>
                    <a:cubicBezTo>
                      <a:pt x="469389" y="325776"/>
                      <a:pt x="465644" y="336502"/>
                      <a:pt x="461201" y="347037"/>
                    </a:cubicBezTo>
                    <a:cubicBezTo>
                      <a:pt x="306469" y="507736"/>
                      <a:pt x="137520" y="654217"/>
                      <a:pt x="36734" y="853313"/>
                    </a:cubicBezTo>
                    <a:cubicBezTo>
                      <a:pt x="-59736" y="1044095"/>
                      <a:pt x="38321" y="1284063"/>
                      <a:pt x="277909" y="1219581"/>
                    </a:cubicBezTo>
                    <a:cubicBezTo>
                      <a:pt x="351086" y="1199843"/>
                      <a:pt x="420202" y="1121778"/>
                      <a:pt x="450602" y="1014011"/>
                    </a:cubicBezTo>
                    <a:cubicBezTo>
                      <a:pt x="447683" y="1043523"/>
                      <a:pt x="445144" y="1075384"/>
                      <a:pt x="443303" y="1109212"/>
                    </a:cubicBezTo>
                    <a:cubicBezTo>
                      <a:pt x="436513" y="1235765"/>
                      <a:pt x="440955" y="1367268"/>
                      <a:pt x="447429" y="1405412"/>
                    </a:cubicBezTo>
                    <a:lnTo>
                      <a:pt x="454728" y="1407062"/>
                    </a:lnTo>
                    <a:cubicBezTo>
                      <a:pt x="456949" y="1395384"/>
                      <a:pt x="458599" y="1376915"/>
                      <a:pt x="459044" y="1376979"/>
                    </a:cubicBezTo>
                    <a:cubicBezTo>
                      <a:pt x="460757" y="1387242"/>
                      <a:pt x="460630" y="1397732"/>
                      <a:pt x="458663" y="1407951"/>
                    </a:cubicBezTo>
                    <a:cubicBezTo>
                      <a:pt x="473704" y="1411460"/>
                      <a:pt x="488809" y="1414805"/>
                      <a:pt x="503978" y="1417978"/>
                    </a:cubicBezTo>
                    <a:cubicBezTo>
                      <a:pt x="587945" y="1362445"/>
                      <a:pt x="685176" y="1352607"/>
                      <a:pt x="787548" y="1359018"/>
                    </a:cubicBezTo>
                    <a:cubicBezTo>
                      <a:pt x="792435" y="1309894"/>
                      <a:pt x="769333" y="1207459"/>
                      <a:pt x="819281" y="1174964"/>
                    </a:cubicBezTo>
                    <a:cubicBezTo>
                      <a:pt x="849619" y="1155225"/>
                      <a:pt x="908135" y="1178518"/>
                      <a:pt x="946787" y="1156812"/>
                    </a:cubicBezTo>
                    <a:cubicBezTo>
                      <a:pt x="878306" y="955749"/>
                      <a:pt x="938790" y="686141"/>
                      <a:pt x="965382" y="500374"/>
                    </a:cubicBezTo>
                    <a:cubicBezTo>
                      <a:pt x="988168" y="344118"/>
                      <a:pt x="979662" y="165712"/>
                      <a:pt x="1004986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5" name=""/>
              <p:cNvSpPr/>
              <p:nvPr/>
            </p:nvSpPr>
            <p:spPr>
              <a:xfrm>
                <a:off x="9169152" y="3269796"/>
                <a:ext cx="436813" cy="1387905"/>
              </a:xfrm>
              <a:custGeom>
                <a:avLst/>
                <a:gdLst>
                  <a:gd name="connsiteX0" fmla="*/ 436780 w 436779"/>
                  <a:gd name="connsiteY0" fmla="*/ 0 h 1385166"/>
                  <a:gd name="connsiteX1" fmla="*/ 259772 w 436779"/>
                  <a:gd name="connsiteY1" fmla="*/ 86315 h 1385166"/>
                  <a:gd name="connsiteX2" fmla="*/ 247078 w 436779"/>
                  <a:gd name="connsiteY2" fmla="*/ 104276 h 1385166"/>
                  <a:gd name="connsiteX3" fmla="*/ 189259 w 436779"/>
                  <a:gd name="connsiteY3" fmla="*/ 93804 h 1385166"/>
                  <a:gd name="connsiteX4" fmla="*/ 15995 w 436779"/>
                  <a:gd name="connsiteY4" fmla="*/ 608394 h 1385166"/>
                  <a:gd name="connsiteX5" fmla="*/ 58010 w 436779"/>
                  <a:gd name="connsiteY5" fmla="*/ 776328 h 1385166"/>
                  <a:gd name="connsiteX6" fmla="*/ 1 w 436779"/>
                  <a:gd name="connsiteY6" fmla="*/ 1385166 h 1385166"/>
                  <a:gd name="connsiteX7" fmla="*/ 219660 w 436779"/>
                  <a:gd name="connsiteY7" fmla="*/ 1359145 h 1385166"/>
                  <a:gd name="connsiteX8" fmla="*/ 251394 w 436779"/>
                  <a:gd name="connsiteY8" fmla="*/ 1175091 h 1385166"/>
                  <a:gd name="connsiteX9" fmla="*/ 378899 w 436779"/>
                  <a:gd name="connsiteY9" fmla="*/ 1156939 h 1385166"/>
                  <a:gd name="connsiteX10" fmla="*/ 397495 w 436779"/>
                  <a:gd name="connsiteY10" fmla="*/ 500500 h 1385166"/>
                  <a:gd name="connsiteX11" fmla="*/ 436780 w 436779"/>
                  <a:gd name="connsiteY11" fmla="*/ 0 h 13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779" h="1385166">
                    <a:moveTo>
                      <a:pt x="436780" y="0"/>
                    </a:moveTo>
                    <a:cubicBezTo>
                      <a:pt x="305023" y="38080"/>
                      <a:pt x="267006" y="66577"/>
                      <a:pt x="259772" y="86315"/>
                    </a:cubicBezTo>
                    <a:cubicBezTo>
                      <a:pt x="257740" y="93589"/>
                      <a:pt x="253234" y="99929"/>
                      <a:pt x="247078" y="104276"/>
                    </a:cubicBezTo>
                    <a:cubicBezTo>
                      <a:pt x="231021" y="114113"/>
                      <a:pt x="206776" y="103705"/>
                      <a:pt x="189259" y="93804"/>
                    </a:cubicBezTo>
                    <a:cubicBezTo>
                      <a:pt x="19168" y="213186"/>
                      <a:pt x="-15738" y="415391"/>
                      <a:pt x="15995" y="608394"/>
                    </a:cubicBezTo>
                    <a:cubicBezTo>
                      <a:pt x="30339" y="695344"/>
                      <a:pt x="39605" y="683031"/>
                      <a:pt x="58010" y="776328"/>
                    </a:cubicBezTo>
                    <a:cubicBezTo>
                      <a:pt x="98439" y="981136"/>
                      <a:pt x="84602" y="1193115"/>
                      <a:pt x="1" y="1385166"/>
                    </a:cubicBezTo>
                    <a:cubicBezTo>
                      <a:pt x="67911" y="1358764"/>
                      <a:pt x="142294" y="1354321"/>
                      <a:pt x="219660" y="1359145"/>
                    </a:cubicBezTo>
                    <a:cubicBezTo>
                      <a:pt x="224547" y="1310021"/>
                      <a:pt x="201445" y="1207586"/>
                      <a:pt x="251394" y="1175091"/>
                    </a:cubicBezTo>
                    <a:cubicBezTo>
                      <a:pt x="281731" y="1155352"/>
                      <a:pt x="340247" y="1178645"/>
                      <a:pt x="378899" y="1156939"/>
                    </a:cubicBezTo>
                    <a:cubicBezTo>
                      <a:pt x="310418" y="955876"/>
                      <a:pt x="370902" y="686268"/>
                      <a:pt x="397495" y="500500"/>
                    </a:cubicBezTo>
                    <a:cubicBezTo>
                      <a:pt x="419962" y="344118"/>
                      <a:pt x="411457" y="165712"/>
                      <a:pt x="436780" y="0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6" name=""/>
              <p:cNvSpPr/>
              <p:nvPr/>
            </p:nvSpPr>
            <p:spPr>
              <a:xfrm>
                <a:off x="8889647" y="4074508"/>
                <a:ext cx="134270" cy="260334"/>
              </a:xfrm>
              <a:custGeom>
                <a:avLst/>
                <a:gdLst>
                  <a:gd name="connsiteX0" fmla="*/ 112567 w 134260"/>
                  <a:gd name="connsiteY0" fmla="*/ 6714 h 259820"/>
                  <a:gd name="connsiteX1" fmla="*/ 1183 w 134260"/>
                  <a:gd name="connsiteY1" fmla="*/ 246047 h 259820"/>
                  <a:gd name="connsiteX2" fmla="*/ 21936 w 134260"/>
                  <a:gd name="connsiteY2" fmla="*/ 253219 h 259820"/>
                  <a:gd name="connsiteX3" fmla="*/ 133257 w 134260"/>
                  <a:gd name="connsiteY3" fmla="*/ 13885 h 259820"/>
                  <a:gd name="connsiteX4" fmla="*/ 112567 w 134260"/>
                  <a:gd name="connsiteY4" fmla="*/ 6714 h 25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60" h="259820">
                    <a:moveTo>
                      <a:pt x="112567" y="6714"/>
                    </a:moveTo>
                    <a:cubicBezTo>
                      <a:pt x="76645" y="87107"/>
                      <a:pt x="39516" y="166885"/>
                      <a:pt x="1183" y="246047"/>
                    </a:cubicBezTo>
                    <a:cubicBezTo>
                      <a:pt x="-5164" y="258741"/>
                      <a:pt x="15843" y="265786"/>
                      <a:pt x="21936" y="253219"/>
                    </a:cubicBezTo>
                    <a:cubicBezTo>
                      <a:pt x="60270" y="174013"/>
                      <a:pt x="97398" y="94235"/>
                      <a:pt x="133257" y="13885"/>
                    </a:cubicBezTo>
                    <a:cubicBezTo>
                      <a:pt x="139033" y="1192"/>
                      <a:pt x="118279" y="-6107"/>
                      <a:pt x="112567" y="67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7" name=""/>
              <p:cNvSpPr/>
              <p:nvPr/>
            </p:nvSpPr>
            <p:spPr>
              <a:xfrm>
                <a:off x="9467142" y="3272015"/>
                <a:ext cx="1470457" cy="1605143"/>
              </a:xfrm>
              <a:custGeom>
                <a:avLst/>
                <a:gdLst>
                  <a:gd name="connsiteX0" fmla="*/ 133482 w 1470342"/>
                  <a:gd name="connsiteY0" fmla="*/ 1203848 h 1601975"/>
                  <a:gd name="connsiteX1" fmla="*/ 639314 w 1470342"/>
                  <a:gd name="connsiteY1" fmla="*/ 1533876 h 1601975"/>
                  <a:gd name="connsiteX2" fmla="*/ 816006 w 1470342"/>
                  <a:gd name="connsiteY2" fmla="*/ 1601976 h 1601975"/>
                  <a:gd name="connsiteX3" fmla="*/ 900036 w 1470342"/>
                  <a:gd name="connsiteY3" fmla="*/ 1593281 h 1601975"/>
                  <a:gd name="connsiteX4" fmla="*/ 1333325 w 1470342"/>
                  <a:gd name="connsiteY4" fmla="*/ 1391583 h 1601975"/>
                  <a:gd name="connsiteX5" fmla="*/ 1450549 w 1470342"/>
                  <a:gd name="connsiteY5" fmla="*/ 944141 h 1601975"/>
                  <a:gd name="connsiteX6" fmla="*/ 1379529 w 1470342"/>
                  <a:gd name="connsiteY6" fmla="*/ 805910 h 1601975"/>
                  <a:gd name="connsiteX7" fmla="*/ 966232 w 1470342"/>
                  <a:gd name="connsiteY7" fmla="*/ 197453 h 1601975"/>
                  <a:gd name="connsiteX8" fmla="*/ 781734 w 1470342"/>
                  <a:gd name="connsiteY8" fmla="*/ 24188 h 1601975"/>
                  <a:gd name="connsiteX9" fmla="*/ 359552 w 1470342"/>
                  <a:gd name="connsiteY9" fmla="*/ 88607 h 1601975"/>
                  <a:gd name="connsiteX10" fmla="*/ 29143 w 1470342"/>
                  <a:gd name="connsiteY10" fmla="*/ 1151043 h 1601975"/>
                  <a:gd name="connsiteX11" fmla="*/ 133482 w 1470342"/>
                  <a:gd name="connsiteY11" fmla="*/ 1203848 h 160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70342" h="1601975">
                    <a:moveTo>
                      <a:pt x="133482" y="1203848"/>
                    </a:moveTo>
                    <a:cubicBezTo>
                      <a:pt x="266319" y="1367656"/>
                      <a:pt x="445232" y="1460318"/>
                      <a:pt x="639314" y="1533876"/>
                    </a:cubicBezTo>
                    <a:cubicBezTo>
                      <a:pt x="697958" y="1556153"/>
                      <a:pt x="756855" y="1579255"/>
                      <a:pt x="816006" y="1601976"/>
                    </a:cubicBezTo>
                    <a:cubicBezTo>
                      <a:pt x="844058" y="1599945"/>
                      <a:pt x="872111" y="1597343"/>
                      <a:pt x="900036" y="1593281"/>
                    </a:cubicBezTo>
                    <a:cubicBezTo>
                      <a:pt x="1060671" y="1570242"/>
                      <a:pt x="1220608" y="1508299"/>
                      <a:pt x="1333325" y="1391583"/>
                    </a:cubicBezTo>
                    <a:cubicBezTo>
                      <a:pt x="1446043" y="1274867"/>
                      <a:pt x="1503289" y="1097604"/>
                      <a:pt x="1450549" y="944141"/>
                    </a:cubicBezTo>
                    <a:cubicBezTo>
                      <a:pt x="1433666" y="895018"/>
                      <a:pt x="1406693" y="850146"/>
                      <a:pt x="1379529" y="805910"/>
                    </a:cubicBezTo>
                    <a:cubicBezTo>
                      <a:pt x="1251008" y="597021"/>
                      <a:pt x="1113285" y="394200"/>
                      <a:pt x="966232" y="197453"/>
                    </a:cubicBezTo>
                    <a:cubicBezTo>
                      <a:pt x="915458" y="129098"/>
                      <a:pt x="859735" y="58841"/>
                      <a:pt x="781734" y="24188"/>
                    </a:cubicBezTo>
                    <a:cubicBezTo>
                      <a:pt x="647374" y="-35598"/>
                      <a:pt x="492959" y="26790"/>
                      <a:pt x="359552" y="88607"/>
                    </a:cubicBezTo>
                    <a:cubicBezTo>
                      <a:pt x="359552" y="88607"/>
                      <a:pt x="-121274" y="650035"/>
                      <a:pt x="29143" y="1151043"/>
                    </a:cubicBezTo>
                    <a:cubicBezTo>
                      <a:pt x="65700" y="1150916"/>
                      <a:pt x="102955" y="1166212"/>
                      <a:pt x="133482" y="1203848"/>
                    </a:cubicBezTo>
                    <a:close/>
                  </a:path>
                </a:pathLst>
              </a:custGeom>
              <a:solidFill>
                <a:srgbClr val="838F6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8" name=""/>
              <p:cNvSpPr/>
              <p:nvPr/>
            </p:nvSpPr>
            <p:spPr>
              <a:xfrm>
                <a:off x="10388577" y="3567957"/>
                <a:ext cx="342939" cy="404980"/>
              </a:xfrm>
              <a:custGeom>
                <a:avLst/>
                <a:gdLst>
                  <a:gd name="connsiteX0" fmla="*/ 824 w 342912"/>
                  <a:gd name="connsiteY0" fmla="*/ 108108 h 404181"/>
                  <a:gd name="connsiteX1" fmla="*/ 83774 w 342912"/>
                  <a:gd name="connsiteY1" fmla="*/ 301619 h 404181"/>
                  <a:gd name="connsiteX2" fmla="*/ 168884 w 342912"/>
                  <a:gd name="connsiteY2" fmla="*/ 401198 h 404181"/>
                  <a:gd name="connsiteX3" fmla="*/ 340245 w 342912"/>
                  <a:gd name="connsiteY3" fmla="*/ 295018 h 404181"/>
                  <a:gd name="connsiteX4" fmla="*/ 272081 w 342912"/>
                  <a:gd name="connsiteY4" fmla="*/ 138635 h 404181"/>
                  <a:gd name="connsiteX5" fmla="*/ 147940 w 342912"/>
                  <a:gd name="connsiteY5" fmla="*/ 24 h 404181"/>
                  <a:gd name="connsiteX6" fmla="*/ 95517 w 342912"/>
                  <a:gd name="connsiteY6" fmla="*/ 17160 h 404181"/>
                  <a:gd name="connsiteX7" fmla="*/ 824 w 342912"/>
                  <a:gd name="connsiteY7" fmla="*/ 108108 h 404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12" h="404181">
                    <a:moveTo>
                      <a:pt x="824" y="108108"/>
                    </a:moveTo>
                    <a:cubicBezTo>
                      <a:pt x="-6348" y="154185"/>
                      <a:pt x="34398" y="209338"/>
                      <a:pt x="83774" y="301619"/>
                    </a:cubicBezTo>
                    <a:cubicBezTo>
                      <a:pt x="105798" y="342809"/>
                      <a:pt x="131058" y="387109"/>
                      <a:pt x="168884" y="401198"/>
                    </a:cubicBezTo>
                    <a:cubicBezTo>
                      <a:pt x="217119" y="419223"/>
                      <a:pt x="323553" y="352012"/>
                      <a:pt x="340245" y="295018"/>
                    </a:cubicBezTo>
                    <a:cubicBezTo>
                      <a:pt x="356936" y="238025"/>
                      <a:pt x="290614" y="196962"/>
                      <a:pt x="272081" y="138635"/>
                    </a:cubicBezTo>
                    <a:cubicBezTo>
                      <a:pt x="250375" y="70408"/>
                      <a:pt x="206012" y="-1499"/>
                      <a:pt x="147940" y="24"/>
                    </a:cubicBezTo>
                    <a:cubicBezTo>
                      <a:pt x="129535" y="532"/>
                      <a:pt x="112208" y="8592"/>
                      <a:pt x="95517" y="17160"/>
                    </a:cubicBezTo>
                    <a:cubicBezTo>
                      <a:pt x="33064" y="49274"/>
                      <a:pt x="5711" y="76565"/>
                      <a:pt x="824" y="108108"/>
                    </a:cubicBezTo>
                    <a:close/>
                  </a:path>
                </a:pathLst>
              </a:custGeom>
              <a:solidFill>
                <a:srgbClr val="D1A24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9" name=""/>
              <p:cNvSpPr/>
              <p:nvPr/>
            </p:nvSpPr>
            <p:spPr>
              <a:xfrm>
                <a:off x="8968263" y="3458289"/>
                <a:ext cx="198222" cy="363807"/>
              </a:xfrm>
              <a:custGeom>
                <a:avLst/>
                <a:gdLst>
                  <a:gd name="connsiteX0" fmla="*/ 38652 w 198207"/>
                  <a:gd name="connsiteY0" fmla="*/ 290039 h 363089"/>
                  <a:gd name="connsiteX1" fmla="*/ 1715 w 198207"/>
                  <a:gd name="connsiteY1" fmla="*/ 340051 h 363089"/>
                  <a:gd name="connsiteX2" fmla="*/ 1 w 198207"/>
                  <a:gd name="connsiteY2" fmla="*/ 363089 h 363089"/>
                  <a:gd name="connsiteX3" fmla="*/ 28625 w 198207"/>
                  <a:gd name="connsiteY3" fmla="*/ 346905 h 363089"/>
                  <a:gd name="connsiteX4" fmla="*/ 174599 w 198207"/>
                  <a:gd name="connsiteY4" fmla="*/ 66635 h 363089"/>
                  <a:gd name="connsiteX5" fmla="*/ 198208 w 198207"/>
                  <a:gd name="connsiteY5" fmla="*/ 7547 h 363089"/>
                  <a:gd name="connsiteX6" fmla="*/ 150989 w 198207"/>
                  <a:gd name="connsiteY6" fmla="*/ 3612 h 363089"/>
                  <a:gd name="connsiteX7" fmla="*/ 119256 w 198207"/>
                  <a:gd name="connsiteY7" fmla="*/ 43025 h 363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8207" h="363089">
                    <a:moveTo>
                      <a:pt x="38652" y="290039"/>
                    </a:moveTo>
                    <a:cubicBezTo>
                      <a:pt x="31544" y="310005"/>
                      <a:pt x="18724" y="327414"/>
                      <a:pt x="1715" y="340051"/>
                    </a:cubicBezTo>
                    <a:cubicBezTo>
                      <a:pt x="509" y="354457"/>
                      <a:pt x="1" y="363089"/>
                      <a:pt x="1" y="363089"/>
                    </a:cubicBezTo>
                    <a:lnTo>
                      <a:pt x="28625" y="346905"/>
                    </a:lnTo>
                    <a:cubicBezTo>
                      <a:pt x="84856" y="257639"/>
                      <a:pt x="133727" y="163898"/>
                      <a:pt x="174599" y="66635"/>
                    </a:cubicBezTo>
                    <a:cubicBezTo>
                      <a:pt x="183040" y="46751"/>
                      <a:pt x="190910" y="27051"/>
                      <a:pt x="198208" y="7547"/>
                    </a:cubicBezTo>
                    <a:cubicBezTo>
                      <a:pt x="183865" y="-881"/>
                      <a:pt x="166538" y="-2335"/>
                      <a:pt x="150989" y="3612"/>
                    </a:cubicBezTo>
                    <a:cubicBezTo>
                      <a:pt x="134678" y="10854"/>
                      <a:pt x="122873" y="25534"/>
                      <a:pt x="119256" y="43025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0" name=""/>
              <p:cNvSpPr/>
              <p:nvPr/>
            </p:nvSpPr>
            <p:spPr>
              <a:xfrm>
                <a:off x="8993749" y="4045496"/>
                <a:ext cx="67118" cy="512300"/>
              </a:xfrm>
              <a:custGeom>
                <a:avLst/>
                <a:gdLst>
                  <a:gd name="connsiteX0" fmla="*/ 67115 w 67113"/>
                  <a:gd name="connsiteY0" fmla="*/ 4253 h 511289"/>
                  <a:gd name="connsiteX1" fmla="*/ 49027 w 67113"/>
                  <a:gd name="connsiteY1" fmla="*/ 511290 h 511289"/>
                  <a:gd name="connsiteX2" fmla="*/ 665 w 67113"/>
                  <a:gd name="connsiteY2" fmla="*/ 333582 h 511289"/>
                  <a:gd name="connsiteX3" fmla="*/ 32399 w 67113"/>
                  <a:gd name="connsiteY3" fmla="*/ 0 h 5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113" h="511289">
                    <a:moveTo>
                      <a:pt x="67115" y="4253"/>
                    </a:moveTo>
                    <a:lnTo>
                      <a:pt x="49027" y="511290"/>
                    </a:lnTo>
                    <a:cubicBezTo>
                      <a:pt x="49027" y="511290"/>
                      <a:pt x="6759" y="357065"/>
                      <a:pt x="665" y="333582"/>
                    </a:cubicBezTo>
                    <a:cubicBezTo>
                      <a:pt x="-5427" y="310100"/>
                      <a:pt x="32399" y="0"/>
                      <a:pt x="32399" y="0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1" name=""/>
              <p:cNvSpPr/>
              <p:nvPr/>
            </p:nvSpPr>
            <p:spPr>
              <a:xfrm>
                <a:off x="8993752" y="4187244"/>
                <a:ext cx="60707" cy="370552"/>
              </a:xfrm>
              <a:custGeom>
                <a:avLst/>
                <a:gdLst>
                  <a:gd name="connsiteX0" fmla="*/ 60703 w 60702"/>
                  <a:gd name="connsiteY0" fmla="*/ 42142 h 369821"/>
                  <a:gd name="connsiteX1" fmla="*/ 49025 w 60702"/>
                  <a:gd name="connsiteY1" fmla="*/ 369822 h 369821"/>
                  <a:gd name="connsiteX2" fmla="*/ 663 w 60702"/>
                  <a:gd name="connsiteY2" fmla="*/ 192114 h 369821"/>
                  <a:gd name="connsiteX3" fmla="*/ 15895 w 60702"/>
                  <a:gd name="connsiteY3" fmla="*/ 0 h 369821"/>
                  <a:gd name="connsiteX4" fmla="*/ 60703 w 60702"/>
                  <a:gd name="connsiteY4" fmla="*/ 42142 h 369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02" h="369821">
                    <a:moveTo>
                      <a:pt x="60703" y="42142"/>
                    </a:moveTo>
                    <a:lnTo>
                      <a:pt x="49025" y="369822"/>
                    </a:lnTo>
                    <a:cubicBezTo>
                      <a:pt x="49025" y="369822"/>
                      <a:pt x="6757" y="215597"/>
                      <a:pt x="663" y="192114"/>
                    </a:cubicBezTo>
                    <a:cubicBezTo>
                      <a:pt x="-2574" y="179421"/>
                      <a:pt x="6629" y="85236"/>
                      <a:pt x="15895" y="0"/>
                    </a:cubicBezTo>
                    <a:cubicBezTo>
                      <a:pt x="30937" y="13918"/>
                      <a:pt x="45852" y="27970"/>
                      <a:pt x="60703" y="42142"/>
                    </a:cubicBezTo>
                    <a:close/>
                  </a:path>
                </a:pathLst>
              </a:custGeom>
              <a:solidFill>
                <a:srgbClr val="4D559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2" name=""/>
              <p:cNvSpPr/>
              <p:nvPr/>
            </p:nvSpPr>
            <p:spPr>
              <a:xfrm>
                <a:off x="9252745" y="4631247"/>
                <a:ext cx="973404" cy="290617"/>
              </a:xfrm>
              <a:custGeom>
                <a:avLst/>
                <a:gdLst>
                  <a:gd name="connsiteX0" fmla="*/ 567713 w 973328"/>
                  <a:gd name="connsiteY0" fmla="*/ 195542 h 290043"/>
                  <a:gd name="connsiteX1" fmla="*/ 886634 w 973328"/>
                  <a:gd name="connsiteY1" fmla="*/ 266434 h 290043"/>
                  <a:gd name="connsiteX2" fmla="*/ 973330 w 973328"/>
                  <a:gd name="connsiteY2" fmla="*/ 290044 h 290043"/>
                  <a:gd name="connsiteX3" fmla="*/ 955369 w 973328"/>
                  <a:gd name="connsiteY3" fmla="*/ 1713 h 290043"/>
                  <a:gd name="connsiteX4" fmla="*/ 1 w 973328"/>
                  <a:gd name="connsiteY4" fmla="*/ 0 h 290043"/>
                  <a:gd name="connsiteX5" fmla="*/ 10156 w 973328"/>
                  <a:gd name="connsiteY5" fmla="*/ 22594 h 290043"/>
                  <a:gd name="connsiteX6" fmla="*/ 567713 w 973328"/>
                  <a:gd name="connsiteY6" fmla="*/ 195542 h 29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3328" h="290043">
                    <a:moveTo>
                      <a:pt x="567713" y="195542"/>
                    </a:moveTo>
                    <a:cubicBezTo>
                      <a:pt x="596907" y="201000"/>
                      <a:pt x="721366" y="223150"/>
                      <a:pt x="886634" y="266434"/>
                    </a:cubicBezTo>
                    <a:cubicBezTo>
                      <a:pt x="923318" y="276018"/>
                      <a:pt x="953338" y="284395"/>
                      <a:pt x="973330" y="290044"/>
                    </a:cubicBezTo>
                    <a:cubicBezTo>
                      <a:pt x="967300" y="193955"/>
                      <a:pt x="961335" y="97847"/>
                      <a:pt x="955369" y="1713"/>
                    </a:cubicBezTo>
                    <a:lnTo>
                      <a:pt x="1" y="0"/>
                    </a:lnTo>
                    <a:cubicBezTo>
                      <a:pt x="1" y="0"/>
                      <a:pt x="3555" y="7997"/>
                      <a:pt x="10156" y="22594"/>
                    </a:cubicBezTo>
                    <a:cubicBezTo>
                      <a:pt x="297471" y="132201"/>
                      <a:pt x="465086" y="176502"/>
                      <a:pt x="567713" y="195542"/>
                    </a:cubicBezTo>
                    <a:close/>
                  </a:path>
                </a:pathLst>
              </a:custGeom>
              <a:solidFill>
                <a:srgbClr val="42466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3" name=""/>
              <p:cNvSpPr/>
              <p:nvPr/>
            </p:nvSpPr>
            <p:spPr>
              <a:xfrm>
                <a:off x="9211831" y="3218950"/>
                <a:ext cx="900068" cy="1481926"/>
              </a:xfrm>
              <a:custGeom>
                <a:avLst/>
                <a:gdLst>
                  <a:gd name="connsiteX0" fmla="*/ 640928 w 899998"/>
                  <a:gd name="connsiteY0" fmla="*/ 51888 h 1479001"/>
                  <a:gd name="connsiteX1" fmla="*/ 635851 w 899998"/>
                  <a:gd name="connsiteY1" fmla="*/ 45541 h 1479001"/>
                  <a:gd name="connsiteX2" fmla="*/ 594216 w 899998"/>
                  <a:gd name="connsiteY2" fmla="*/ 23328 h 1479001"/>
                  <a:gd name="connsiteX3" fmla="*/ 18444 w 899998"/>
                  <a:gd name="connsiteY3" fmla="*/ 625121 h 1479001"/>
                  <a:gd name="connsiteX4" fmla="*/ 115612 w 899998"/>
                  <a:gd name="connsiteY4" fmla="*/ 985106 h 1479001"/>
                  <a:gd name="connsiteX5" fmla="*/ 69725 w 899998"/>
                  <a:gd name="connsiteY5" fmla="*/ 1321481 h 1479001"/>
                  <a:gd name="connsiteX6" fmla="*/ 63378 w 899998"/>
                  <a:gd name="connsiteY6" fmla="*/ 1416681 h 1479001"/>
                  <a:gd name="connsiteX7" fmla="*/ 119991 w 899998"/>
                  <a:gd name="connsiteY7" fmla="*/ 1442068 h 1479001"/>
                  <a:gd name="connsiteX8" fmla="*/ 900000 w 899998"/>
                  <a:gd name="connsiteY8" fmla="*/ 1455904 h 1479001"/>
                  <a:gd name="connsiteX9" fmla="*/ 656223 w 899998"/>
                  <a:gd name="connsiteY9" fmla="*/ 106596 h 1479001"/>
                  <a:gd name="connsiteX10" fmla="*/ 640928 w 899998"/>
                  <a:gd name="connsiteY10" fmla="*/ 51888 h 147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9998" h="1479001">
                    <a:moveTo>
                      <a:pt x="640928" y="51888"/>
                    </a:moveTo>
                    <a:cubicBezTo>
                      <a:pt x="639405" y="49635"/>
                      <a:pt x="637691" y="47508"/>
                      <a:pt x="635851" y="45541"/>
                    </a:cubicBezTo>
                    <a:cubicBezTo>
                      <a:pt x="624997" y="33863"/>
                      <a:pt x="609448" y="28024"/>
                      <a:pt x="594216" y="23328"/>
                    </a:cubicBezTo>
                    <a:cubicBezTo>
                      <a:pt x="205037" y="-96752"/>
                      <a:pt x="-76185" y="268310"/>
                      <a:pt x="18444" y="625121"/>
                    </a:cubicBezTo>
                    <a:cubicBezTo>
                      <a:pt x="50178" y="745708"/>
                      <a:pt x="100190" y="861599"/>
                      <a:pt x="115612" y="985106"/>
                    </a:cubicBezTo>
                    <a:cubicBezTo>
                      <a:pt x="129765" y="1099315"/>
                      <a:pt x="113962" y="1215230"/>
                      <a:pt x="69725" y="1321481"/>
                    </a:cubicBezTo>
                    <a:cubicBezTo>
                      <a:pt x="57032" y="1352453"/>
                      <a:pt x="42244" y="1390469"/>
                      <a:pt x="63378" y="1416681"/>
                    </a:cubicBezTo>
                    <a:cubicBezTo>
                      <a:pt x="76453" y="1433246"/>
                      <a:pt x="99174" y="1438196"/>
                      <a:pt x="119991" y="1442068"/>
                    </a:cubicBezTo>
                    <a:cubicBezTo>
                      <a:pt x="377794" y="1486133"/>
                      <a:pt x="640801" y="1490798"/>
                      <a:pt x="900000" y="1455904"/>
                    </a:cubicBezTo>
                    <a:cubicBezTo>
                      <a:pt x="786267" y="1012606"/>
                      <a:pt x="704839" y="561661"/>
                      <a:pt x="656223" y="106596"/>
                    </a:cubicBezTo>
                    <a:cubicBezTo>
                      <a:pt x="653875" y="87683"/>
                      <a:pt x="651400" y="67310"/>
                      <a:pt x="640928" y="518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4" name=""/>
              <p:cNvSpPr/>
              <p:nvPr/>
            </p:nvSpPr>
            <p:spPr>
              <a:xfrm>
                <a:off x="9532656" y="3215678"/>
                <a:ext cx="786733" cy="1485540"/>
              </a:xfrm>
              <a:custGeom>
                <a:avLst/>
                <a:gdLst>
                  <a:gd name="connsiteX0" fmla="*/ 412663 w 786672"/>
                  <a:gd name="connsiteY0" fmla="*/ 0 h 1482608"/>
                  <a:gd name="connsiteX1" fmla="*/ 329141 w 786672"/>
                  <a:gd name="connsiteY1" fmla="*/ 35478 h 1482608"/>
                  <a:gd name="connsiteX2" fmla="*/ 179105 w 786672"/>
                  <a:gd name="connsiteY2" fmla="*/ 736788 h 1482608"/>
                  <a:gd name="connsiteX3" fmla="*/ 116970 w 786672"/>
                  <a:gd name="connsiteY3" fmla="*/ 1274099 h 1482608"/>
                  <a:gd name="connsiteX4" fmla="*/ 1 w 786672"/>
                  <a:gd name="connsiteY4" fmla="*/ 1470846 h 1482608"/>
                  <a:gd name="connsiteX5" fmla="*/ 334726 w 786672"/>
                  <a:gd name="connsiteY5" fmla="*/ 1466848 h 1482608"/>
                  <a:gd name="connsiteX6" fmla="*/ 565935 w 786672"/>
                  <a:gd name="connsiteY6" fmla="*/ 1424071 h 1482608"/>
                  <a:gd name="connsiteX7" fmla="*/ 786674 w 786672"/>
                  <a:gd name="connsiteY7" fmla="*/ 1434607 h 1482608"/>
                  <a:gd name="connsiteX8" fmla="*/ 412663 w 786672"/>
                  <a:gd name="connsiteY8" fmla="*/ 0 h 1482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672" h="1482608">
                    <a:moveTo>
                      <a:pt x="412663" y="0"/>
                    </a:moveTo>
                    <a:lnTo>
                      <a:pt x="329141" y="35478"/>
                    </a:lnTo>
                    <a:cubicBezTo>
                      <a:pt x="199795" y="332186"/>
                      <a:pt x="175297" y="569489"/>
                      <a:pt x="179105" y="736788"/>
                    </a:cubicBezTo>
                    <a:cubicBezTo>
                      <a:pt x="182278" y="877557"/>
                      <a:pt x="207601" y="1061612"/>
                      <a:pt x="116970" y="1274099"/>
                    </a:cubicBezTo>
                    <a:cubicBezTo>
                      <a:pt x="86887" y="1344572"/>
                      <a:pt x="47538" y="1410737"/>
                      <a:pt x="1" y="1470846"/>
                    </a:cubicBezTo>
                    <a:cubicBezTo>
                      <a:pt x="145277" y="1491854"/>
                      <a:pt x="257804" y="1481065"/>
                      <a:pt x="334726" y="1466848"/>
                    </a:cubicBezTo>
                    <a:cubicBezTo>
                      <a:pt x="415012" y="1452060"/>
                      <a:pt x="467181" y="1431497"/>
                      <a:pt x="565935" y="1424071"/>
                    </a:cubicBezTo>
                    <a:cubicBezTo>
                      <a:pt x="639684" y="1418543"/>
                      <a:pt x="713814" y="1422078"/>
                      <a:pt x="786674" y="1434607"/>
                    </a:cubicBezTo>
                    <a:cubicBezTo>
                      <a:pt x="737804" y="1241731"/>
                      <a:pt x="412663" y="0"/>
                      <a:pt x="412663" y="0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5" name=""/>
              <p:cNvSpPr/>
              <p:nvPr/>
            </p:nvSpPr>
            <p:spPr>
              <a:xfrm>
                <a:off x="9720013" y="3276981"/>
                <a:ext cx="647543" cy="1604143"/>
              </a:xfrm>
              <a:custGeom>
                <a:avLst/>
                <a:gdLst>
                  <a:gd name="connsiteX0" fmla="*/ 633603 w 647492"/>
                  <a:gd name="connsiteY0" fmla="*/ 681317 h 1600977"/>
                  <a:gd name="connsiteX1" fmla="*/ 606059 w 647492"/>
                  <a:gd name="connsiteY1" fmla="*/ 504054 h 1600977"/>
                  <a:gd name="connsiteX2" fmla="*/ 491120 w 647492"/>
                  <a:gd name="connsiteY2" fmla="*/ 290108 h 1600977"/>
                  <a:gd name="connsiteX3" fmla="*/ 314047 w 647492"/>
                  <a:gd name="connsiteY3" fmla="*/ 31162 h 1600977"/>
                  <a:gd name="connsiteX4" fmla="*/ 220941 w 647492"/>
                  <a:gd name="connsiteY4" fmla="*/ 0 h 1600977"/>
                  <a:gd name="connsiteX5" fmla="*/ 39806 w 647492"/>
                  <a:gd name="connsiteY5" fmla="*/ 165395 h 1600977"/>
                  <a:gd name="connsiteX6" fmla="*/ 393 w 647492"/>
                  <a:gd name="connsiteY6" fmla="*/ 614296 h 1600977"/>
                  <a:gd name="connsiteX7" fmla="*/ 58593 w 647492"/>
                  <a:gd name="connsiteY7" fmla="*/ 1356860 h 1600977"/>
                  <a:gd name="connsiteX8" fmla="*/ 70778 w 647492"/>
                  <a:gd name="connsiteY8" fmla="*/ 1442096 h 1600977"/>
                  <a:gd name="connsiteX9" fmla="*/ 155571 w 647492"/>
                  <a:gd name="connsiteY9" fmla="*/ 1501310 h 1600977"/>
                  <a:gd name="connsiteX10" fmla="*/ 546019 w 647492"/>
                  <a:gd name="connsiteY10" fmla="*/ 1599240 h 1600977"/>
                  <a:gd name="connsiteX11" fmla="*/ 602187 w 647492"/>
                  <a:gd name="connsiteY11" fmla="*/ 1592068 h 1600977"/>
                  <a:gd name="connsiteX12" fmla="*/ 627066 w 647492"/>
                  <a:gd name="connsiteY12" fmla="*/ 1529553 h 1600977"/>
                  <a:gd name="connsiteX13" fmla="*/ 632334 w 647492"/>
                  <a:gd name="connsiteY13" fmla="*/ 1464881 h 1600977"/>
                  <a:gd name="connsiteX14" fmla="*/ 633603 w 647492"/>
                  <a:gd name="connsiteY14" fmla="*/ 681317 h 1600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92" h="1600977">
                    <a:moveTo>
                      <a:pt x="633603" y="681317"/>
                    </a:moveTo>
                    <a:cubicBezTo>
                      <a:pt x="629224" y="621532"/>
                      <a:pt x="623766" y="561302"/>
                      <a:pt x="606059" y="504054"/>
                    </a:cubicBezTo>
                    <a:cubicBezTo>
                      <a:pt x="582005" y="426434"/>
                      <a:pt x="536245" y="357509"/>
                      <a:pt x="491120" y="290108"/>
                    </a:cubicBezTo>
                    <a:cubicBezTo>
                      <a:pt x="432730" y="203367"/>
                      <a:pt x="373706" y="117052"/>
                      <a:pt x="314047" y="31162"/>
                    </a:cubicBezTo>
                    <a:cubicBezTo>
                      <a:pt x="287010" y="11291"/>
                      <a:pt x="254452" y="394"/>
                      <a:pt x="220941" y="0"/>
                    </a:cubicBezTo>
                    <a:cubicBezTo>
                      <a:pt x="143956" y="889"/>
                      <a:pt x="69509" y="66704"/>
                      <a:pt x="39806" y="165395"/>
                    </a:cubicBezTo>
                    <a:cubicBezTo>
                      <a:pt x="16070" y="313914"/>
                      <a:pt x="2932" y="463918"/>
                      <a:pt x="393" y="614296"/>
                    </a:cubicBezTo>
                    <a:cubicBezTo>
                      <a:pt x="-6397" y="1039525"/>
                      <a:pt x="77506" y="1225356"/>
                      <a:pt x="58593" y="1356860"/>
                    </a:cubicBezTo>
                    <a:cubicBezTo>
                      <a:pt x="56879" y="1368538"/>
                      <a:pt x="51040" y="1406681"/>
                      <a:pt x="70778" y="1442096"/>
                    </a:cubicBezTo>
                    <a:cubicBezTo>
                      <a:pt x="87851" y="1472877"/>
                      <a:pt x="122694" y="1488617"/>
                      <a:pt x="155571" y="1501310"/>
                    </a:cubicBezTo>
                    <a:cubicBezTo>
                      <a:pt x="281298" y="1549634"/>
                      <a:pt x="412358" y="1582523"/>
                      <a:pt x="546019" y="1599240"/>
                    </a:cubicBezTo>
                    <a:cubicBezTo>
                      <a:pt x="565059" y="1601652"/>
                      <a:pt x="586384" y="1603238"/>
                      <a:pt x="602187" y="1592068"/>
                    </a:cubicBezTo>
                    <a:cubicBezTo>
                      <a:pt x="621227" y="1578740"/>
                      <a:pt x="625035" y="1552655"/>
                      <a:pt x="627066" y="1529553"/>
                    </a:cubicBezTo>
                    <a:cubicBezTo>
                      <a:pt x="628970" y="1507974"/>
                      <a:pt x="630748" y="1486415"/>
                      <a:pt x="632334" y="1464881"/>
                    </a:cubicBezTo>
                    <a:cubicBezTo>
                      <a:pt x="652136" y="1204082"/>
                      <a:pt x="652516" y="942180"/>
                      <a:pt x="633603" y="68131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6" name=""/>
              <p:cNvSpPr/>
              <p:nvPr/>
            </p:nvSpPr>
            <p:spPr>
              <a:xfrm>
                <a:off x="9532656" y="3955450"/>
                <a:ext cx="976832" cy="742060"/>
              </a:xfrm>
              <a:custGeom>
                <a:avLst/>
                <a:gdLst>
                  <a:gd name="connsiteX0" fmla="*/ 892410 w 976756"/>
                  <a:gd name="connsiteY0" fmla="*/ 734566 h 740595"/>
                  <a:gd name="connsiteX1" fmla="*/ 951371 w 976756"/>
                  <a:gd name="connsiteY1" fmla="*/ 668370 h 740595"/>
                  <a:gd name="connsiteX2" fmla="*/ 976758 w 976756"/>
                  <a:gd name="connsiteY2" fmla="*/ 621151 h 740595"/>
                  <a:gd name="connsiteX3" fmla="*/ 98819 w 976756"/>
                  <a:gd name="connsiteY3" fmla="*/ 16565 h 740595"/>
                  <a:gd name="connsiteX4" fmla="*/ 1 w 976756"/>
                  <a:gd name="connsiteY4" fmla="*/ 0 h 740595"/>
                  <a:gd name="connsiteX5" fmla="*/ 887396 w 976756"/>
                  <a:gd name="connsiteY5" fmla="*/ 740596 h 740595"/>
                  <a:gd name="connsiteX6" fmla="*/ 892410 w 976756"/>
                  <a:gd name="connsiteY6" fmla="*/ 734566 h 740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756" h="740595">
                    <a:moveTo>
                      <a:pt x="892410" y="734566"/>
                    </a:moveTo>
                    <a:cubicBezTo>
                      <a:pt x="913100" y="713369"/>
                      <a:pt x="932521" y="691092"/>
                      <a:pt x="951371" y="668370"/>
                    </a:cubicBezTo>
                    <a:cubicBezTo>
                      <a:pt x="959748" y="652567"/>
                      <a:pt x="968063" y="636637"/>
                      <a:pt x="976758" y="621151"/>
                    </a:cubicBezTo>
                    <a:lnTo>
                      <a:pt x="98819" y="16565"/>
                    </a:lnTo>
                    <a:lnTo>
                      <a:pt x="1" y="0"/>
                    </a:lnTo>
                    <a:cubicBezTo>
                      <a:pt x="1" y="0"/>
                      <a:pt x="525254" y="593099"/>
                      <a:pt x="887396" y="740596"/>
                    </a:cubicBezTo>
                    <a:cubicBezTo>
                      <a:pt x="888982" y="738375"/>
                      <a:pt x="890760" y="736217"/>
                      <a:pt x="892410" y="73456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7" name=""/>
              <p:cNvSpPr/>
              <p:nvPr/>
            </p:nvSpPr>
            <p:spPr>
              <a:xfrm>
                <a:off x="9894953" y="3079209"/>
                <a:ext cx="47320" cy="66645"/>
              </a:xfrm>
              <a:custGeom>
                <a:avLst/>
                <a:gdLst>
                  <a:gd name="connsiteX0" fmla="*/ 1 w 47316"/>
                  <a:gd name="connsiteY0" fmla="*/ 0 h 66513"/>
                  <a:gd name="connsiteX1" fmla="*/ 43984 w 47316"/>
                  <a:gd name="connsiteY1" fmla="*/ 66513 h 66513"/>
                  <a:gd name="connsiteX2" fmla="*/ 47285 w 47316"/>
                  <a:gd name="connsiteY2" fmla="*/ 55089 h 66513"/>
                  <a:gd name="connsiteX3" fmla="*/ 1 w 47316"/>
                  <a:gd name="connsiteY3" fmla="*/ 0 h 6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16" h="66513">
                    <a:moveTo>
                      <a:pt x="1" y="0"/>
                    </a:moveTo>
                    <a:lnTo>
                      <a:pt x="43984" y="66513"/>
                    </a:lnTo>
                    <a:cubicBezTo>
                      <a:pt x="45951" y="63023"/>
                      <a:pt x="47094" y="59107"/>
                      <a:pt x="47285" y="55089"/>
                    </a:cubicBezTo>
                    <a:cubicBezTo>
                      <a:pt x="48363" y="33066"/>
                      <a:pt x="23040" y="13582"/>
                      <a:pt x="1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8" name=""/>
              <p:cNvSpPr/>
              <p:nvPr/>
            </p:nvSpPr>
            <p:spPr>
              <a:xfrm>
                <a:off x="9731577" y="3155584"/>
                <a:ext cx="283928" cy="415449"/>
              </a:xfrm>
              <a:custGeom>
                <a:avLst/>
                <a:gdLst>
                  <a:gd name="connsiteX0" fmla="*/ 199986 w 283906"/>
                  <a:gd name="connsiteY0" fmla="*/ 4062 h 414629"/>
                  <a:gd name="connsiteX1" fmla="*/ 186848 w 283906"/>
                  <a:gd name="connsiteY1" fmla="*/ 0 h 414629"/>
                  <a:gd name="connsiteX2" fmla="*/ 56296 w 283906"/>
                  <a:gd name="connsiteY2" fmla="*/ 222134 h 414629"/>
                  <a:gd name="connsiteX3" fmla="*/ 1 w 283906"/>
                  <a:gd name="connsiteY3" fmla="*/ 414629 h 414629"/>
                  <a:gd name="connsiteX4" fmla="*/ 185896 w 283906"/>
                  <a:gd name="connsiteY4" fmla="*/ 199730 h 414629"/>
                  <a:gd name="connsiteX5" fmla="*/ 270561 w 283906"/>
                  <a:gd name="connsiteY5" fmla="*/ 128394 h 414629"/>
                  <a:gd name="connsiteX6" fmla="*/ 272719 w 283906"/>
                  <a:gd name="connsiteY6" fmla="*/ 125220 h 414629"/>
                  <a:gd name="connsiteX7" fmla="*/ 275067 w 283906"/>
                  <a:gd name="connsiteY7" fmla="*/ 122111 h 414629"/>
                  <a:gd name="connsiteX8" fmla="*/ 283318 w 283906"/>
                  <a:gd name="connsiteY8" fmla="*/ 105355 h 414629"/>
                  <a:gd name="connsiteX9" fmla="*/ 199986 w 283906"/>
                  <a:gd name="connsiteY9" fmla="*/ 4062 h 41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906" h="414629">
                    <a:moveTo>
                      <a:pt x="199986" y="4062"/>
                    </a:moveTo>
                    <a:cubicBezTo>
                      <a:pt x="196114" y="1422"/>
                      <a:pt x="191545" y="6"/>
                      <a:pt x="186848" y="0"/>
                    </a:cubicBezTo>
                    <a:cubicBezTo>
                      <a:pt x="136075" y="6347"/>
                      <a:pt x="72608" y="181198"/>
                      <a:pt x="56296" y="222134"/>
                    </a:cubicBezTo>
                    <a:cubicBezTo>
                      <a:pt x="31291" y="284300"/>
                      <a:pt x="12440" y="348776"/>
                      <a:pt x="1" y="414629"/>
                    </a:cubicBezTo>
                    <a:lnTo>
                      <a:pt x="185896" y="199730"/>
                    </a:lnTo>
                    <a:cubicBezTo>
                      <a:pt x="246190" y="149972"/>
                      <a:pt x="269292" y="130361"/>
                      <a:pt x="270561" y="128394"/>
                    </a:cubicBezTo>
                    <a:cubicBezTo>
                      <a:pt x="271195" y="127277"/>
                      <a:pt x="271893" y="126217"/>
                      <a:pt x="272719" y="125220"/>
                    </a:cubicBezTo>
                    <a:cubicBezTo>
                      <a:pt x="273480" y="124205"/>
                      <a:pt x="274305" y="123189"/>
                      <a:pt x="275067" y="122111"/>
                    </a:cubicBezTo>
                    <a:cubicBezTo>
                      <a:pt x="277606" y="116398"/>
                      <a:pt x="280462" y="110940"/>
                      <a:pt x="283318" y="105355"/>
                    </a:cubicBezTo>
                    <a:cubicBezTo>
                      <a:pt x="290426" y="91456"/>
                      <a:pt x="231592" y="21769"/>
                      <a:pt x="199986" y="40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9" name=""/>
              <p:cNvSpPr/>
              <p:nvPr/>
            </p:nvSpPr>
            <p:spPr>
              <a:xfrm>
                <a:off x="9613742" y="3301265"/>
                <a:ext cx="495959" cy="394865"/>
              </a:xfrm>
              <a:custGeom>
                <a:avLst/>
                <a:gdLst>
                  <a:gd name="connsiteX0" fmla="*/ 381532 w 495920"/>
                  <a:gd name="connsiteY0" fmla="*/ 8196 h 394086"/>
                  <a:gd name="connsiteX1" fmla="*/ 346371 w 495920"/>
                  <a:gd name="connsiteY1" fmla="*/ 37264 h 394086"/>
                  <a:gd name="connsiteX2" fmla="*/ 121761 w 495920"/>
                  <a:gd name="connsiteY2" fmla="*/ 257748 h 394086"/>
                  <a:gd name="connsiteX3" fmla="*/ 9362 w 495920"/>
                  <a:gd name="connsiteY3" fmla="*/ 368053 h 394086"/>
                  <a:gd name="connsiteX4" fmla="*/ 77144 w 495920"/>
                  <a:gd name="connsiteY4" fmla="*/ 355360 h 394086"/>
                  <a:gd name="connsiteX5" fmla="*/ 482507 w 495920"/>
                  <a:gd name="connsiteY5" fmla="*/ 78835 h 394086"/>
                  <a:gd name="connsiteX6" fmla="*/ 495201 w 495920"/>
                  <a:gd name="connsiteY6" fmla="*/ 65189 h 394086"/>
                  <a:gd name="connsiteX7" fmla="*/ 485173 w 495920"/>
                  <a:gd name="connsiteY7" fmla="*/ 39803 h 394086"/>
                  <a:gd name="connsiteX8" fmla="*/ 402666 w 495920"/>
                  <a:gd name="connsiteY8" fmla="*/ 897 h 394086"/>
                  <a:gd name="connsiteX9" fmla="*/ 381532 w 495920"/>
                  <a:gd name="connsiteY9" fmla="*/ 8196 h 39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920" h="394086">
                    <a:moveTo>
                      <a:pt x="381532" y="8196"/>
                    </a:moveTo>
                    <a:cubicBezTo>
                      <a:pt x="368648" y="16358"/>
                      <a:pt x="356843" y="26125"/>
                      <a:pt x="346371" y="37264"/>
                    </a:cubicBezTo>
                    <a:lnTo>
                      <a:pt x="121761" y="257748"/>
                    </a:lnTo>
                    <a:cubicBezTo>
                      <a:pt x="87489" y="291385"/>
                      <a:pt x="34876" y="327562"/>
                      <a:pt x="9362" y="368053"/>
                    </a:cubicBezTo>
                    <a:cubicBezTo>
                      <a:pt x="-27259" y="426189"/>
                      <a:pt x="53789" y="371037"/>
                      <a:pt x="77144" y="355360"/>
                    </a:cubicBezTo>
                    <a:lnTo>
                      <a:pt x="482507" y="78835"/>
                    </a:lnTo>
                    <a:cubicBezTo>
                      <a:pt x="488092" y="75788"/>
                      <a:pt x="492599" y="70997"/>
                      <a:pt x="495201" y="65189"/>
                    </a:cubicBezTo>
                    <a:cubicBezTo>
                      <a:pt x="498121" y="56050"/>
                      <a:pt x="491647" y="46720"/>
                      <a:pt x="485173" y="39803"/>
                    </a:cubicBezTo>
                    <a:cubicBezTo>
                      <a:pt x="463785" y="16193"/>
                      <a:pt x="433892" y="-4624"/>
                      <a:pt x="402666" y="897"/>
                    </a:cubicBezTo>
                    <a:cubicBezTo>
                      <a:pt x="395240" y="2147"/>
                      <a:pt x="388132" y="4610"/>
                      <a:pt x="381532" y="819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0" name=""/>
              <p:cNvSpPr/>
              <p:nvPr/>
            </p:nvSpPr>
            <p:spPr>
              <a:xfrm>
                <a:off x="8911584" y="3687725"/>
                <a:ext cx="272820" cy="393723"/>
              </a:xfrm>
              <a:custGeom>
                <a:avLst/>
                <a:gdLst>
                  <a:gd name="connsiteX0" fmla="*/ 1 w 272799"/>
                  <a:gd name="connsiteY0" fmla="*/ 189322 h 392946"/>
                  <a:gd name="connsiteX1" fmla="*/ 48489 w 272799"/>
                  <a:gd name="connsiteY1" fmla="*/ 23229 h 392946"/>
                  <a:gd name="connsiteX2" fmla="*/ 210457 w 272799"/>
                  <a:gd name="connsiteY2" fmla="*/ 0 h 392946"/>
                  <a:gd name="connsiteX3" fmla="*/ 225753 w 272799"/>
                  <a:gd name="connsiteY3" fmla="*/ 106815 h 392946"/>
                  <a:gd name="connsiteX4" fmla="*/ 272528 w 272799"/>
                  <a:gd name="connsiteY4" fmla="*/ 255011 h 392946"/>
                  <a:gd name="connsiteX5" fmla="*/ 65181 w 272799"/>
                  <a:gd name="connsiteY5" fmla="*/ 391591 h 392946"/>
                  <a:gd name="connsiteX6" fmla="*/ 1 w 272799"/>
                  <a:gd name="connsiteY6" fmla="*/ 189322 h 39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799" h="392946">
                    <a:moveTo>
                      <a:pt x="1" y="189322"/>
                    </a:moveTo>
                    <a:cubicBezTo>
                      <a:pt x="1" y="189322"/>
                      <a:pt x="12695" y="27799"/>
                      <a:pt x="48489" y="23229"/>
                    </a:cubicBezTo>
                    <a:cubicBezTo>
                      <a:pt x="84285" y="18660"/>
                      <a:pt x="152956" y="254"/>
                      <a:pt x="210457" y="0"/>
                    </a:cubicBezTo>
                    <a:cubicBezTo>
                      <a:pt x="267958" y="-254"/>
                      <a:pt x="225753" y="106815"/>
                      <a:pt x="225753" y="106815"/>
                    </a:cubicBezTo>
                    <a:cubicBezTo>
                      <a:pt x="225753" y="106815"/>
                      <a:pt x="276970" y="216740"/>
                      <a:pt x="272528" y="255011"/>
                    </a:cubicBezTo>
                    <a:cubicBezTo>
                      <a:pt x="268086" y="293281"/>
                      <a:pt x="94820" y="406570"/>
                      <a:pt x="65181" y="391591"/>
                    </a:cubicBezTo>
                    <a:cubicBezTo>
                      <a:pt x="35543" y="376613"/>
                      <a:pt x="1" y="189322"/>
                      <a:pt x="1" y="18932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1" name=""/>
              <p:cNvSpPr/>
              <p:nvPr/>
            </p:nvSpPr>
            <p:spPr>
              <a:xfrm>
                <a:off x="9387055" y="3631128"/>
                <a:ext cx="526749" cy="537800"/>
              </a:xfrm>
              <a:custGeom>
                <a:avLst/>
                <a:gdLst>
                  <a:gd name="connsiteX0" fmla="*/ 446424 w 526708"/>
                  <a:gd name="connsiteY0" fmla="*/ 241872 h 536739"/>
                  <a:gd name="connsiteX1" fmla="*/ 349637 w 526708"/>
                  <a:gd name="connsiteY1" fmla="*/ 195478 h 536739"/>
                  <a:gd name="connsiteX2" fmla="*/ 274365 w 526708"/>
                  <a:gd name="connsiteY2" fmla="*/ 0 h 536739"/>
                  <a:gd name="connsiteX3" fmla="*/ 176816 w 526708"/>
                  <a:gd name="connsiteY3" fmla="*/ 63467 h 536739"/>
                  <a:gd name="connsiteX4" fmla="*/ 39411 w 526708"/>
                  <a:gd name="connsiteY4" fmla="*/ 19548 h 536739"/>
                  <a:gd name="connsiteX5" fmla="*/ 32620 w 526708"/>
                  <a:gd name="connsiteY5" fmla="*/ 144324 h 536739"/>
                  <a:gd name="connsiteX6" fmla="*/ 1267 w 526708"/>
                  <a:gd name="connsiteY6" fmla="*/ 278874 h 536739"/>
                  <a:gd name="connsiteX7" fmla="*/ 171866 w 526708"/>
                  <a:gd name="connsiteY7" fmla="*/ 402381 h 536739"/>
                  <a:gd name="connsiteX8" fmla="*/ 282616 w 526708"/>
                  <a:gd name="connsiteY8" fmla="*/ 412916 h 536739"/>
                  <a:gd name="connsiteX9" fmla="*/ 526710 w 526708"/>
                  <a:gd name="connsiteY9" fmla="*/ 536740 h 53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6708" h="536739">
                    <a:moveTo>
                      <a:pt x="446424" y="241872"/>
                    </a:moveTo>
                    <a:lnTo>
                      <a:pt x="349637" y="195478"/>
                    </a:lnTo>
                    <a:lnTo>
                      <a:pt x="274365" y="0"/>
                    </a:lnTo>
                    <a:lnTo>
                      <a:pt x="176816" y="63467"/>
                    </a:lnTo>
                    <a:cubicBezTo>
                      <a:pt x="176816" y="63467"/>
                      <a:pt x="49438" y="-15486"/>
                      <a:pt x="39411" y="19548"/>
                    </a:cubicBezTo>
                    <a:cubicBezTo>
                      <a:pt x="29383" y="54581"/>
                      <a:pt x="32620" y="144324"/>
                      <a:pt x="32620" y="144324"/>
                    </a:cubicBezTo>
                    <a:cubicBezTo>
                      <a:pt x="32620" y="144324"/>
                      <a:pt x="-7555" y="224165"/>
                      <a:pt x="1267" y="278874"/>
                    </a:cubicBezTo>
                    <a:cubicBezTo>
                      <a:pt x="10089" y="333582"/>
                      <a:pt x="171866" y="402381"/>
                      <a:pt x="171866" y="402381"/>
                    </a:cubicBezTo>
                    <a:cubicBezTo>
                      <a:pt x="171866" y="402381"/>
                      <a:pt x="260720" y="393178"/>
                      <a:pt x="282616" y="412916"/>
                    </a:cubicBezTo>
                    <a:cubicBezTo>
                      <a:pt x="304512" y="432654"/>
                      <a:pt x="526710" y="536740"/>
                      <a:pt x="526710" y="536740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2" name=""/>
              <p:cNvSpPr/>
              <p:nvPr/>
            </p:nvSpPr>
            <p:spPr>
              <a:xfrm>
                <a:off x="9824118" y="3670937"/>
                <a:ext cx="551317" cy="457865"/>
              </a:xfrm>
              <a:custGeom>
                <a:avLst/>
                <a:gdLst>
                  <a:gd name="connsiteX0" fmla="*/ 551276 w 551274"/>
                  <a:gd name="connsiteY0" fmla="*/ 456962 h 456961"/>
                  <a:gd name="connsiteX1" fmla="*/ 173266 w 551274"/>
                  <a:gd name="connsiteY1" fmla="*/ 0 h 456961"/>
                  <a:gd name="connsiteX2" fmla="*/ 378011 w 551274"/>
                  <a:gd name="connsiteY2" fmla="*/ 338660 h 456961"/>
                  <a:gd name="connsiteX3" fmla="*/ 441034 w 551274"/>
                  <a:gd name="connsiteY3" fmla="*/ 362269 h 456961"/>
                  <a:gd name="connsiteX4" fmla="*/ 94504 w 551274"/>
                  <a:gd name="connsiteY4" fmla="*/ 181135 h 456961"/>
                  <a:gd name="connsiteX5" fmla="*/ 1 w 551274"/>
                  <a:gd name="connsiteY5" fmla="*/ 181135 h 456961"/>
                  <a:gd name="connsiteX6" fmla="*/ 15742 w 551274"/>
                  <a:gd name="connsiteY6" fmla="*/ 196875 h 456961"/>
                  <a:gd name="connsiteX7" fmla="*/ 39351 w 551274"/>
                  <a:gd name="connsiteY7" fmla="*/ 189004 h 456961"/>
                  <a:gd name="connsiteX8" fmla="*/ 448904 w 551274"/>
                  <a:gd name="connsiteY8" fmla="*/ 433162 h 45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1274" h="456961">
                    <a:moveTo>
                      <a:pt x="551276" y="456962"/>
                    </a:moveTo>
                    <a:cubicBezTo>
                      <a:pt x="425293" y="304641"/>
                      <a:pt x="299248" y="152321"/>
                      <a:pt x="173266" y="0"/>
                    </a:cubicBezTo>
                    <a:lnTo>
                      <a:pt x="378011" y="338660"/>
                    </a:lnTo>
                    <a:cubicBezTo>
                      <a:pt x="425674" y="362142"/>
                      <a:pt x="439193" y="365252"/>
                      <a:pt x="441034" y="362269"/>
                    </a:cubicBezTo>
                    <a:cubicBezTo>
                      <a:pt x="450300" y="347545"/>
                      <a:pt x="161779" y="181325"/>
                      <a:pt x="94504" y="181135"/>
                    </a:cubicBezTo>
                    <a:lnTo>
                      <a:pt x="1" y="181135"/>
                    </a:lnTo>
                    <a:cubicBezTo>
                      <a:pt x="2731" y="188414"/>
                      <a:pt x="8443" y="194158"/>
                      <a:pt x="15742" y="196875"/>
                    </a:cubicBezTo>
                    <a:cubicBezTo>
                      <a:pt x="26848" y="199730"/>
                      <a:pt x="38019" y="190084"/>
                      <a:pt x="39351" y="189004"/>
                    </a:cubicBezTo>
                    <a:cubicBezTo>
                      <a:pt x="53948" y="177835"/>
                      <a:pt x="156067" y="231654"/>
                      <a:pt x="448904" y="4331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3" name=""/>
              <p:cNvSpPr/>
              <p:nvPr/>
            </p:nvSpPr>
            <p:spPr>
              <a:xfrm>
                <a:off x="9714922" y="3366105"/>
                <a:ext cx="1119350" cy="1269174"/>
              </a:xfrm>
              <a:custGeom>
                <a:avLst/>
                <a:gdLst>
                  <a:gd name="connsiteX0" fmla="*/ 1008388 w 1119263"/>
                  <a:gd name="connsiteY0" fmla="*/ 1241319 h 1266669"/>
                  <a:gd name="connsiteX1" fmla="*/ 1109428 w 1119263"/>
                  <a:gd name="connsiteY1" fmla="*/ 1108039 h 1266669"/>
                  <a:gd name="connsiteX2" fmla="*/ 1062145 w 1119263"/>
                  <a:gd name="connsiteY2" fmla="*/ 847824 h 1266669"/>
                  <a:gd name="connsiteX3" fmla="*/ 621113 w 1119263"/>
                  <a:gd name="connsiteY3" fmla="*/ 91680 h 1266669"/>
                  <a:gd name="connsiteX4" fmla="*/ 487198 w 1119263"/>
                  <a:gd name="connsiteY4" fmla="*/ 5047 h 1266669"/>
                  <a:gd name="connsiteX5" fmla="*/ 354806 w 1119263"/>
                  <a:gd name="connsiteY5" fmla="*/ 16725 h 1266669"/>
                  <a:gd name="connsiteX6" fmla="*/ 216321 w 1119263"/>
                  <a:gd name="connsiteY6" fmla="*/ 202366 h 1266669"/>
                  <a:gd name="connsiteX7" fmla="*/ 245135 w 1119263"/>
                  <a:gd name="connsiteY7" fmla="*/ 263294 h 1266669"/>
                  <a:gd name="connsiteX8" fmla="*/ 663382 w 1119263"/>
                  <a:gd name="connsiteY8" fmla="*/ 736821 h 1266669"/>
                  <a:gd name="connsiteX9" fmla="*/ 225460 w 1119263"/>
                  <a:gd name="connsiteY9" fmla="*/ 506246 h 1266669"/>
                  <a:gd name="connsiteX10" fmla="*/ 138891 w 1119263"/>
                  <a:gd name="connsiteY10" fmla="*/ 491711 h 1266669"/>
                  <a:gd name="connsiteX11" fmla="*/ 9292 w 1119263"/>
                  <a:gd name="connsiteY11" fmla="*/ 678368 h 1266669"/>
                  <a:gd name="connsiteX12" fmla="*/ 13608 w 1119263"/>
                  <a:gd name="connsiteY12" fmla="*/ 807333 h 1266669"/>
                  <a:gd name="connsiteX13" fmla="*/ 61271 w 1119263"/>
                  <a:gd name="connsiteY13" fmla="*/ 856901 h 1266669"/>
                  <a:gd name="connsiteX14" fmla="*/ 779082 w 1119263"/>
                  <a:gd name="connsiteY14" fmla="*/ 1246905 h 1266669"/>
                  <a:gd name="connsiteX15" fmla="*/ 1008388 w 1119263"/>
                  <a:gd name="connsiteY15" fmla="*/ 1241319 h 126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9263" h="1266669">
                    <a:moveTo>
                      <a:pt x="1008388" y="1241319"/>
                    </a:moveTo>
                    <a:cubicBezTo>
                      <a:pt x="1079979" y="1200003"/>
                      <a:pt x="1104605" y="1123715"/>
                      <a:pt x="1109428" y="1108039"/>
                    </a:cubicBezTo>
                    <a:cubicBezTo>
                      <a:pt x="1139257" y="1008459"/>
                      <a:pt x="1094767" y="916115"/>
                      <a:pt x="1062145" y="847824"/>
                    </a:cubicBezTo>
                    <a:cubicBezTo>
                      <a:pt x="944922" y="602969"/>
                      <a:pt x="798504" y="290267"/>
                      <a:pt x="621113" y="91680"/>
                    </a:cubicBezTo>
                    <a:cubicBezTo>
                      <a:pt x="598456" y="66293"/>
                      <a:pt x="555298" y="20469"/>
                      <a:pt x="487198" y="5047"/>
                    </a:cubicBezTo>
                    <a:cubicBezTo>
                      <a:pt x="442898" y="-4505"/>
                      <a:pt x="396758" y="-437"/>
                      <a:pt x="354806" y="16725"/>
                    </a:cubicBezTo>
                    <a:cubicBezTo>
                      <a:pt x="276995" y="48459"/>
                      <a:pt x="210482" y="128871"/>
                      <a:pt x="216321" y="202366"/>
                    </a:cubicBezTo>
                    <a:cubicBezTo>
                      <a:pt x="217907" y="222040"/>
                      <a:pt x="226666" y="242350"/>
                      <a:pt x="245135" y="263294"/>
                    </a:cubicBezTo>
                    <a:lnTo>
                      <a:pt x="663382" y="736821"/>
                    </a:lnTo>
                    <a:cubicBezTo>
                      <a:pt x="529911" y="638225"/>
                      <a:pt x="382287" y="560478"/>
                      <a:pt x="225460" y="506246"/>
                    </a:cubicBezTo>
                    <a:cubicBezTo>
                      <a:pt x="197535" y="496599"/>
                      <a:pt x="168340" y="487206"/>
                      <a:pt x="138891" y="491711"/>
                    </a:cubicBezTo>
                    <a:cubicBezTo>
                      <a:pt x="58669" y="503135"/>
                      <a:pt x="25667" y="599034"/>
                      <a:pt x="9292" y="678368"/>
                    </a:cubicBezTo>
                    <a:cubicBezTo>
                      <a:pt x="407" y="721462"/>
                      <a:pt x="-7908" y="768935"/>
                      <a:pt x="13608" y="807333"/>
                    </a:cubicBezTo>
                    <a:cubicBezTo>
                      <a:pt x="24905" y="827452"/>
                      <a:pt x="43183" y="842557"/>
                      <a:pt x="61271" y="856901"/>
                    </a:cubicBezTo>
                    <a:cubicBezTo>
                      <a:pt x="271601" y="1023819"/>
                      <a:pt x="435726" y="1162113"/>
                      <a:pt x="779082" y="1246905"/>
                    </a:cubicBezTo>
                    <a:cubicBezTo>
                      <a:pt x="871364" y="1269626"/>
                      <a:pt x="943335" y="1278702"/>
                      <a:pt x="1008388" y="1241319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4" name=""/>
              <p:cNvSpPr/>
              <p:nvPr/>
            </p:nvSpPr>
            <p:spPr>
              <a:xfrm>
                <a:off x="9776464" y="3841151"/>
                <a:ext cx="174141" cy="408245"/>
              </a:xfrm>
              <a:custGeom>
                <a:avLst/>
                <a:gdLst>
                  <a:gd name="connsiteX0" fmla="*/ 152563 w 174127"/>
                  <a:gd name="connsiteY0" fmla="*/ 7004 h 407439"/>
                  <a:gd name="connsiteX1" fmla="*/ 813 w 174127"/>
                  <a:gd name="connsiteY1" fmla="*/ 393327 h 407439"/>
                  <a:gd name="connsiteX2" fmla="*/ 21567 w 174127"/>
                  <a:gd name="connsiteY2" fmla="*/ 400499 h 407439"/>
                  <a:gd name="connsiteX3" fmla="*/ 173316 w 174127"/>
                  <a:gd name="connsiteY3" fmla="*/ 14112 h 407439"/>
                  <a:gd name="connsiteX4" fmla="*/ 152563 w 174127"/>
                  <a:gd name="connsiteY4" fmla="*/ 6941 h 407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27" h="407439">
                    <a:moveTo>
                      <a:pt x="152563" y="7004"/>
                    </a:moveTo>
                    <a:lnTo>
                      <a:pt x="813" y="393327"/>
                    </a:lnTo>
                    <a:cubicBezTo>
                      <a:pt x="-4327" y="406465"/>
                      <a:pt x="16426" y="413573"/>
                      <a:pt x="21567" y="400499"/>
                    </a:cubicBezTo>
                    <a:lnTo>
                      <a:pt x="173316" y="14112"/>
                    </a:lnTo>
                    <a:cubicBezTo>
                      <a:pt x="178458" y="975"/>
                      <a:pt x="157704" y="-6134"/>
                      <a:pt x="152563" y="69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5" name=""/>
              <p:cNvSpPr/>
              <p:nvPr/>
            </p:nvSpPr>
            <p:spPr>
              <a:xfrm>
                <a:off x="10260548" y="4031611"/>
                <a:ext cx="195372" cy="93271"/>
              </a:xfrm>
              <a:custGeom>
                <a:avLst/>
                <a:gdLst>
                  <a:gd name="connsiteX0" fmla="*/ 8826 w 195357"/>
                  <a:gd name="connsiteY0" fmla="*/ 19189 h 93087"/>
                  <a:gd name="connsiteX1" fmla="*/ 180187 w 195357"/>
                  <a:gd name="connsiteY1" fmla="*/ 91732 h 93087"/>
                  <a:gd name="connsiteX2" fmla="*/ 186534 w 195357"/>
                  <a:gd name="connsiteY2" fmla="*/ 73898 h 93087"/>
                  <a:gd name="connsiteX3" fmla="*/ 15173 w 195357"/>
                  <a:gd name="connsiteY3" fmla="*/ 1355 h 93087"/>
                  <a:gd name="connsiteX4" fmla="*/ 8826 w 195357"/>
                  <a:gd name="connsiteY4" fmla="*/ 19189 h 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7" h="93087">
                    <a:moveTo>
                      <a:pt x="8826" y="19189"/>
                    </a:moveTo>
                    <a:lnTo>
                      <a:pt x="180187" y="91732"/>
                    </a:lnTo>
                    <a:cubicBezTo>
                      <a:pt x="195737" y="98079"/>
                      <a:pt x="201766" y="80435"/>
                      <a:pt x="186534" y="73898"/>
                    </a:cubicBezTo>
                    <a:lnTo>
                      <a:pt x="15173" y="1355"/>
                    </a:lnTo>
                    <a:cubicBezTo>
                      <a:pt x="-376" y="-4991"/>
                      <a:pt x="-6406" y="12652"/>
                      <a:pt x="8826" y="191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6" name=""/>
              <p:cNvSpPr/>
              <p:nvPr/>
            </p:nvSpPr>
            <p:spPr>
              <a:xfrm>
                <a:off x="11202538" y="6494068"/>
                <a:ext cx="192834" cy="363678"/>
              </a:xfrm>
              <a:custGeom>
                <a:avLst/>
                <a:gdLst>
                  <a:gd name="connsiteX0" fmla="*/ 1 w 192819"/>
                  <a:gd name="connsiteY0" fmla="*/ 143999 h 362960"/>
                  <a:gd name="connsiteX1" fmla="*/ 9585 w 192819"/>
                  <a:gd name="connsiteY1" fmla="*/ 362960 h 362960"/>
                  <a:gd name="connsiteX2" fmla="*/ 189070 w 192819"/>
                  <a:gd name="connsiteY2" fmla="*/ 362960 h 362960"/>
                  <a:gd name="connsiteX3" fmla="*/ 149656 w 192819"/>
                  <a:gd name="connsiteY3" fmla="*/ 10084 h 362960"/>
                  <a:gd name="connsiteX4" fmla="*/ 1 w 192819"/>
                  <a:gd name="connsiteY4" fmla="*/ 143999 h 36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19" h="362960">
                    <a:moveTo>
                      <a:pt x="1" y="143999"/>
                    </a:moveTo>
                    <a:cubicBezTo>
                      <a:pt x="1" y="143999"/>
                      <a:pt x="7617" y="261920"/>
                      <a:pt x="9585" y="362960"/>
                    </a:cubicBezTo>
                    <a:lnTo>
                      <a:pt x="189070" y="362960"/>
                    </a:lnTo>
                    <a:cubicBezTo>
                      <a:pt x="199732" y="243134"/>
                      <a:pt x="187990" y="63840"/>
                      <a:pt x="149656" y="10084"/>
                    </a:cubicBezTo>
                    <a:cubicBezTo>
                      <a:pt x="110243" y="-45069"/>
                      <a:pt x="1" y="143999"/>
                      <a:pt x="1" y="143999"/>
                    </a:cubicBez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7" name=""/>
              <p:cNvSpPr/>
              <p:nvPr/>
            </p:nvSpPr>
            <p:spPr>
              <a:xfrm>
                <a:off x="10210028" y="5265454"/>
                <a:ext cx="1087019" cy="1349431"/>
              </a:xfrm>
              <a:custGeom>
                <a:avLst/>
                <a:gdLst>
                  <a:gd name="connsiteX0" fmla="*/ 1 w 1086934"/>
                  <a:gd name="connsiteY0" fmla="*/ 0 h 1346768"/>
                  <a:gd name="connsiteX1" fmla="*/ 78764 w 1086934"/>
                  <a:gd name="connsiteY1" fmla="*/ 992369 h 1346768"/>
                  <a:gd name="connsiteX2" fmla="*/ 189070 w 1086934"/>
                  <a:gd name="connsiteY2" fmla="*/ 1071132 h 1346768"/>
                  <a:gd name="connsiteX3" fmla="*/ 1086936 w 1086934"/>
                  <a:gd name="connsiteY3" fmla="*/ 1346768 h 1346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934" h="1346768">
                    <a:moveTo>
                      <a:pt x="1" y="0"/>
                    </a:moveTo>
                    <a:cubicBezTo>
                      <a:pt x="1" y="0"/>
                      <a:pt x="55154" y="921477"/>
                      <a:pt x="78764" y="992369"/>
                    </a:cubicBezTo>
                    <a:cubicBezTo>
                      <a:pt x="102373" y="1063262"/>
                      <a:pt x="157526" y="1063262"/>
                      <a:pt x="189070" y="1071132"/>
                    </a:cubicBezTo>
                    <a:cubicBezTo>
                      <a:pt x="220612" y="1079002"/>
                      <a:pt x="1086936" y="1346768"/>
                      <a:pt x="1086936" y="1346768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8" name=""/>
              <p:cNvSpPr/>
              <p:nvPr/>
            </p:nvSpPr>
            <p:spPr>
              <a:xfrm>
                <a:off x="8814471" y="5233658"/>
                <a:ext cx="655156" cy="1624150"/>
              </a:xfrm>
              <a:custGeom>
                <a:avLst/>
                <a:gdLst>
                  <a:gd name="connsiteX0" fmla="*/ 655107 w 655105"/>
                  <a:gd name="connsiteY0" fmla="*/ 0 h 1620945"/>
                  <a:gd name="connsiteX1" fmla="*/ 229878 w 655105"/>
                  <a:gd name="connsiteY1" fmla="*/ 1071195 h 1620945"/>
                  <a:gd name="connsiteX2" fmla="*/ 1 w 655105"/>
                  <a:gd name="connsiteY2" fmla="*/ 1620946 h 162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105" h="1620945">
                    <a:moveTo>
                      <a:pt x="655107" y="0"/>
                    </a:moveTo>
                    <a:cubicBezTo>
                      <a:pt x="655107" y="23673"/>
                      <a:pt x="229878" y="1071195"/>
                      <a:pt x="229878" y="1071195"/>
                    </a:cubicBezTo>
                    <a:cubicBezTo>
                      <a:pt x="151751" y="1291235"/>
                      <a:pt x="75971" y="1453774"/>
                      <a:pt x="1" y="1620946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9" name=""/>
              <p:cNvSpPr/>
              <p:nvPr/>
            </p:nvSpPr>
            <p:spPr>
              <a:xfrm>
                <a:off x="9429894" y="4702407"/>
                <a:ext cx="72041" cy="493159"/>
              </a:xfrm>
              <a:custGeom>
                <a:avLst/>
                <a:gdLst>
                  <a:gd name="connsiteX0" fmla="*/ 48998 w 72035"/>
                  <a:gd name="connsiteY0" fmla="*/ 1333 h 492186"/>
                  <a:gd name="connsiteX1" fmla="*/ 33385 w 72035"/>
                  <a:gd name="connsiteY1" fmla="*/ 0 h 492186"/>
                  <a:gd name="connsiteX2" fmla="*/ 382 w 72035"/>
                  <a:gd name="connsiteY2" fmla="*/ 364110 h 492186"/>
                  <a:gd name="connsiteX3" fmla="*/ 1 w 72035"/>
                  <a:gd name="connsiteY3" fmla="*/ 368553 h 492186"/>
                  <a:gd name="connsiteX4" fmla="*/ 54710 w 72035"/>
                  <a:gd name="connsiteY4" fmla="*/ 407648 h 492186"/>
                  <a:gd name="connsiteX5" fmla="*/ 39859 w 72035"/>
                  <a:gd name="connsiteY5" fmla="*/ 489330 h 492186"/>
                  <a:gd name="connsiteX6" fmla="*/ 55345 w 72035"/>
                  <a:gd name="connsiteY6" fmla="*/ 492186 h 492186"/>
                  <a:gd name="connsiteX7" fmla="*/ 72037 w 72035"/>
                  <a:gd name="connsiteY7" fmla="*/ 400603 h 492186"/>
                  <a:gd name="connsiteX8" fmla="*/ 16440 w 72035"/>
                  <a:gd name="connsiteY8" fmla="*/ 360936 h 492186"/>
                  <a:gd name="connsiteX9" fmla="*/ 48998 w 72035"/>
                  <a:gd name="connsiteY9" fmla="*/ 1333 h 492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035" h="492186">
                    <a:moveTo>
                      <a:pt x="48998" y="1333"/>
                    </a:moveTo>
                    <a:cubicBezTo>
                      <a:pt x="43794" y="1371"/>
                      <a:pt x="38526" y="927"/>
                      <a:pt x="33385" y="0"/>
                    </a:cubicBezTo>
                    <a:cubicBezTo>
                      <a:pt x="21898" y="102055"/>
                      <a:pt x="2985" y="332313"/>
                      <a:pt x="382" y="364110"/>
                    </a:cubicBezTo>
                    <a:lnTo>
                      <a:pt x="1" y="368553"/>
                    </a:lnTo>
                    <a:lnTo>
                      <a:pt x="54710" y="407648"/>
                    </a:lnTo>
                    <a:lnTo>
                      <a:pt x="39859" y="489330"/>
                    </a:lnTo>
                    <a:lnTo>
                      <a:pt x="55345" y="492186"/>
                    </a:lnTo>
                    <a:lnTo>
                      <a:pt x="72037" y="400603"/>
                    </a:lnTo>
                    <a:lnTo>
                      <a:pt x="16440" y="360936"/>
                    </a:lnTo>
                    <a:cubicBezTo>
                      <a:pt x="26150" y="242507"/>
                      <a:pt x="40366" y="79016"/>
                      <a:pt x="48998" y="1333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0" name=""/>
              <p:cNvSpPr/>
              <p:nvPr/>
            </p:nvSpPr>
            <p:spPr>
              <a:xfrm>
                <a:off x="9485432" y="4694584"/>
                <a:ext cx="45192" cy="413351"/>
              </a:xfrm>
              <a:custGeom>
                <a:avLst/>
                <a:gdLst>
                  <a:gd name="connsiteX0" fmla="*/ 29259 w 45188"/>
                  <a:gd name="connsiteY0" fmla="*/ 3110 h 412535"/>
                  <a:gd name="connsiteX1" fmla="*/ 1 w 45188"/>
                  <a:gd name="connsiteY1" fmla="*/ 411329 h 412535"/>
                  <a:gd name="connsiteX2" fmla="*/ 15678 w 45188"/>
                  <a:gd name="connsiteY2" fmla="*/ 412535 h 412535"/>
                  <a:gd name="connsiteX3" fmla="*/ 45190 w 45188"/>
                  <a:gd name="connsiteY3" fmla="*/ 0 h 412535"/>
                  <a:gd name="connsiteX4" fmla="*/ 29259 w 45188"/>
                  <a:gd name="connsiteY4" fmla="*/ 3110 h 41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12535">
                    <a:moveTo>
                      <a:pt x="29259" y="3110"/>
                    </a:moveTo>
                    <a:cubicBezTo>
                      <a:pt x="22151" y="122999"/>
                      <a:pt x="255" y="407902"/>
                      <a:pt x="1" y="411329"/>
                    </a:cubicBezTo>
                    <a:lnTo>
                      <a:pt x="15678" y="412535"/>
                    </a:lnTo>
                    <a:cubicBezTo>
                      <a:pt x="16757" y="398446"/>
                      <a:pt x="38399" y="116589"/>
                      <a:pt x="45190" y="0"/>
                    </a:cubicBezTo>
                    <a:cubicBezTo>
                      <a:pt x="39859" y="1016"/>
                      <a:pt x="34528" y="2095"/>
                      <a:pt x="29259" y="311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1" name=""/>
              <p:cNvSpPr/>
              <p:nvPr/>
            </p:nvSpPr>
            <p:spPr>
              <a:xfrm>
                <a:off x="9762346" y="4681167"/>
                <a:ext cx="621016" cy="234144"/>
              </a:xfrm>
              <a:custGeom>
                <a:avLst/>
                <a:gdLst>
                  <a:gd name="connsiteX0" fmla="*/ 30734 w 620967"/>
                  <a:gd name="connsiteY0" fmla="*/ 0 h 233682"/>
                  <a:gd name="connsiteX1" fmla="*/ 6743 w 620967"/>
                  <a:gd name="connsiteY1" fmla="*/ 107894 h 233682"/>
                  <a:gd name="connsiteX2" fmla="*/ 599588 w 620967"/>
                  <a:gd name="connsiteY2" fmla="*/ 229179 h 233682"/>
                  <a:gd name="connsiteX3" fmla="*/ 599588 w 620967"/>
                  <a:gd name="connsiteY3" fmla="*/ 121285 h 233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967" h="233682">
                    <a:moveTo>
                      <a:pt x="30734" y="0"/>
                    </a:moveTo>
                    <a:cubicBezTo>
                      <a:pt x="30734" y="0"/>
                      <a:pt x="-17311" y="60674"/>
                      <a:pt x="6743" y="107894"/>
                    </a:cubicBezTo>
                    <a:cubicBezTo>
                      <a:pt x="30796" y="155113"/>
                      <a:pt x="551480" y="256152"/>
                      <a:pt x="599588" y="229179"/>
                    </a:cubicBezTo>
                    <a:cubicBezTo>
                      <a:pt x="647696" y="202206"/>
                      <a:pt x="599588" y="121285"/>
                      <a:pt x="599588" y="12128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2" name=""/>
              <p:cNvSpPr/>
              <p:nvPr/>
            </p:nvSpPr>
            <p:spPr>
              <a:xfrm>
                <a:off x="8986294" y="4613269"/>
                <a:ext cx="282150" cy="172516"/>
              </a:xfrm>
              <a:custGeom>
                <a:avLst/>
                <a:gdLst>
                  <a:gd name="connsiteX0" fmla="*/ 34903 w 282128"/>
                  <a:gd name="connsiteY0" fmla="*/ 169565 h 172176"/>
                  <a:gd name="connsiteX1" fmla="*/ 43281 w 282128"/>
                  <a:gd name="connsiteY1" fmla="*/ 171342 h 172176"/>
                  <a:gd name="connsiteX2" fmla="*/ 115316 w 282128"/>
                  <a:gd name="connsiteY2" fmla="*/ 148875 h 172176"/>
                  <a:gd name="connsiteX3" fmla="*/ 215213 w 282128"/>
                  <a:gd name="connsiteY3" fmla="*/ 89343 h 172176"/>
                  <a:gd name="connsiteX4" fmla="*/ 275190 w 282128"/>
                  <a:gd name="connsiteY4" fmla="*/ 37617 h 172176"/>
                  <a:gd name="connsiteX5" fmla="*/ 34903 w 282128"/>
                  <a:gd name="connsiteY5" fmla="*/ 169565 h 172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2128" h="172176">
                    <a:moveTo>
                      <a:pt x="34903" y="169565"/>
                    </a:moveTo>
                    <a:cubicBezTo>
                      <a:pt x="37505" y="170200"/>
                      <a:pt x="40298" y="170834"/>
                      <a:pt x="43281" y="171342"/>
                    </a:cubicBezTo>
                    <a:cubicBezTo>
                      <a:pt x="68668" y="175721"/>
                      <a:pt x="93230" y="162076"/>
                      <a:pt x="115316" y="148875"/>
                    </a:cubicBezTo>
                    <a:lnTo>
                      <a:pt x="215213" y="89343"/>
                    </a:lnTo>
                    <a:cubicBezTo>
                      <a:pt x="238061" y="75761"/>
                      <a:pt x="261861" y="61163"/>
                      <a:pt x="275190" y="37617"/>
                    </a:cubicBezTo>
                    <a:cubicBezTo>
                      <a:pt x="344304" y="-85318"/>
                      <a:pt x="-129539" y="128946"/>
                      <a:pt x="34903" y="16956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3" name=""/>
              <p:cNvSpPr/>
              <p:nvPr/>
            </p:nvSpPr>
            <p:spPr>
              <a:xfrm>
                <a:off x="9132182" y="2279333"/>
                <a:ext cx="237669" cy="459148"/>
              </a:xfrm>
              <a:custGeom>
                <a:avLst/>
                <a:gdLst>
                  <a:gd name="connsiteX0" fmla="*/ 237651 w 237650"/>
                  <a:gd name="connsiteY0" fmla="*/ 18163 h 458242"/>
                  <a:gd name="connsiteX1" fmla="*/ 4537 w 237650"/>
                  <a:gd name="connsiteY1" fmla="*/ 128215 h 458242"/>
                  <a:gd name="connsiteX2" fmla="*/ 95168 w 237650"/>
                  <a:gd name="connsiteY2" fmla="*/ 458243 h 458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7650" h="458242">
                    <a:moveTo>
                      <a:pt x="237651" y="18163"/>
                    </a:moveTo>
                    <a:cubicBezTo>
                      <a:pt x="237651" y="18163"/>
                      <a:pt x="23958" y="-66058"/>
                      <a:pt x="4537" y="128215"/>
                    </a:cubicBezTo>
                    <a:cubicBezTo>
                      <a:pt x="-14884" y="322487"/>
                      <a:pt x="30432" y="432539"/>
                      <a:pt x="95168" y="458243"/>
                    </a:cubicBezTo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4" name=""/>
              <p:cNvSpPr/>
              <p:nvPr/>
            </p:nvSpPr>
            <p:spPr>
              <a:xfrm>
                <a:off x="9343699" y="2864394"/>
                <a:ext cx="265260" cy="413089"/>
              </a:xfrm>
              <a:custGeom>
                <a:avLst/>
                <a:gdLst>
                  <a:gd name="connsiteX0" fmla="*/ 198145 w 265239"/>
                  <a:gd name="connsiteY0" fmla="*/ 0 h 412274"/>
                  <a:gd name="connsiteX1" fmla="*/ 1 w 265239"/>
                  <a:gd name="connsiteY1" fmla="*/ 75082 h 412274"/>
                  <a:gd name="connsiteX2" fmla="*/ 36114 w 265239"/>
                  <a:gd name="connsiteY2" fmla="*/ 277097 h 412274"/>
                  <a:gd name="connsiteX3" fmla="*/ 81747 w 265239"/>
                  <a:gd name="connsiteY3" fmla="*/ 401619 h 412274"/>
                  <a:gd name="connsiteX4" fmla="*/ 184626 w 265239"/>
                  <a:gd name="connsiteY4" fmla="*/ 392670 h 412274"/>
                  <a:gd name="connsiteX5" fmla="*/ 265103 w 265239"/>
                  <a:gd name="connsiteY5" fmla="*/ 234637 h 412274"/>
                  <a:gd name="connsiteX6" fmla="*/ 198145 w 265239"/>
                  <a:gd name="connsiteY6" fmla="*/ 0 h 412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239" h="412274">
                    <a:moveTo>
                      <a:pt x="198145" y="0"/>
                    </a:move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3520" y="141849"/>
                      <a:pt x="32179" y="207220"/>
                      <a:pt x="36114" y="277097"/>
                    </a:cubicBezTo>
                    <a:cubicBezTo>
                      <a:pt x="38652" y="323110"/>
                      <a:pt x="42460" y="377248"/>
                      <a:pt x="81747" y="401619"/>
                    </a:cubicBezTo>
                    <a:cubicBezTo>
                      <a:pt x="112592" y="420659"/>
                      <a:pt x="153909" y="412027"/>
                      <a:pt x="184626" y="392670"/>
                    </a:cubicBezTo>
                    <a:cubicBezTo>
                      <a:pt x="236543" y="359858"/>
                      <a:pt x="267578" y="297025"/>
                      <a:pt x="265103" y="234637"/>
                    </a:cubicBezTo>
                    <a:cubicBezTo>
                      <a:pt x="261993" y="155938"/>
                      <a:pt x="216868" y="78699"/>
                      <a:pt x="198145" y="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5" name=""/>
              <p:cNvSpPr/>
              <p:nvPr/>
            </p:nvSpPr>
            <p:spPr>
              <a:xfrm>
                <a:off x="9343699" y="2864394"/>
                <a:ext cx="200380" cy="264354"/>
              </a:xfrm>
              <a:custGeom>
                <a:avLst/>
                <a:gdLst>
                  <a:gd name="connsiteX0" fmla="*/ 165269 w 200364"/>
                  <a:gd name="connsiteY0" fmla="*/ 76160 h 263832"/>
                  <a:gd name="connsiteX1" fmla="*/ 200366 w 200364"/>
                  <a:gd name="connsiteY1" fmla="*/ 8632 h 263832"/>
                  <a:gd name="connsiteX2" fmla="*/ 198145 w 200364"/>
                  <a:gd name="connsiteY2" fmla="*/ 0 h 263832"/>
                  <a:gd name="connsiteX3" fmla="*/ 1 w 200364"/>
                  <a:gd name="connsiteY3" fmla="*/ 75082 h 263832"/>
                  <a:gd name="connsiteX4" fmla="*/ 35035 w 200364"/>
                  <a:gd name="connsiteY4" fmla="*/ 263832 h 263832"/>
                  <a:gd name="connsiteX5" fmla="*/ 165269 w 200364"/>
                  <a:gd name="connsiteY5" fmla="*/ 76160 h 26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364" h="263832">
                    <a:moveTo>
                      <a:pt x="165269" y="76160"/>
                    </a:moveTo>
                    <a:cubicBezTo>
                      <a:pt x="175424" y="54708"/>
                      <a:pt x="187863" y="32051"/>
                      <a:pt x="200366" y="8632"/>
                    </a:cubicBezTo>
                    <a:cubicBezTo>
                      <a:pt x="199604" y="5776"/>
                      <a:pt x="198843" y="2920"/>
                      <a:pt x="198145" y="0"/>
                    </a:cubicBez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2695" y="137596"/>
                      <a:pt x="29704" y="198969"/>
                      <a:pt x="35035" y="263832"/>
                    </a:cubicBezTo>
                    <a:cubicBezTo>
                      <a:pt x="95392" y="214836"/>
                      <a:pt x="131949" y="146291"/>
                      <a:pt x="165269" y="7616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6" name=""/>
              <p:cNvSpPr/>
              <p:nvPr/>
            </p:nvSpPr>
            <p:spPr>
              <a:xfrm rot="20641199">
                <a:off x="9506765" y="2755232"/>
                <a:ext cx="212631" cy="196119"/>
              </a:xfrm>
              <a:custGeom>
                <a:avLst/>
                <a:gdLst>
                  <a:gd name="connsiteX0" fmla="*/ 212615 w 212614"/>
                  <a:gd name="connsiteY0" fmla="*/ 97866 h 195732"/>
                  <a:gd name="connsiteX1" fmla="*/ 106308 w 212614"/>
                  <a:gd name="connsiteY1" fmla="*/ 195732 h 195732"/>
                  <a:gd name="connsiteX2" fmla="*/ 1 w 212614"/>
                  <a:gd name="connsiteY2" fmla="*/ 97866 h 195732"/>
                  <a:gd name="connsiteX3" fmla="*/ 106308 w 212614"/>
                  <a:gd name="connsiteY3" fmla="*/ 0 h 195732"/>
                  <a:gd name="connsiteX4" fmla="*/ 212615 w 212614"/>
                  <a:gd name="connsiteY4" fmla="*/ 97866 h 19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614" h="195732">
                    <a:moveTo>
                      <a:pt x="212615" y="97866"/>
                    </a:moveTo>
                    <a:cubicBezTo>
                      <a:pt x="212615" y="151916"/>
                      <a:pt x="165020" y="195732"/>
                      <a:pt x="106308" y="195732"/>
                    </a:cubicBezTo>
                    <a:cubicBezTo>
                      <a:pt x="47596" y="195732"/>
                      <a:pt x="1" y="151916"/>
                      <a:pt x="1" y="97866"/>
                    </a:cubicBezTo>
                    <a:cubicBezTo>
                      <a:pt x="1" y="43816"/>
                      <a:pt x="47596" y="0"/>
                      <a:pt x="106308" y="0"/>
                    </a:cubicBezTo>
                    <a:cubicBezTo>
                      <a:pt x="165020" y="0"/>
                      <a:pt x="212615" y="43816"/>
                      <a:pt x="212615" y="97866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7" name=""/>
              <p:cNvSpPr/>
              <p:nvPr/>
            </p:nvSpPr>
            <p:spPr>
              <a:xfrm>
                <a:off x="9138600" y="2413618"/>
                <a:ext cx="458415" cy="608308"/>
              </a:xfrm>
              <a:custGeom>
                <a:avLst/>
                <a:gdLst>
                  <a:gd name="connsiteX0" fmla="*/ 305870 w 458379"/>
                  <a:gd name="connsiteY0" fmla="*/ 40335 h 607107"/>
                  <a:gd name="connsiteX1" fmla="*/ 184394 w 458379"/>
                  <a:gd name="connsiteY1" fmla="*/ 3080 h 607107"/>
                  <a:gd name="connsiteX2" fmla="*/ 93700 w 458379"/>
                  <a:gd name="connsiteY2" fmla="*/ 86094 h 607107"/>
                  <a:gd name="connsiteX3" fmla="*/ 17539 w 458379"/>
                  <a:gd name="connsiteY3" fmla="*/ 270720 h 607107"/>
                  <a:gd name="connsiteX4" fmla="*/ 36897 w 458379"/>
                  <a:gd name="connsiteY4" fmla="*/ 515131 h 607107"/>
                  <a:gd name="connsiteX5" fmla="*/ 257063 w 458379"/>
                  <a:gd name="connsiteY5" fmla="*/ 605000 h 607107"/>
                  <a:gd name="connsiteX6" fmla="*/ 458381 w 458379"/>
                  <a:gd name="connsiteY6" fmla="*/ 419486 h 607107"/>
                  <a:gd name="connsiteX7" fmla="*/ 305870 w 458379"/>
                  <a:gd name="connsiteY7" fmla="*/ 40335 h 60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8379" h="607107">
                    <a:moveTo>
                      <a:pt x="305870" y="40335"/>
                    </a:moveTo>
                    <a:cubicBezTo>
                      <a:pt x="269757" y="12409"/>
                      <a:pt x="227171" y="-8027"/>
                      <a:pt x="184394" y="3080"/>
                    </a:cubicBezTo>
                    <a:cubicBezTo>
                      <a:pt x="143648" y="13679"/>
                      <a:pt x="115342" y="50045"/>
                      <a:pt x="93700" y="86094"/>
                    </a:cubicBezTo>
                    <a:cubicBezTo>
                      <a:pt x="59237" y="143481"/>
                      <a:pt x="33533" y="205717"/>
                      <a:pt x="17539" y="270720"/>
                    </a:cubicBezTo>
                    <a:cubicBezTo>
                      <a:pt x="-4230" y="359574"/>
                      <a:pt x="-13559" y="444429"/>
                      <a:pt x="36897" y="515131"/>
                    </a:cubicBezTo>
                    <a:cubicBezTo>
                      <a:pt x="86147" y="584183"/>
                      <a:pt x="179761" y="615917"/>
                      <a:pt x="257063" y="605000"/>
                    </a:cubicBezTo>
                    <a:cubicBezTo>
                      <a:pt x="358610" y="590720"/>
                      <a:pt x="420935" y="504722"/>
                      <a:pt x="458381" y="419486"/>
                    </a:cubicBezTo>
                    <a:cubicBezTo>
                      <a:pt x="353343" y="360526"/>
                      <a:pt x="283402" y="179835"/>
                      <a:pt x="305870" y="40335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8" name=""/>
              <p:cNvSpPr/>
              <p:nvPr/>
            </p:nvSpPr>
            <p:spPr>
              <a:xfrm>
                <a:off x="9400926" y="2392475"/>
                <a:ext cx="78158" cy="319107"/>
              </a:xfrm>
              <a:custGeom>
                <a:avLst/>
                <a:gdLst>
                  <a:gd name="connsiteX0" fmla="*/ 78154 w 78152"/>
                  <a:gd name="connsiteY0" fmla="*/ 15549 h 318477"/>
                  <a:gd name="connsiteX1" fmla="*/ 52133 w 78152"/>
                  <a:gd name="connsiteY1" fmla="*/ 0 h 318477"/>
                  <a:gd name="connsiteX2" fmla="*/ 21542 w 78152"/>
                  <a:gd name="connsiteY2" fmla="*/ 248156 h 318477"/>
                  <a:gd name="connsiteX3" fmla="*/ 60320 w 78152"/>
                  <a:gd name="connsiteY3" fmla="*/ 318477 h 318477"/>
                  <a:gd name="connsiteX4" fmla="*/ 78154 w 78152"/>
                  <a:gd name="connsiteY4" fmla="*/ 15549 h 31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52" h="318477">
                    <a:moveTo>
                      <a:pt x="78154" y="15549"/>
                    </a:moveTo>
                    <a:lnTo>
                      <a:pt x="52133" y="0"/>
                    </a:lnTo>
                    <a:cubicBezTo>
                      <a:pt x="52133" y="0"/>
                      <a:pt x="-40847" y="127569"/>
                      <a:pt x="21542" y="248156"/>
                    </a:cubicBezTo>
                    <a:cubicBezTo>
                      <a:pt x="35631" y="275320"/>
                      <a:pt x="48579" y="298612"/>
                      <a:pt x="60320" y="318477"/>
                    </a:cubicBezTo>
                    <a:cubicBezTo>
                      <a:pt x="40328" y="217634"/>
                      <a:pt x="46484" y="113352"/>
                      <a:pt x="78154" y="15549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9" name=""/>
              <p:cNvSpPr/>
              <p:nvPr/>
            </p:nvSpPr>
            <p:spPr>
              <a:xfrm>
                <a:off x="9299551" y="3055759"/>
                <a:ext cx="483631" cy="453082"/>
              </a:xfrm>
              <a:custGeom>
                <a:avLst/>
                <a:gdLst>
                  <a:gd name="connsiteX0" fmla="*/ 3909 w 483593"/>
                  <a:gd name="connsiteY0" fmla="*/ 214123 h 452188"/>
                  <a:gd name="connsiteX1" fmla="*/ 100061 w 483593"/>
                  <a:gd name="connsiteY1" fmla="*/ 406237 h 452188"/>
                  <a:gd name="connsiteX2" fmla="*/ 222997 w 483593"/>
                  <a:gd name="connsiteY2" fmla="*/ 446285 h 452188"/>
                  <a:gd name="connsiteX3" fmla="*/ 277261 w 483593"/>
                  <a:gd name="connsiteY3" fmla="*/ 400208 h 452188"/>
                  <a:gd name="connsiteX4" fmla="*/ 369606 w 483593"/>
                  <a:gd name="connsiteY4" fmla="*/ 294980 h 452188"/>
                  <a:gd name="connsiteX5" fmla="*/ 476102 w 483593"/>
                  <a:gd name="connsiteY5" fmla="*/ 283556 h 452188"/>
                  <a:gd name="connsiteX6" fmla="*/ 457062 w 483593"/>
                  <a:gd name="connsiteY6" fmla="*/ 53805 h 452188"/>
                  <a:gd name="connsiteX7" fmla="*/ 412636 w 483593"/>
                  <a:gd name="connsiteY7" fmla="*/ 4428 h 452188"/>
                  <a:gd name="connsiteX8" fmla="*/ 305441 w 483593"/>
                  <a:gd name="connsiteY8" fmla="*/ 35209 h 452188"/>
                  <a:gd name="connsiteX9" fmla="*/ 99744 w 483593"/>
                  <a:gd name="connsiteY9" fmla="*/ 103627 h 452188"/>
                  <a:gd name="connsiteX10" fmla="*/ 3909 w 483593"/>
                  <a:gd name="connsiteY10" fmla="*/ 214123 h 45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593" h="452188">
                    <a:moveTo>
                      <a:pt x="3909" y="214123"/>
                    </a:moveTo>
                    <a:cubicBezTo>
                      <a:pt x="17173" y="284634"/>
                      <a:pt x="61727" y="368728"/>
                      <a:pt x="100061" y="406237"/>
                    </a:cubicBezTo>
                    <a:cubicBezTo>
                      <a:pt x="133826" y="439303"/>
                      <a:pt x="180981" y="463992"/>
                      <a:pt x="222997" y="446285"/>
                    </a:cubicBezTo>
                    <a:cubicBezTo>
                      <a:pt x="244448" y="437209"/>
                      <a:pt x="261077" y="418486"/>
                      <a:pt x="277261" y="400208"/>
                    </a:cubicBezTo>
                    <a:lnTo>
                      <a:pt x="369606" y="294980"/>
                    </a:lnTo>
                    <a:cubicBezTo>
                      <a:pt x="398610" y="262040"/>
                      <a:pt x="457000" y="324555"/>
                      <a:pt x="476102" y="283556"/>
                    </a:cubicBezTo>
                    <a:cubicBezTo>
                      <a:pt x="495206" y="242556"/>
                      <a:pt x="473691" y="96138"/>
                      <a:pt x="457062" y="53805"/>
                    </a:cubicBezTo>
                    <a:cubicBezTo>
                      <a:pt x="448367" y="31846"/>
                      <a:pt x="432755" y="12488"/>
                      <a:pt x="412636" y="4428"/>
                    </a:cubicBezTo>
                    <a:cubicBezTo>
                      <a:pt x="376650" y="-9916"/>
                      <a:pt x="338189" y="13313"/>
                      <a:pt x="305441" y="35209"/>
                    </a:cubicBezTo>
                    <a:cubicBezTo>
                      <a:pt x="242608" y="77161"/>
                      <a:pt x="171715" y="118795"/>
                      <a:pt x="99744" y="103627"/>
                    </a:cubicBezTo>
                    <a:cubicBezTo>
                      <a:pt x="9240" y="84841"/>
                      <a:pt x="-9546" y="142659"/>
                      <a:pt x="3909" y="2141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0" name=""/>
              <p:cNvSpPr/>
              <p:nvPr/>
            </p:nvSpPr>
            <p:spPr>
              <a:xfrm>
                <a:off x="9319009" y="3294660"/>
                <a:ext cx="230085" cy="77671"/>
              </a:xfrm>
              <a:custGeom>
                <a:avLst/>
                <a:gdLst>
                  <a:gd name="connsiteX0" fmla="*/ 3365 w 230067"/>
                  <a:gd name="connsiteY0" fmla="*/ 40682 h 77518"/>
                  <a:gd name="connsiteX1" fmla="*/ 85872 w 230067"/>
                  <a:gd name="connsiteY1" fmla="*/ 75081 h 77518"/>
                  <a:gd name="connsiteX2" fmla="*/ 230069 w 230067"/>
                  <a:gd name="connsiteY2" fmla="*/ 28179 h 77518"/>
                  <a:gd name="connsiteX3" fmla="*/ 1 w 230067"/>
                  <a:gd name="connsiteY3" fmla="*/ 0 h 77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0067" h="77518">
                    <a:moveTo>
                      <a:pt x="3365" y="40682"/>
                    </a:moveTo>
                    <a:cubicBezTo>
                      <a:pt x="3365" y="40682"/>
                      <a:pt x="20564" y="59722"/>
                      <a:pt x="85872" y="75081"/>
                    </a:cubicBezTo>
                    <a:cubicBezTo>
                      <a:pt x="151180" y="90440"/>
                      <a:pt x="230069" y="28179"/>
                      <a:pt x="230069" y="28179"/>
                    </a:cubicBezTo>
                    <a:cubicBezTo>
                      <a:pt x="230069" y="28179"/>
                      <a:pt x="58708" y="87584"/>
                      <a:pt x="1" y="0"/>
                    </a:cubicBezTo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1" name=""/>
              <p:cNvSpPr/>
              <p:nvPr/>
            </p:nvSpPr>
            <p:spPr>
              <a:xfrm>
                <a:off x="9568053" y="2810936"/>
                <a:ext cx="94405" cy="78752"/>
              </a:xfrm>
              <a:custGeom>
                <a:avLst/>
                <a:gdLst>
                  <a:gd name="connsiteX0" fmla="*/ 40894 w 94398"/>
                  <a:gd name="connsiteY0" fmla="*/ 231 h 78597"/>
                  <a:gd name="connsiteX1" fmla="*/ 93826 w 94398"/>
                  <a:gd name="connsiteY1" fmla="*/ 31393 h 78597"/>
                  <a:gd name="connsiteX2" fmla="*/ 71739 w 94398"/>
                  <a:gd name="connsiteY2" fmla="*/ 73281 h 78597"/>
                  <a:gd name="connsiteX3" fmla="*/ 4337 w 94398"/>
                  <a:gd name="connsiteY3" fmla="*/ 75566 h 78597"/>
                  <a:gd name="connsiteX4" fmla="*/ 4337 w 94398"/>
                  <a:gd name="connsiteY4" fmla="*/ 75566 h 78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98" h="78597">
                    <a:moveTo>
                      <a:pt x="40894" y="231"/>
                    </a:moveTo>
                    <a:cubicBezTo>
                      <a:pt x="68058" y="-2054"/>
                      <a:pt x="90081" y="12924"/>
                      <a:pt x="93826" y="31393"/>
                    </a:cubicBezTo>
                    <a:cubicBezTo>
                      <a:pt x="97253" y="48275"/>
                      <a:pt x="84750" y="65538"/>
                      <a:pt x="71739" y="73281"/>
                    </a:cubicBezTo>
                    <a:cubicBezTo>
                      <a:pt x="52699" y="84769"/>
                      <a:pt x="-18067" y="73789"/>
                      <a:pt x="4337" y="75566"/>
                    </a:cubicBezTo>
                    <a:lnTo>
                      <a:pt x="4337" y="75566"/>
                    </a:ln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2" name=""/>
              <p:cNvSpPr/>
              <p:nvPr/>
            </p:nvSpPr>
            <p:spPr>
              <a:xfrm>
                <a:off x="9251715" y="2728115"/>
                <a:ext cx="45586" cy="27727"/>
              </a:xfrm>
              <a:custGeom>
                <a:avLst/>
                <a:gdLst>
                  <a:gd name="connsiteX0" fmla="*/ 586 w 45582"/>
                  <a:gd name="connsiteY0" fmla="*/ 0 h 27672"/>
                  <a:gd name="connsiteX1" fmla="*/ 9472 w 45582"/>
                  <a:gd name="connsiteY1" fmla="*/ 26593 h 27672"/>
                  <a:gd name="connsiteX2" fmla="*/ 42538 w 45582"/>
                  <a:gd name="connsiteY2" fmla="*/ 12122 h 27672"/>
                  <a:gd name="connsiteX3" fmla="*/ 45584 w 45582"/>
                  <a:gd name="connsiteY3" fmla="*/ 3935 h 27672"/>
                  <a:gd name="connsiteX4" fmla="*/ 586 w 45582"/>
                  <a:gd name="connsiteY4" fmla="*/ 0 h 2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2" h="27672">
                    <a:moveTo>
                      <a:pt x="586" y="0"/>
                    </a:moveTo>
                    <a:cubicBezTo>
                      <a:pt x="-1571" y="13328"/>
                      <a:pt x="2427" y="23610"/>
                      <a:pt x="9472" y="26593"/>
                    </a:cubicBezTo>
                    <a:cubicBezTo>
                      <a:pt x="18484" y="30401"/>
                      <a:pt x="35430" y="23800"/>
                      <a:pt x="42538" y="12122"/>
                    </a:cubicBezTo>
                    <a:cubicBezTo>
                      <a:pt x="44061" y="9609"/>
                      <a:pt x="45077" y="6829"/>
                      <a:pt x="45584" y="3935"/>
                    </a:cubicBezTo>
                    <a:cubicBezTo>
                      <a:pt x="30479" y="4728"/>
                      <a:pt x="15311" y="3402"/>
                      <a:pt x="586" y="0"/>
                    </a:cubicBezTo>
                    <a:close/>
                  </a:path>
                </a:pathLst>
              </a:custGeom>
              <a:solidFill>
                <a:srgbClr val="FFA59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3" name=""/>
              <p:cNvSpPr/>
              <p:nvPr/>
            </p:nvSpPr>
            <p:spPr>
              <a:xfrm>
                <a:off x="9369436" y="2597562"/>
                <a:ext cx="83759" cy="46534"/>
              </a:xfrm>
              <a:custGeom>
                <a:avLst/>
                <a:gdLst>
                  <a:gd name="connsiteX0" fmla="*/ 83620 w 83752"/>
                  <a:gd name="connsiteY0" fmla="*/ 44172 h 46442"/>
                  <a:gd name="connsiteX1" fmla="*/ 62041 w 83752"/>
                  <a:gd name="connsiteY1" fmla="*/ 13708 h 46442"/>
                  <a:gd name="connsiteX2" fmla="*/ 2382 w 83752"/>
                  <a:gd name="connsiteY2" fmla="*/ 7043 h 46442"/>
                  <a:gd name="connsiteX3" fmla="*/ 1367 w 83752"/>
                  <a:gd name="connsiteY3" fmla="*/ 15967 h 46442"/>
                  <a:gd name="connsiteX4" fmla="*/ 6127 w 83752"/>
                  <a:gd name="connsiteY4" fmla="*/ 18341 h 46442"/>
                  <a:gd name="connsiteX5" fmla="*/ 41287 w 83752"/>
                  <a:gd name="connsiteY5" fmla="*/ 18848 h 46442"/>
                  <a:gd name="connsiteX6" fmla="*/ 79367 w 83752"/>
                  <a:gd name="connsiteY6" fmla="*/ 45695 h 46442"/>
                  <a:gd name="connsiteX7" fmla="*/ 83620 w 83752"/>
                  <a:gd name="connsiteY7" fmla="*/ 44172 h 46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752" h="46442">
                    <a:moveTo>
                      <a:pt x="83620" y="44172"/>
                    </a:moveTo>
                    <a:cubicBezTo>
                      <a:pt x="80002" y="35667"/>
                      <a:pt x="80891" y="29828"/>
                      <a:pt x="62041" y="13708"/>
                    </a:cubicBezTo>
                    <a:cubicBezTo>
                      <a:pt x="41287" y="-4063"/>
                      <a:pt x="13743" y="-2603"/>
                      <a:pt x="2382" y="7043"/>
                    </a:cubicBezTo>
                    <a:cubicBezTo>
                      <a:pt x="-347" y="9233"/>
                      <a:pt x="-791" y="13231"/>
                      <a:pt x="1367" y="15967"/>
                    </a:cubicBezTo>
                    <a:cubicBezTo>
                      <a:pt x="2572" y="17408"/>
                      <a:pt x="4286" y="18277"/>
                      <a:pt x="6127" y="18341"/>
                    </a:cubicBezTo>
                    <a:cubicBezTo>
                      <a:pt x="17868" y="19800"/>
                      <a:pt x="29229" y="16119"/>
                      <a:pt x="41287" y="18848"/>
                    </a:cubicBezTo>
                    <a:cubicBezTo>
                      <a:pt x="58740" y="22847"/>
                      <a:pt x="67626" y="34588"/>
                      <a:pt x="79367" y="45695"/>
                    </a:cubicBezTo>
                    <a:cubicBezTo>
                      <a:pt x="81271" y="47282"/>
                      <a:pt x="84445" y="46139"/>
                      <a:pt x="83620" y="44172"/>
                    </a:cubicBezTo>
                    <a:close/>
                  </a:path>
                </a:pathLst>
              </a:custGeom>
              <a:solidFill>
                <a:srgbClr val="24305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4" name=""/>
              <p:cNvSpPr/>
              <p:nvPr/>
            </p:nvSpPr>
            <p:spPr>
              <a:xfrm>
                <a:off x="9151841" y="2659711"/>
                <a:ext cx="66691" cy="32453"/>
              </a:xfrm>
              <a:custGeom>
                <a:avLst/>
                <a:gdLst>
                  <a:gd name="connsiteX0" fmla="*/ 66497 w 66686"/>
                  <a:gd name="connsiteY0" fmla="*/ 30760 h 32389"/>
                  <a:gd name="connsiteX1" fmla="*/ 41110 w 66686"/>
                  <a:gd name="connsiteY1" fmla="*/ 677 h 32389"/>
                  <a:gd name="connsiteX2" fmla="*/ 555 w 66686"/>
                  <a:gd name="connsiteY2" fmla="*/ 17877 h 32389"/>
                  <a:gd name="connsiteX3" fmla="*/ 4426 w 66686"/>
                  <a:gd name="connsiteY3" fmla="*/ 21621 h 32389"/>
                  <a:gd name="connsiteX4" fmla="*/ 40158 w 66686"/>
                  <a:gd name="connsiteY4" fmla="*/ 6960 h 32389"/>
                  <a:gd name="connsiteX5" fmla="*/ 63704 w 66686"/>
                  <a:gd name="connsiteY5" fmla="*/ 31712 h 32389"/>
                  <a:gd name="connsiteX6" fmla="*/ 65990 w 66686"/>
                  <a:gd name="connsiteY6" fmla="*/ 32074 h 32389"/>
                  <a:gd name="connsiteX7" fmla="*/ 66688 w 66686"/>
                  <a:gd name="connsiteY7" fmla="*/ 30760 h 3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86" h="32389">
                    <a:moveTo>
                      <a:pt x="66497" y="30760"/>
                    </a:moveTo>
                    <a:cubicBezTo>
                      <a:pt x="65354" y="16322"/>
                      <a:pt x="55136" y="4206"/>
                      <a:pt x="41110" y="677"/>
                    </a:cubicBezTo>
                    <a:cubicBezTo>
                      <a:pt x="26069" y="-2687"/>
                      <a:pt x="8869" y="7024"/>
                      <a:pt x="555" y="17877"/>
                    </a:cubicBezTo>
                    <a:cubicBezTo>
                      <a:pt x="-1159" y="20161"/>
                      <a:pt x="1380" y="22954"/>
                      <a:pt x="4426" y="21621"/>
                    </a:cubicBezTo>
                    <a:cubicBezTo>
                      <a:pt x="17120" y="16290"/>
                      <a:pt x="23847" y="2581"/>
                      <a:pt x="40158" y="6960"/>
                    </a:cubicBezTo>
                    <a:cubicBezTo>
                      <a:pt x="53550" y="10705"/>
                      <a:pt x="58183" y="21938"/>
                      <a:pt x="63704" y="31712"/>
                    </a:cubicBezTo>
                    <a:cubicBezTo>
                      <a:pt x="64212" y="32448"/>
                      <a:pt x="65291" y="32607"/>
                      <a:pt x="65990" y="32074"/>
                    </a:cubicBezTo>
                    <a:cubicBezTo>
                      <a:pt x="66434" y="31763"/>
                      <a:pt x="66688" y="31281"/>
                      <a:pt x="66688" y="30760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5" name=""/>
              <p:cNvSpPr/>
              <p:nvPr/>
            </p:nvSpPr>
            <p:spPr>
              <a:xfrm>
                <a:off x="9147258" y="2655750"/>
                <a:ext cx="75719" cy="40051"/>
              </a:xfrm>
              <a:custGeom>
                <a:avLst/>
                <a:gdLst>
                  <a:gd name="connsiteX0" fmla="*/ 69684 w 75713"/>
                  <a:gd name="connsiteY0" fmla="*/ 39917 h 39972"/>
                  <a:gd name="connsiteX1" fmla="*/ 63908 w 75713"/>
                  <a:gd name="connsiteY1" fmla="*/ 37188 h 39972"/>
                  <a:gd name="connsiteX2" fmla="*/ 62068 w 75713"/>
                  <a:gd name="connsiteY2" fmla="*/ 33824 h 39972"/>
                  <a:gd name="connsiteX3" fmla="*/ 43028 w 75713"/>
                  <a:gd name="connsiteY3" fmla="*/ 14277 h 39972"/>
                  <a:gd name="connsiteX4" fmla="*/ 23226 w 75713"/>
                  <a:gd name="connsiteY4" fmla="*/ 20623 h 39972"/>
                  <a:gd name="connsiteX5" fmla="*/ 10977 w 75713"/>
                  <a:gd name="connsiteY5" fmla="*/ 28430 h 39972"/>
                  <a:gd name="connsiteX6" fmla="*/ 2092 w 75713"/>
                  <a:gd name="connsiteY6" fmla="*/ 27478 h 39972"/>
                  <a:gd name="connsiteX7" fmla="*/ 1139 w 75713"/>
                  <a:gd name="connsiteY7" fmla="*/ 19912 h 39972"/>
                  <a:gd name="connsiteX8" fmla="*/ 1203 w 75713"/>
                  <a:gd name="connsiteY8" fmla="*/ 19798 h 39972"/>
                  <a:gd name="connsiteX9" fmla="*/ 47026 w 75713"/>
                  <a:gd name="connsiteY9" fmla="*/ 758 h 39972"/>
                  <a:gd name="connsiteX10" fmla="*/ 75713 w 75713"/>
                  <a:gd name="connsiteY10" fmla="*/ 33824 h 39972"/>
                  <a:gd name="connsiteX11" fmla="*/ 75713 w 75713"/>
                  <a:gd name="connsiteY11" fmla="*/ 33824 h 39972"/>
                  <a:gd name="connsiteX12" fmla="*/ 71017 w 75713"/>
                  <a:gd name="connsiteY12" fmla="*/ 39283 h 39972"/>
                  <a:gd name="connsiteX13" fmla="*/ 20053 w 75713"/>
                  <a:gd name="connsiteY13" fmla="*/ 13515 h 39972"/>
                  <a:gd name="connsiteX14" fmla="*/ 13706 w 75713"/>
                  <a:gd name="connsiteY14" fmla="*/ 18529 h 39972"/>
                  <a:gd name="connsiteX15" fmla="*/ 17133 w 75713"/>
                  <a:gd name="connsiteY15" fmla="*/ 15927 h 39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5713" h="39972">
                    <a:moveTo>
                      <a:pt x="69684" y="39917"/>
                    </a:moveTo>
                    <a:cubicBezTo>
                      <a:pt x="67399" y="40234"/>
                      <a:pt x="65114" y="39162"/>
                      <a:pt x="63908" y="37188"/>
                    </a:cubicBezTo>
                    <a:lnTo>
                      <a:pt x="62068" y="33824"/>
                    </a:lnTo>
                    <a:cubicBezTo>
                      <a:pt x="57371" y="25193"/>
                      <a:pt x="52992" y="17069"/>
                      <a:pt x="43028" y="14277"/>
                    </a:cubicBezTo>
                    <a:cubicBezTo>
                      <a:pt x="35221" y="12055"/>
                      <a:pt x="30334" y="15165"/>
                      <a:pt x="23226" y="20623"/>
                    </a:cubicBezTo>
                    <a:cubicBezTo>
                      <a:pt x="19482" y="23752"/>
                      <a:pt x="15356" y="26380"/>
                      <a:pt x="10977" y="28430"/>
                    </a:cubicBezTo>
                    <a:cubicBezTo>
                      <a:pt x="8057" y="29775"/>
                      <a:pt x="4630" y="29407"/>
                      <a:pt x="2092" y="27478"/>
                    </a:cubicBezTo>
                    <a:cubicBezTo>
                      <a:pt x="-257" y="25656"/>
                      <a:pt x="-701" y="22273"/>
                      <a:pt x="1139" y="19912"/>
                    </a:cubicBezTo>
                    <a:cubicBezTo>
                      <a:pt x="1139" y="19874"/>
                      <a:pt x="1203" y="19836"/>
                      <a:pt x="1203" y="19798"/>
                    </a:cubicBezTo>
                    <a:cubicBezTo>
                      <a:pt x="10343" y="7739"/>
                      <a:pt x="29636" y="-2986"/>
                      <a:pt x="47026" y="758"/>
                    </a:cubicBezTo>
                    <a:cubicBezTo>
                      <a:pt x="62703" y="4458"/>
                      <a:pt x="74254" y="17780"/>
                      <a:pt x="75713" y="33824"/>
                    </a:cubicBezTo>
                    <a:lnTo>
                      <a:pt x="75713" y="33824"/>
                    </a:lnTo>
                    <a:cubicBezTo>
                      <a:pt x="75777" y="36572"/>
                      <a:pt x="73746" y="38927"/>
                      <a:pt x="71017" y="39283"/>
                    </a:cubicBezTo>
                    <a:close/>
                    <a:moveTo>
                      <a:pt x="20053" y="13515"/>
                    </a:moveTo>
                    <a:cubicBezTo>
                      <a:pt x="17768" y="14968"/>
                      <a:pt x="15674" y="16650"/>
                      <a:pt x="13706" y="18529"/>
                    </a:cubicBezTo>
                    <a:lnTo>
                      <a:pt x="17133" y="15927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6" name=""/>
              <p:cNvSpPr/>
              <p:nvPr/>
            </p:nvSpPr>
            <p:spPr>
              <a:xfrm>
                <a:off x="9357875" y="2705464"/>
                <a:ext cx="66950" cy="38457"/>
              </a:xfrm>
              <a:custGeom>
                <a:avLst/>
                <a:gdLst>
                  <a:gd name="connsiteX0" fmla="*/ 66938 w 66945"/>
                  <a:gd name="connsiteY0" fmla="*/ 36506 h 38381"/>
                  <a:gd name="connsiteX1" fmla="*/ 40916 w 66945"/>
                  <a:gd name="connsiteY1" fmla="*/ 965 h 38381"/>
                  <a:gd name="connsiteX2" fmla="*/ 551 w 66945"/>
                  <a:gd name="connsiteY2" fmla="*/ 20512 h 38381"/>
                  <a:gd name="connsiteX3" fmla="*/ 1249 w 66945"/>
                  <a:gd name="connsiteY3" fmla="*/ 24758 h 38381"/>
                  <a:gd name="connsiteX4" fmla="*/ 4485 w 66945"/>
                  <a:gd name="connsiteY4" fmla="*/ 24955 h 38381"/>
                  <a:gd name="connsiteX5" fmla="*/ 40028 w 66945"/>
                  <a:gd name="connsiteY5" fmla="*/ 8263 h 38381"/>
                  <a:gd name="connsiteX6" fmla="*/ 63891 w 66945"/>
                  <a:gd name="connsiteY6" fmla="*/ 37585 h 38381"/>
                  <a:gd name="connsiteX7" fmla="*/ 66176 w 66945"/>
                  <a:gd name="connsiteY7" fmla="*/ 38144 h 38381"/>
                  <a:gd name="connsiteX8" fmla="*/ 66938 w 66945"/>
                  <a:gd name="connsiteY8" fmla="*/ 36506 h 3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945" h="38381">
                    <a:moveTo>
                      <a:pt x="66938" y="36506"/>
                    </a:moveTo>
                    <a:cubicBezTo>
                      <a:pt x="65097" y="21211"/>
                      <a:pt x="56909" y="5344"/>
                      <a:pt x="40916" y="965"/>
                    </a:cubicBezTo>
                    <a:cubicBezTo>
                      <a:pt x="24922" y="-3415"/>
                      <a:pt x="8738" y="7819"/>
                      <a:pt x="551" y="20512"/>
                    </a:cubicBezTo>
                    <a:cubicBezTo>
                      <a:pt x="-401" y="21883"/>
                      <a:pt x="-84" y="23787"/>
                      <a:pt x="1249" y="24758"/>
                    </a:cubicBezTo>
                    <a:cubicBezTo>
                      <a:pt x="2201" y="25431"/>
                      <a:pt x="3471" y="25507"/>
                      <a:pt x="4485" y="24955"/>
                    </a:cubicBezTo>
                    <a:cubicBezTo>
                      <a:pt x="17179" y="18608"/>
                      <a:pt x="23526" y="2742"/>
                      <a:pt x="40028" y="8263"/>
                    </a:cubicBezTo>
                    <a:cubicBezTo>
                      <a:pt x="53483" y="12833"/>
                      <a:pt x="58306" y="26034"/>
                      <a:pt x="63891" y="37585"/>
                    </a:cubicBezTo>
                    <a:cubicBezTo>
                      <a:pt x="64335" y="38366"/>
                      <a:pt x="65351" y="38613"/>
                      <a:pt x="66176" y="38144"/>
                    </a:cubicBezTo>
                    <a:cubicBezTo>
                      <a:pt x="66747" y="37801"/>
                      <a:pt x="67001" y="37160"/>
                      <a:pt x="66938" y="36506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7" name=""/>
              <p:cNvSpPr/>
              <p:nvPr/>
            </p:nvSpPr>
            <p:spPr>
              <a:xfrm>
                <a:off x="9353337" y="2701355"/>
                <a:ext cx="75992" cy="46757"/>
              </a:xfrm>
              <a:custGeom>
                <a:avLst/>
                <a:gdLst>
                  <a:gd name="connsiteX0" fmla="*/ 70142 w 75986"/>
                  <a:gd name="connsiteY0" fmla="*/ 46636 h 46665"/>
                  <a:gd name="connsiteX1" fmla="*/ 64304 w 75986"/>
                  <a:gd name="connsiteY1" fmla="*/ 43399 h 46665"/>
                  <a:gd name="connsiteX2" fmla="*/ 62400 w 75986"/>
                  <a:gd name="connsiteY2" fmla="*/ 39464 h 46665"/>
                  <a:gd name="connsiteX3" fmla="*/ 42979 w 75986"/>
                  <a:gd name="connsiteY3" fmla="*/ 16298 h 46665"/>
                  <a:gd name="connsiteX4" fmla="*/ 23241 w 75986"/>
                  <a:gd name="connsiteY4" fmla="*/ 23787 h 46665"/>
                  <a:gd name="connsiteX5" fmla="*/ 11119 w 75986"/>
                  <a:gd name="connsiteY5" fmla="*/ 32736 h 46665"/>
                  <a:gd name="connsiteX6" fmla="*/ 2170 w 75986"/>
                  <a:gd name="connsiteY6" fmla="*/ 31530 h 46665"/>
                  <a:gd name="connsiteX7" fmla="*/ 1154 w 75986"/>
                  <a:gd name="connsiteY7" fmla="*/ 22518 h 46665"/>
                  <a:gd name="connsiteX8" fmla="*/ 46787 w 75986"/>
                  <a:gd name="connsiteY8" fmla="*/ 1066 h 46665"/>
                  <a:gd name="connsiteX9" fmla="*/ 75982 w 75986"/>
                  <a:gd name="connsiteY9" fmla="*/ 40098 h 46665"/>
                  <a:gd name="connsiteX10" fmla="*/ 75982 w 75986"/>
                  <a:gd name="connsiteY10" fmla="*/ 40098 h 46665"/>
                  <a:gd name="connsiteX11" fmla="*/ 71349 w 75986"/>
                  <a:gd name="connsiteY11" fmla="*/ 46445 h 46665"/>
                  <a:gd name="connsiteX12" fmla="*/ 20068 w 75986"/>
                  <a:gd name="connsiteY12" fmla="*/ 14902 h 46665"/>
                  <a:gd name="connsiteX13" fmla="*/ 13721 w 75986"/>
                  <a:gd name="connsiteY13" fmla="*/ 20614 h 46665"/>
                  <a:gd name="connsiteX14" fmla="*/ 17148 w 75986"/>
                  <a:gd name="connsiteY14" fmla="*/ 17631 h 4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5986" h="46665">
                    <a:moveTo>
                      <a:pt x="70142" y="46636"/>
                    </a:moveTo>
                    <a:cubicBezTo>
                      <a:pt x="67731" y="46883"/>
                      <a:pt x="65382" y="45595"/>
                      <a:pt x="64304" y="43399"/>
                    </a:cubicBezTo>
                    <a:lnTo>
                      <a:pt x="62400" y="39464"/>
                    </a:lnTo>
                    <a:cubicBezTo>
                      <a:pt x="57640" y="29309"/>
                      <a:pt x="53134" y="19725"/>
                      <a:pt x="42979" y="16298"/>
                    </a:cubicBezTo>
                    <a:cubicBezTo>
                      <a:pt x="35172" y="13633"/>
                      <a:pt x="30286" y="17187"/>
                      <a:pt x="23241" y="23787"/>
                    </a:cubicBezTo>
                    <a:cubicBezTo>
                      <a:pt x="19623" y="27329"/>
                      <a:pt x="15561" y="30337"/>
                      <a:pt x="11119" y="32736"/>
                    </a:cubicBezTo>
                    <a:cubicBezTo>
                      <a:pt x="8199" y="34253"/>
                      <a:pt x="4581" y="33771"/>
                      <a:pt x="2170" y="31530"/>
                    </a:cubicBezTo>
                    <a:cubicBezTo>
                      <a:pt x="-306" y="29163"/>
                      <a:pt x="-686" y="25374"/>
                      <a:pt x="1154" y="22518"/>
                    </a:cubicBezTo>
                    <a:cubicBezTo>
                      <a:pt x="10166" y="8555"/>
                      <a:pt x="29334" y="-3757"/>
                      <a:pt x="46787" y="1066"/>
                    </a:cubicBezTo>
                    <a:cubicBezTo>
                      <a:pt x="65446" y="6207"/>
                      <a:pt x="74077" y="24613"/>
                      <a:pt x="75982" y="40098"/>
                    </a:cubicBezTo>
                    <a:lnTo>
                      <a:pt x="75982" y="40098"/>
                    </a:lnTo>
                    <a:cubicBezTo>
                      <a:pt x="76109" y="43030"/>
                      <a:pt x="74204" y="45652"/>
                      <a:pt x="71349" y="46445"/>
                    </a:cubicBezTo>
                    <a:close/>
                    <a:moveTo>
                      <a:pt x="20068" y="14902"/>
                    </a:moveTo>
                    <a:cubicBezTo>
                      <a:pt x="17782" y="16590"/>
                      <a:pt x="15625" y="18507"/>
                      <a:pt x="13721" y="20614"/>
                    </a:cubicBezTo>
                    <a:lnTo>
                      <a:pt x="17148" y="17631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8" name=""/>
              <p:cNvSpPr/>
              <p:nvPr/>
            </p:nvSpPr>
            <p:spPr>
              <a:xfrm>
                <a:off x="9166744" y="2570513"/>
                <a:ext cx="77137" cy="34689"/>
              </a:xfrm>
              <a:custGeom>
                <a:avLst/>
                <a:gdLst>
                  <a:gd name="connsiteX0" fmla="*/ 2536 w 77131"/>
                  <a:gd name="connsiteY0" fmla="*/ 20140 h 34621"/>
                  <a:gd name="connsiteX1" fmla="*/ 41632 w 77131"/>
                  <a:gd name="connsiteY1" fmla="*/ 16268 h 34621"/>
                  <a:gd name="connsiteX2" fmla="*/ 68288 w 77131"/>
                  <a:gd name="connsiteY2" fmla="*/ 33785 h 34621"/>
                  <a:gd name="connsiteX3" fmla="*/ 76285 w 77131"/>
                  <a:gd name="connsiteY3" fmla="*/ 31792 h 34621"/>
                  <a:gd name="connsiteX4" fmla="*/ 76856 w 77131"/>
                  <a:gd name="connsiteY4" fmla="*/ 26994 h 34621"/>
                  <a:gd name="connsiteX5" fmla="*/ 252 w 77131"/>
                  <a:gd name="connsiteY5" fmla="*/ 17030 h 34621"/>
                  <a:gd name="connsiteX6" fmla="*/ 1203 w 77131"/>
                  <a:gd name="connsiteY6" fmla="*/ 19936 h 34621"/>
                  <a:gd name="connsiteX7" fmla="*/ 2536 w 77131"/>
                  <a:gd name="connsiteY7" fmla="*/ 20140 h 3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31" h="34621">
                    <a:moveTo>
                      <a:pt x="2536" y="20140"/>
                    </a:moveTo>
                    <a:cubicBezTo>
                      <a:pt x="15928" y="16522"/>
                      <a:pt x="27352" y="11318"/>
                      <a:pt x="41632" y="16268"/>
                    </a:cubicBezTo>
                    <a:cubicBezTo>
                      <a:pt x="52167" y="19886"/>
                      <a:pt x="59022" y="28073"/>
                      <a:pt x="68288" y="33785"/>
                    </a:cubicBezTo>
                    <a:cubicBezTo>
                      <a:pt x="71080" y="35448"/>
                      <a:pt x="74635" y="34553"/>
                      <a:pt x="76285" y="31792"/>
                    </a:cubicBezTo>
                    <a:cubicBezTo>
                      <a:pt x="77174" y="30345"/>
                      <a:pt x="77363" y="28600"/>
                      <a:pt x="76856" y="26994"/>
                    </a:cubicBezTo>
                    <a:cubicBezTo>
                      <a:pt x="64670" y="-4739"/>
                      <a:pt x="17832" y="-9055"/>
                      <a:pt x="252" y="17030"/>
                    </a:cubicBezTo>
                    <a:cubicBezTo>
                      <a:pt x="-320" y="18089"/>
                      <a:pt x="125" y="19391"/>
                      <a:pt x="1203" y="19936"/>
                    </a:cubicBezTo>
                    <a:cubicBezTo>
                      <a:pt x="1584" y="20146"/>
                      <a:pt x="2092" y="20216"/>
                      <a:pt x="2536" y="2014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9" name=""/>
              <p:cNvSpPr/>
              <p:nvPr/>
            </p:nvSpPr>
            <p:spPr>
              <a:xfrm rot="17251800">
                <a:off x="9130646" y="2681392"/>
                <a:ext cx="40318" cy="70962"/>
              </a:xfrm>
              <a:custGeom>
                <a:avLst/>
                <a:gdLst>
                  <a:gd name="connsiteX0" fmla="*/ 40239 w 40238"/>
                  <a:gd name="connsiteY0" fmla="*/ 35478 h 70956"/>
                  <a:gd name="connsiteX1" fmla="*/ 20120 w 40238"/>
                  <a:gd name="connsiteY1" fmla="*/ 70956 h 70956"/>
                  <a:gd name="connsiteX2" fmla="*/ 0 w 40238"/>
                  <a:gd name="connsiteY2" fmla="*/ 35478 h 70956"/>
                  <a:gd name="connsiteX3" fmla="*/ 20120 w 40238"/>
                  <a:gd name="connsiteY3" fmla="*/ 0 h 70956"/>
                  <a:gd name="connsiteX4" fmla="*/ 40239 w 40238"/>
                  <a:gd name="connsiteY4" fmla="*/ 35478 h 7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38" h="70956">
                    <a:moveTo>
                      <a:pt x="40239" y="35478"/>
                    </a:moveTo>
                    <a:cubicBezTo>
                      <a:pt x="40239" y="55072"/>
                      <a:pt x="31231" y="70956"/>
                      <a:pt x="20120" y="70956"/>
                    </a:cubicBezTo>
                    <a:cubicBezTo>
                      <a:pt x="9008" y="70956"/>
                      <a:pt x="0" y="55072"/>
                      <a:pt x="0" y="35478"/>
                    </a:cubicBezTo>
                    <a:cubicBezTo>
                      <a:pt x="0" y="15884"/>
                      <a:pt x="9008" y="0"/>
                      <a:pt x="20120" y="0"/>
                    </a:cubicBezTo>
                    <a:cubicBezTo>
                      <a:pt x="31231" y="0"/>
                      <a:pt x="40239" y="15884"/>
                      <a:pt x="40239" y="35478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0" name=""/>
              <p:cNvSpPr/>
              <p:nvPr/>
            </p:nvSpPr>
            <p:spPr>
              <a:xfrm rot="21331800">
                <a:off x="9423715" y="2749478"/>
                <a:ext cx="70962" cy="40318"/>
              </a:xfrm>
              <a:custGeom>
                <a:avLst/>
                <a:gdLst>
                  <a:gd name="connsiteX0" fmla="*/ 70957 w 70956"/>
                  <a:gd name="connsiteY0" fmla="*/ 20119 h 40238"/>
                  <a:gd name="connsiteX1" fmla="*/ 35479 w 70956"/>
                  <a:gd name="connsiteY1" fmla="*/ 40238 h 40238"/>
                  <a:gd name="connsiteX2" fmla="*/ 1 w 70956"/>
                  <a:gd name="connsiteY2" fmla="*/ 20119 h 40238"/>
                  <a:gd name="connsiteX3" fmla="*/ 35479 w 70956"/>
                  <a:gd name="connsiteY3" fmla="*/ 0 h 40238"/>
                  <a:gd name="connsiteX4" fmla="*/ 70957 w 70956"/>
                  <a:gd name="connsiteY4" fmla="*/ 20119 h 4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956" h="40238">
                    <a:moveTo>
                      <a:pt x="70957" y="20119"/>
                    </a:moveTo>
                    <a:cubicBezTo>
                      <a:pt x="70957" y="31230"/>
                      <a:pt x="55073" y="40238"/>
                      <a:pt x="35479" y="40238"/>
                    </a:cubicBezTo>
                    <a:cubicBezTo>
                      <a:pt x="15885" y="40238"/>
                      <a:pt x="1" y="31231"/>
                      <a:pt x="1" y="20119"/>
                    </a:cubicBezTo>
                    <a:cubicBezTo>
                      <a:pt x="1" y="9008"/>
                      <a:pt x="15885" y="0"/>
                      <a:pt x="35479" y="0"/>
                    </a:cubicBezTo>
                    <a:cubicBezTo>
                      <a:pt x="55073" y="0"/>
                      <a:pt x="70957" y="9008"/>
                      <a:pt x="70957" y="20119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1" name=""/>
              <p:cNvSpPr/>
              <p:nvPr/>
            </p:nvSpPr>
            <p:spPr>
              <a:xfrm>
                <a:off x="9217321" y="2818869"/>
                <a:ext cx="115511" cy="77463"/>
              </a:xfrm>
              <a:custGeom>
                <a:avLst/>
                <a:gdLst>
                  <a:gd name="connsiteX0" fmla="*/ 114437 w 115502"/>
                  <a:gd name="connsiteY0" fmla="*/ 8117 h 77310"/>
                  <a:gd name="connsiteX1" fmla="*/ 68297 w 115502"/>
                  <a:gd name="connsiteY1" fmla="*/ 76248 h 77310"/>
                  <a:gd name="connsiteX2" fmla="*/ 197 w 115502"/>
                  <a:gd name="connsiteY2" fmla="*/ 30140 h 77310"/>
                  <a:gd name="connsiteX3" fmla="*/ 197 w 115502"/>
                  <a:gd name="connsiteY3" fmla="*/ 30140 h 77310"/>
                  <a:gd name="connsiteX4" fmla="*/ 8003 w 115502"/>
                  <a:gd name="connsiteY4" fmla="*/ 18417 h 77310"/>
                  <a:gd name="connsiteX5" fmla="*/ 8130 w 115502"/>
                  <a:gd name="connsiteY5" fmla="*/ 18398 h 77310"/>
                  <a:gd name="connsiteX6" fmla="*/ 102125 w 115502"/>
                  <a:gd name="connsiteY6" fmla="*/ 183 h 77310"/>
                  <a:gd name="connsiteX7" fmla="*/ 113867 w 115502"/>
                  <a:gd name="connsiteY7" fmla="*/ 8117 h 77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5502" h="77310">
                    <a:moveTo>
                      <a:pt x="114437" y="8117"/>
                    </a:moveTo>
                    <a:cubicBezTo>
                      <a:pt x="120530" y="39666"/>
                      <a:pt x="99903" y="70168"/>
                      <a:pt x="68297" y="76248"/>
                    </a:cubicBezTo>
                    <a:cubicBezTo>
                      <a:pt x="36754" y="82329"/>
                      <a:pt x="6290" y="61689"/>
                      <a:pt x="197" y="30140"/>
                    </a:cubicBezTo>
                    <a:lnTo>
                      <a:pt x="197" y="30140"/>
                    </a:lnTo>
                    <a:cubicBezTo>
                      <a:pt x="-882" y="24745"/>
                      <a:pt x="2609" y="19496"/>
                      <a:pt x="8003" y="18417"/>
                    </a:cubicBezTo>
                    <a:cubicBezTo>
                      <a:pt x="8067" y="18411"/>
                      <a:pt x="8067" y="18405"/>
                      <a:pt x="8130" y="18398"/>
                    </a:cubicBezTo>
                    <a:lnTo>
                      <a:pt x="102125" y="183"/>
                    </a:lnTo>
                    <a:cubicBezTo>
                      <a:pt x="107583" y="-864"/>
                      <a:pt x="112787" y="2684"/>
                      <a:pt x="113867" y="8117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2" name=""/>
              <p:cNvSpPr/>
              <p:nvPr/>
            </p:nvSpPr>
            <p:spPr>
              <a:xfrm>
                <a:off x="9258331" y="2874315"/>
                <a:ext cx="61313" cy="21634"/>
              </a:xfrm>
              <a:custGeom>
                <a:avLst/>
                <a:gdLst>
                  <a:gd name="connsiteX0" fmla="*/ 1 w 61308"/>
                  <a:gd name="connsiteY0" fmla="*/ 19104 h 21591"/>
                  <a:gd name="connsiteX1" fmla="*/ 27292 w 61308"/>
                  <a:gd name="connsiteY1" fmla="*/ 20563 h 21591"/>
                  <a:gd name="connsiteX2" fmla="*/ 61310 w 61308"/>
                  <a:gd name="connsiteY2" fmla="*/ 0 h 21591"/>
                  <a:gd name="connsiteX3" fmla="*/ 1 w 61308"/>
                  <a:gd name="connsiteY3" fmla="*/ 19104 h 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08" h="21591">
                    <a:moveTo>
                      <a:pt x="1" y="19104"/>
                    </a:moveTo>
                    <a:cubicBezTo>
                      <a:pt x="8822" y="21820"/>
                      <a:pt x="18216" y="22321"/>
                      <a:pt x="27292" y="20563"/>
                    </a:cubicBezTo>
                    <a:cubicBezTo>
                      <a:pt x="40683" y="17955"/>
                      <a:pt x="52742" y="10669"/>
                      <a:pt x="61310" y="0"/>
                    </a:cubicBezTo>
                    <a:cubicBezTo>
                      <a:pt x="39668" y="1428"/>
                      <a:pt x="18660" y="7972"/>
                      <a:pt x="1" y="19104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3" name=""/>
              <p:cNvSpPr/>
              <p:nvPr/>
            </p:nvSpPr>
            <p:spPr>
              <a:xfrm>
                <a:off x="9257442" y="2854672"/>
                <a:ext cx="70581" cy="41502"/>
              </a:xfrm>
              <a:custGeom>
                <a:avLst/>
                <a:gdLst>
                  <a:gd name="connsiteX0" fmla="*/ 10156 w 70575"/>
                  <a:gd name="connsiteY0" fmla="*/ 18842 h 41420"/>
                  <a:gd name="connsiteX1" fmla="*/ 1 w 70575"/>
                  <a:gd name="connsiteY1" fmla="*/ 38771 h 41420"/>
                  <a:gd name="connsiteX2" fmla="*/ 28180 w 70575"/>
                  <a:gd name="connsiteY2" fmla="*/ 40357 h 41420"/>
                  <a:gd name="connsiteX3" fmla="*/ 70576 w 70575"/>
                  <a:gd name="connsiteY3" fmla="*/ 5704 h 41420"/>
                  <a:gd name="connsiteX4" fmla="*/ 44808 w 70575"/>
                  <a:gd name="connsiteY4" fmla="*/ 56 h 41420"/>
                  <a:gd name="connsiteX5" fmla="*/ 10156 w 70575"/>
                  <a:gd name="connsiteY5" fmla="*/ 18842 h 41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575" h="41420">
                    <a:moveTo>
                      <a:pt x="10156" y="18842"/>
                    </a:moveTo>
                    <a:cubicBezTo>
                      <a:pt x="5840" y="24954"/>
                      <a:pt x="2413" y="31669"/>
                      <a:pt x="1" y="38771"/>
                    </a:cubicBezTo>
                    <a:cubicBezTo>
                      <a:pt x="9140" y="41646"/>
                      <a:pt x="18787" y="42191"/>
                      <a:pt x="28180" y="40357"/>
                    </a:cubicBezTo>
                    <a:cubicBezTo>
                      <a:pt x="47220" y="36676"/>
                      <a:pt x="63151" y="23653"/>
                      <a:pt x="70576" y="5704"/>
                    </a:cubicBezTo>
                    <a:cubicBezTo>
                      <a:pt x="62643" y="1585"/>
                      <a:pt x="53758" y="-363"/>
                      <a:pt x="44808" y="56"/>
                    </a:cubicBezTo>
                    <a:cubicBezTo>
                      <a:pt x="30910" y="494"/>
                      <a:pt x="18089" y="7456"/>
                      <a:pt x="10156" y="18842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4" name=""/>
              <p:cNvSpPr/>
              <p:nvPr/>
            </p:nvSpPr>
            <p:spPr>
              <a:xfrm>
                <a:off x="5749602" y="1434454"/>
                <a:ext cx="451411" cy="221365"/>
              </a:xfrm>
              <a:custGeom>
                <a:avLst/>
                <a:gdLst>
                  <a:gd name="connsiteX0" fmla="*/ 0 w 451376"/>
                  <a:gd name="connsiteY0" fmla="*/ 181706 h 220928"/>
                  <a:gd name="connsiteX1" fmla="*/ 146482 w 451376"/>
                  <a:gd name="connsiteY1" fmla="*/ 220928 h 220928"/>
                  <a:gd name="connsiteX2" fmla="*/ 451377 w 451376"/>
                  <a:gd name="connsiteY2" fmla="*/ 0 h 220928"/>
                  <a:gd name="connsiteX3" fmla="*/ 0 w 451376"/>
                  <a:gd name="connsiteY3" fmla="*/ 181706 h 22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376" h="220928">
                    <a:moveTo>
                      <a:pt x="0" y="181706"/>
                    </a:moveTo>
                    <a:lnTo>
                      <a:pt x="146482" y="220928"/>
                    </a:lnTo>
                    <a:lnTo>
                      <a:pt x="451377" y="0"/>
                    </a:lnTo>
                    <a:lnTo>
                      <a:pt x="0" y="181706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5" name=""/>
              <p:cNvSpPr/>
              <p:nvPr/>
            </p:nvSpPr>
            <p:spPr>
              <a:xfrm>
                <a:off x="5896096" y="1434454"/>
                <a:ext cx="304919" cy="361268"/>
              </a:xfrm>
              <a:custGeom>
                <a:avLst/>
                <a:gdLst>
                  <a:gd name="connsiteX0" fmla="*/ 40873 w 304895"/>
                  <a:gd name="connsiteY0" fmla="*/ 360556 h 360555"/>
                  <a:gd name="connsiteX1" fmla="*/ 0 w 304895"/>
                  <a:gd name="connsiteY1" fmla="*/ 220928 h 360555"/>
                  <a:gd name="connsiteX2" fmla="*/ 304895 w 304895"/>
                  <a:gd name="connsiteY2" fmla="*/ 0 h 360555"/>
                  <a:gd name="connsiteX3" fmla="*/ 198906 w 304895"/>
                  <a:gd name="connsiteY3" fmla="*/ 252281 h 360555"/>
                  <a:gd name="connsiteX4" fmla="*/ 40873 w 304895"/>
                  <a:gd name="connsiteY4" fmla="*/ 360556 h 36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95" h="360555">
                    <a:moveTo>
                      <a:pt x="40873" y="360556"/>
                    </a:moveTo>
                    <a:lnTo>
                      <a:pt x="0" y="220928"/>
                    </a:lnTo>
                    <a:lnTo>
                      <a:pt x="304895" y="0"/>
                    </a:lnTo>
                    <a:lnTo>
                      <a:pt x="198906" y="252281"/>
                    </a:lnTo>
                    <a:lnTo>
                      <a:pt x="40873" y="36055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6" name=""/>
              <p:cNvSpPr/>
              <p:nvPr/>
            </p:nvSpPr>
            <p:spPr>
              <a:xfrm>
                <a:off x="6003998" y="1434454"/>
                <a:ext cx="197016" cy="267406"/>
              </a:xfrm>
              <a:custGeom>
                <a:avLst/>
                <a:gdLst>
                  <a:gd name="connsiteX0" fmla="*/ 183356 w 197001"/>
                  <a:gd name="connsiteY0" fmla="*/ 266878 h 266878"/>
                  <a:gd name="connsiteX1" fmla="*/ 0 w 197001"/>
                  <a:gd name="connsiteY1" fmla="*/ 237938 h 266878"/>
                  <a:gd name="connsiteX2" fmla="*/ 197001 w 197001"/>
                  <a:gd name="connsiteY2" fmla="*/ 0 h 266878"/>
                  <a:gd name="connsiteX3" fmla="*/ 183356 w 197001"/>
                  <a:gd name="connsiteY3" fmla="*/ 266878 h 26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01" h="266878">
                    <a:moveTo>
                      <a:pt x="183356" y="266878"/>
                    </a:moveTo>
                    <a:lnTo>
                      <a:pt x="0" y="237938"/>
                    </a:lnTo>
                    <a:lnTo>
                      <a:pt x="197001" y="0"/>
                    </a:lnTo>
                    <a:lnTo>
                      <a:pt x="183356" y="26687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7" name=""/>
              <p:cNvSpPr/>
              <p:nvPr/>
            </p:nvSpPr>
            <p:spPr>
              <a:xfrm>
                <a:off x="5936972" y="1672863"/>
                <a:ext cx="158044" cy="122860"/>
              </a:xfrm>
              <a:custGeom>
                <a:avLst/>
                <a:gdLst>
                  <a:gd name="connsiteX0" fmla="*/ 0 w 158032"/>
                  <a:gd name="connsiteY0" fmla="*/ 122618 h 122618"/>
                  <a:gd name="connsiteX1" fmla="*/ 67021 w 158032"/>
                  <a:gd name="connsiteY1" fmla="*/ 0 h 122618"/>
                  <a:gd name="connsiteX2" fmla="*/ 158033 w 158032"/>
                  <a:gd name="connsiteY2" fmla="*/ 14344 h 122618"/>
                  <a:gd name="connsiteX3" fmla="*/ 0 w 158032"/>
                  <a:gd name="connsiteY3" fmla="*/ 122618 h 12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032" h="122618">
                    <a:moveTo>
                      <a:pt x="0" y="122618"/>
                    </a:moveTo>
                    <a:lnTo>
                      <a:pt x="67021" y="0"/>
                    </a:lnTo>
                    <a:lnTo>
                      <a:pt x="158033" y="14344"/>
                    </a:lnTo>
                    <a:lnTo>
                      <a:pt x="0" y="12261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8" name=""/>
              <p:cNvSpPr/>
              <p:nvPr/>
            </p:nvSpPr>
            <p:spPr>
              <a:xfrm>
                <a:off x="11985781" y="3174280"/>
                <a:ext cx="205966" cy="100984"/>
              </a:xfrm>
              <a:custGeom>
                <a:avLst/>
                <a:gdLst>
                  <a:gd name="connsiteX0" fmla="*/ 205951 w 205950"/>
                  <a:gd name="connsiteY0" fmla="*/ 82888 h 100785"/>
                  <a:gd name="connsiteX1" fmla="*/ 139120 w 205950"/>
                  <a:gd name="connsiteY1" fmla="*/ 100785 h 100785"/>
                  <a:gd name="connsiteX2" fmla="*/ 0 w 205950"/>
                  <a:gd name="connsiteY2" fmla="*/ 0 h 100785"/>
                  <a:gd name="connsiteX3" fmla="*/ 205951 w 205950"/>
                  <a:gd name="connsiteY3" fmla="*/ 82888 h 10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950" h="100785">
                    <a:moveTo>
                      <a:pt x="205951" y="82888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205951" y="8288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9" name=""/>
              <p:cNvSpPr/>
              <p:nvPr/>
            </p:nvSpPr>
            <p:spPr>
              <a:xfrm>
                <a:off x="11985781" y="3174280"/>
                <a:ext cx="139130" cy="164831"/>
              </a:xfrm>
              <a:custGeom>
                <a:avLst/>
                <a:gdLst>
                  <a:gd name="connsiteX0" fmla="*/ 120460 w 139119"/>
                  <a:gd name="connsiteY0" fmla="*/ 164506 h 164506"/>
                  <a:gd name="connsiteX1" fmla="*/ 139120 w 139119"/>
                  <a:gd name="connsiteY1" fmla="*/ 100785 h 164506"/>
                  <a:gd name="connsiteX2" fmla="*/ 0 w 139119"/>
                  <a:gd name="connsiteY2" fmla="*/ 0 h 164506"/>
                  <a:gd name="connsiteX3" fmla="*/ 48362 w 139119"/>
                  <a:gd name="connsiteY3" fmla="*/ 115129 h 164506"/>
                  <a:gd name="connsiteX4" fmla="*/ 120460 w 139119"/>
                  <a:gd name="connsiteY4" fmla="*/ 164506 h 16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119" h="164506">
                    <a:moveTo>
                      <a:pt x="120460" y="164506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48362" y="115129"/>
                    </a:lnTo>
                    <a:lnTo>
                      <a:pt x="120460" y="16450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0" name=""/>
              <p:cNvSpPr/>
              <p:nvPr/>
            </p:nvSpPr>
            <p:spPr>
              <a:xfrm>
                <a:off x="11985781" y="3174280"/>
                <a:ext cx="89939" cy="122033"/>
              </a:xfrm>
              <a:custGeom>
                <a:avLst/>
                <a:gdLst>
                  <a:gd name="connsiteX0" fmla="*/ 6220 w 89932"/>
                  <a:gd name="connsiteY0" fmla="*/ 121793 h 121792"/>
                  <a:gd name="connsiteX1" fmla="*/ 89933 w 89932"/>
                  <a:gd name="connsiteY1" fmla="*/ 108529 h 121792"/>
                  <a:gd name="connsiteX2" fmla="*/ 0 w 89932"/>
                  <a:gd name="connsiteY2" fmla="*/ 0 h 121792"/>
                  <a:gd name="connsiteX3" fmla="*/ 6220 w 89932"/>
                  <a:gd name="connsiteY3" fmla="*/ 121793 h 12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932" h="121792">
                    <a:moveTo>
                      <a:pt x="6220" y="121793"/>
                    </a:moveTo>
                    <a:lnTo>
                      <a:pt x="89933" y="108529"/>
                    </a:lnTo>
                    <a:lnTo>
                      <a:pt x="0" y="0"/>
                    </a:lnTo>
                    <a:lnTo>
                      <a:pt x="6220" y="12179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1" name=""/>
              <p:cNvSpPr/>
              <p:nvPr/>
            </p:nvSpPr>
            <p:spPr>
              <a:xfrm>
                <a:off x="12034147" y="3283023"/>
                <a:ext cx="72104" cy="56088"/>
              </a:xfrm>
              <a:custGeom>
                <a:avLst/>
                <a:gdLst>
                  <a:gd name="connsiteX0" fmla="*/ 72098 w 72098"/>
                  <a:gd name="connsiteY0" fmla="*/ 55978 h 55977"/>
                  <a:gd name="connsiteX1" fmla="*/ 41571 w 72098"/>
                  <a:gd name="connsiteY1" fmla="*/ 0 h 55977"/>
                  <a:gd name="connsiteX2" fmla="*/ 0 w 72098"/>
                  <a:gd name="connsiteY2" fmla="*/ 6600 h 55977"/>
                  <a:gd name="connsiteX3" fmla="*/ 72098 w 72098"/>
                  <a:gd name="connsiteY3" fmla="*/ 55978 h 5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098" h="55977">
                    <a:moveTo>
                      <a:pt x="72098" y="55978"/>
                    </a:moveTo>
                    <a:lnTo>
                      <a:pt x="41571" y="0"/>
                    </a:lnTo>
                    <a:lnTo>
                      <a:pt x="0" y="6600"/>
                    </a:lnTo>
                    <a:lnTo>
                      <a:pt x="72098" y="5597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2" name=""/>
              <p:cNvSpPr/>
              <p:nvPr/>
            </p:nvSpPr>
            <p:spPr>
              <a:xfrm>
                <a:off x="5010473" y="2643474"/>
                <a:ext cx="323262" cy="226262"/>
              </a:xfrm>
              <a:custGeom>
                <a:avLst/>
                <a:gdLst>
                  <a:gd name="connsiteX0" fmla="*/ 323237 w 323237"/>
                  <a:gd name="connsiteY0" fmla="*/ 197763 h 225815"/>
                  <a:gd name="connsiteX1" fmla="*/ 218326 w 323237"/>
                  <a:gd name="connsiteY1" fmla="*/ 225815 h 225815"/>
                  <a:gd name="connsiteX2" fmla="*/ 0 w 323237"/>
                  <a:gd name="connsiteY2" fmla="*/ 0 h 225815"/>
                  <a:gd name="connsiteX3" fmla="*/ 323237 w 323237"/>
                  <a:gd name="connsiteY3" fmla="*/ 197763 h 22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237" h="225815">
                    <a:moveTo>
                      <a:pt x="323237" y="197763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323237" y="19776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3" name=""/>
              <p:cNvSpPr/>
              <p:nvPr/>
            </p:nvSpPr>
            <p:spPr>
              <a:xfrm>
                <a:off x="5010473" y="2643474"/>
                <a:ext cx="218343" cy="326483"/>
              </a:xfrm>
              <a:custGeom>
                <a:avLst/>
                <a:gdLst>
                  <a:gd name="connsiteX0" fmla="*/ 164443 w 218326"/>
                  <a:gd name="connsiteY0" fmla="*/ 325839 h 325839"/>
                  <a:gd name="connsiteX1" fmla="*/ 218326 w 218326"/>
                  <a:gd name="connsiteY1" fmla="*/ 225815 h 325839"/>
                  <a:gd name="connsiteX2" fmla="*/ 0 w 218326"/>
                  <a:gd name="connsiteY2" fmla="*/ 0 h 325839"/>
                  <a:gd name="connsiteX3" fmla="*/ 75906 w 218326"/>
                  <a:gd name="connsiteY3" fmla="*/ 248346 h 325839"/>
                  <a:gd name="connsiteX4" fmla="*/ 164443 w 218326"/>
                  <a:gd name="connsiteY4" fmla="*/ 325839 h 32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326" h="325839">
                    <a:moveTo>
                      <a:pt x="164443" y="325839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75906" y="248346"/>
                    </a:lnTo>
                    <a:lnTo>
                      <a:pt x="164443" y="325839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4" name=""/>
              <p:cNvSpPr/>
              <p:nvPr/>
            </p:nvSpPr>
            <p:spPr>
              <a:xfrm>
                <a:off x="5010473" y="2643474"/>
                <a:ext cx="141097" cy="259266"/>
              </a:xfrm>
              <a:custGeom>
                <a:avLst/>
                <a:gdLst>
                  <a:gd name="connsiteX0" fmla="*/ 9710 w 141086"/>
                  <a:gd name="connsiteY0" fmla="*/ 258755 h 258754"/>
                  <a:gd name="connsiteX1" fmla="*/ 141087 w 141086"/>
                  <a:gd name="connsiteY1" fmla="*/ 238001 h 258754"/>
                  <a:gd name="connsiteX2" fmla="*/ 0 w 141086"/>
                  <a:gd name="connsiteY2" fmla="*/ 0 h 258754"/>
                  <a:gd name="connsiteX3" fmla="*/ 9710 w 141086"/>
                  <a:gd name="connsiteY3" fmla="*/ 258755 h 258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86" h="258754">
                    <a:moveTo>
                      <a:pt x="9710" y="258755"/>
                    </a:moveTo>
                    <a:lnTo>
                      <a:pt x="141087" y="238001"/>
                    </a:lnTo>
                    <a:lnTo>
                      <a:pt x="0" y="0"/>
                    </a:lnTo>
                    <a:lnTo>
                      <a:pt x="9710" y="258755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5" name=""/>
              <p:cNvSpPr/>
              <p:nvPr/>
            </p:nvSpPr>
            <p:spPr>
              <a:xfrm>
                <a:off x="5086385" y="2881946"/>
                <a:ext cx="88543" cy="88012"/>
              </a:xfrm>
              <a:custGeom>
                <a:avLst/>
                <a:gdLst>
                  <a:gd name="connsiteX0" fmla="*/ 88536 w 88536"/>
                  <a:gd name="connsiteY0" fmla="*/ 87838 h 87838"/>
                  <a:gd name="connsiteX1" fmla="*/ 65181 w 88536"/>
                  <a:gd name="connsiteY1" fmla="*/ 0 h 87838"/>
                  <a:gd name="connsiteX2" fmla="*/ 0 w 88536"/>
                  <a:gd name="connsiteY2" fmla="*/ 10345 h 87838"/>
                  <a:gd name="connsiteX3" fmla="*/ 88536 w 88536"/>
                  <a:gd name="connsiteY3" fmla="*/ 87838 h 8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36" h="87838">
                    <a:moveTo>
                      <a:pt x="88536" y="87838"/>
                    </a:moveTo>
                    <a:lnTo>
                      <a:pt x="65181" y="0"/>
                    </a:lnTo>
                    <a:lnTo>
                      <a:pt x="0" y="10345"/>
                    </a:lnTo>
                    <a:lnTo>
                      <a:pt x="88536" y="8783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6" name=""/>
              <p:cNvSpPr/>
              <p:nvPr/>
            </p:nvSpPr>
            <p:spPr>
              <a:xfrm>
                <a:off x="1" y="4202936"/>
                <a:ext cx="6626149" cy="2558911"/>
              </a:xfrm>
              <a:custGeom>
                <a:avLst/>
                <a:gdLst>
                  <a:gd name="connsiteX0" fmla="*/ 4072485 w 6625631"/>
                  <a:gd name="connsiteY0" fmla="*/ 523 h 2553861"/>
                  <a:gd name="connsiteX1" fmla="*/ 2492158 w 6625631"/>
                  <a:gd name="connsiteY1" fmla="*/ 705641 h 2553861"/>
                  <a:gd name="connsiteX2" fmla="*/ 960066 w 6625631"/>
                  <a:gd name="connsiteY2" fmla="*/ 195112 h 2553861"/>
                  <a:gd name="connsiteX3" fmla="*/ 473782 w 6625631"/>
                  <a:gd name="connsiteY3" fmla="*/ 170805 h 2553861"/>
                  <a:gd name="connsiteX4" fmla="*/ 363413 w 6625631"/>
                  <a:gd name="connsiteY4" fmla="*/ 189528 h 2553861"/>
                  <a:gd name="connsiteX5" fmla="*/ 359478 w 6625631"/>
                  <a:gd name="connsiteY5" fmla="*/ 194224 h 2553861"/>
                  <a:gd name="connsiteX6" fmla="*/ 1 w 6625631"/>
                  <a:gd name="connsiteY6" fmla="*/ 530980 h 2553861"/>
                  <a:gd name="connsiteX7" fmla="*/ 1567952 w 6625631"/>
                  <a:gd name="connsiteY7" fmla="*/ 1037002 h 2553861"/>
                  <a:gd name="connsiteX8" fmla="*/ 3756356 w 6625631"/>
                  <a:gd name="connsiteY8" fmla="*/ 2553862 h 2553861"/>
                  <a:gd name="connsiteX9" fmla="*/ 6625633 w 6625631"/>
                  <a:gd name="connsiteY9" fmla="*/ 803126 h 2553861"/>
                  <a:gd name="connsiteX10" fmla="*/ 4072485 w 6625631"/>
                  <a:gd name="connsiteY10" fmla="*/ 523 h 255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25631" h="2553861">
                    <a:moveTo>
                      <a:pt x="4072485" y="523"/>
                    </a:moveTo>
                    <a:cubicBezTo>
                      <a:pt x="4072485" y="523"/>
                      <a:pt x="2808033" y="195049"/>
                      <a:pt x="2492158" y="705641"/>
                    </a:cubicBezTo>
                    <a:lnTo>
                      <a:pt x="960066" y="195112"/>
                    </a:lnTo>
                    <a:cubicBezTo>
                      <a:pt x="800853" y="157121"/>
                      <a:pt x="635990" y="148877"/>
                      <a:pt x="473782" y="170805"/>
                    </a:cubicBezTo>
                    <a:cubicBezTo>
                      <a:pt x="442556" y="175057"/>
                      <a:pt x="404666" y="181340"/>
                      <a:pt x="363413" y="189528"/>
                    </a:cubicBezTo>
                    <a:cubicBezTo>
                      <a:pt x="362080" y="191051"/>
                      <a:pt x="360811" y="192637"/>
                      <a:pt x="359478" y="194224"/>
                    </a:cubicBezTo>
                    <a:cubicBezTo>
                      <a:pt x="252028" y="319064"/>
                      <a:pt x="132266" y="434066"/>
                      <a:pt x="1" y="530980"/>
                    </a:cubicBezTo>
                    <a:cubicBezTo>
                      <a:pt x="257233" y="662737"/>
                      <a:pt x="926047" y="784403"/>
                      <a:pt x="1567952" y="1037002"/>
                    </a:cubicBezTo>
                    <a:cubicBezTo>
                      <a:pt x="2138583" y="1261548"/>
                      <a:pt x="2926462" y="1683476"/>
                      <a:pt x="3756356" y="2553862"/>
                    </a:cubicBezTo>
                    <a:cubicBezTo>
                      <a:pt x="4483979" y="1658819"/>
                      <a:pt x="5496893" y="1040778"/>
                      <a:pt x="6625633" y="803126"/>
                    </a:cubicBezTo>
                    <a:cubicBezTo>
                      <a:pt x="6625633" y="803126"/>
                      <a:pt x="4558769" y="-23721"/>
                      <a:pt x="4072485" y="5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7" name=""/>
              <p:cNvSpPr/>
              <p:nvPr/>
            </p:nvSpPr>
            <p:spPr>
              <a:xfrm>
                <a:off x="211997" y="4228459"/>
                <a:ext cx="6019866" cy="2345027"/>
              </a:xfrm>
              <a:custGeom>
                <a:avLst/>
                <a:gdLst>
                  <a:gd name="connsiteX0" fmla="*/ 3699807 w 6019395"/>
                  <a:gd name="connsiteY0" fmla="*/ 437 h 2340399"/>
                  <a:gd name="connsiteX1" fmla="*/ 2445192 w 6019395"/>
                  <a:gd name="connsiteY1" fmla="*/ 735892 h 2340399"/>
                  <a:gd name="connsiteX2" fmla="*/ 872101 w 6019395"/>
                  <a:gd name="connsiteY2" fmla="*/ 164690 h 2340399"/>
                  <a:gd name="connsiteX3" fmla="*/ 430434 w 6019395"/>
                  <a:gd name="connsiteY3" fmla="*/ 144507 h 2340399"/>
                  <a:gd name="connsiteX4" fmla="*/ 330220 w 6019395"/>
                  <a:gd name="connsiteY4" fmla="*/ 160310 h 2340399"/>
                  <a:gd name="connsiteX5" fmla="*/ 326602 w 6019395"/>
                  <a:gd name="connsiteY5" fmla="*/ 164309 h 2340399"/>
                  <a:gd name="connsiteX6" fmla="*/ 1 w 6019395"/>
                  <a:gd name="connsiteY6" fmla="*/ 448894 h 2340399"/>
                  <a:gd name="connsiteX7" fmla="*/ 1424390 w 6019395"/>
                  <a:gd name="connsiteY7" fmla="*/ 876281 h 2340399"/>
                  <a:gd name="connsiteX8" fmla="*/ 3539362 w 6019395"/>
                  <a:gd name="connsiteY8" fmla="*/ 2340399 h 2340399"/>
                  <a:gd name="connsiteX9" fmla="*/ 4442624 w 6019395"/>
                  <a:gd name="connsiteY9" fmla="*/ 1364596 h 2340399"/>
                  <a:gd name="connsiteX10" fmla="*/ 6019397 w 6019395"/>
                  <a:gd name="connsiteY10" fmla="*/ 678772 h 2340399"/>
                  <a:gd name="connsiteX11" fmla="*/ 3699807 w 6019395"/>
                  <a:gd name="connsiteY11" fmla="*/ 437 h 234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19395" h="2340399">
                    <a:moveTo>
                      <a:pt x="3699807" y="437"/>
                    </a:moveTo>
                    <a:cubicBezTo>
                      <a:pt x="3212939" y="103126"/>
                      <a:pt x="2772631" y="361234"/>
                      <a:pt x="2445192" y="735892"/>
                    </a:cubicBezTo>
                    <a:lnTo>
                      <a:pt x="872101" y="164690"/>
                    </a:lnTo>
                    <a:cubicBezTo>
                      <a:pt x="727123" y="132696"/>
                      <a:pt x="577722" y="125867"/>
                      <a:pt x="430434" y="144507"/>
                    </a:cubicBezTo>
                    <a:cubicBezTo>
                      <a:pt x="402064" y="148061"/>
                      <a:pt x="367665" y="153392"/>
                      <a:pt x="330220" y="160310"/>
                    </a:cubicBezTo>
                    <a:lnTo>
                      <a:pt x="326602" y="164309"/>
                    </a:lnTo>
                    <a:cubicBezTo>
                      <a:pt x="228791" y="271162"/>
                      <a:pt x="119230" y="366622"/>
                      <a:pt x="1" y="448894"/>
                    </a:cubicBezTo>
                    <a:cubicBezTo>
                      <a:pt x="489611" y="536288"/>
                      <a:pt x="967542" y="679692"/>
                      <a:pt x="1424390" y="876281"/>
                    </a:cubicBezTo>
                    <a:cubicBezTo>
                      <a:pt x="2426470" y="1307856"/>
                      <a:pt x="3120290" y="1908634"/>
                      <a:pt x="3539362" y="2340399"/>
                    </a:cubicBezTo>
                    <a:cubicBezTo>
                      <a:pt x="3779458" y="1963565"/>
                      <a:pt x="4085426" y="1633029"/>
                      <a:pt x="4442624" y="1364596"/>
                    </a:cubicBezTo>
                    <a:cubicBezTo>
                      <a:pt x="5060475" y="901287"/>
                      <a:pt x="5678135" y="740779"/>
                      <a:pt x="6019397" y="678772"/>
                    </a:cubicBezTo>
                    <a:cubicBezTo>
                      <a:pt x="6019397" y="678772"/>
                      <a:pt x="4141664" y="-19936"/>
                      <a:pt x="3699807" y="437"/>
                    </a:cubicBezTo>
                    <a:close/>
                  </a:path>
                </a:pathLst>
              </a:custGeom>
              <a:solidFill>
                <a:srgbClr val="FFA44B">
                  <a:alpha val="47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8" name=""/>
              <p:cNvSpPr/>
              <p:nvPr/>
            </p:nvSpPr>
            <p:spPr>
              <a:xfrm>
                <a:off x="2492162" y="4180411"/>
                <a:ext cx="3940081" cy="2215843"/>
              </a:xfrm>
              <a:custGeom>
                <a:avLst/>
                <a:gdLst>
                  <a:gd name="connsiteX0" fmla="*/ 1 w 3939773"/>
                  <a:gd name="connsiteY0" fmla="*/ 894912 h 2211470"/>
                  <a:gd name="connsiteX1" fmla="*/ 1263755 w 3939773"/>
                  <a:gd name="connsiteY1" fmla="*/ 2211471 h 2211470"/>
                  <a:gd name="connsiteX2" fmla="*/ 2031705 w 3939773"/>
                  <a:gd name="connsiteY2" fmla="*/ 1391287 h 2211470"/>
                  <a:gd name="connsiteX3" fmla="*/ 3939775 w 3939773"/>
                  <a:gd name="connsiteY3" fmla="*/ 571167 h 2211470"/>
                  <a:gd name="connsiteX4" fmla="*/ 2131094 w 3939773"/>
                  <a:gd name="connsiteY4" fmla="*/ 10310 h 2211470"/>
                  <a:gd name="connsiteX5" fmla="*/ 904469 w 3939773"/>
                  <a:gd name="connsiteY5" fmla="*/ 199188 h 2211470"/>
                  <a:gd name="connsiteX6" fmla="*/ 1 w 3939773"/>
                  <a:gd name="connsiteY6" fmla="*/ 894912 h 221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39773" h="2211470">
                    <a:moveTo>
                      <a:pt x="1" y="894912"/>
                    </a:moveTo>
                    <a:lnTo>
                      <a:pt x="1263755" y="2211471"/>
                    </a:lnTo>
                    <a:cubicBezTo>
                      <a:pt x="1474738" y="1899175"/>
                      <a:pt x="1733944" y="1622339"/>
                      <a:pt x="2031705" y="1391287"/>
                    </a:cubicBezTo>
                    <a:cubicBezTo>
                      <a:pt x="2751992" y="829478"/>
                      <a:pt x="3535427" y="641171"/>
                      <a:pt x="3939775" y="571167"/>
                    </a:cubicBezTo>
                    <a:lnTo>
                      <a:pt x="2131094" y="10310"/>
                    </a:lnTo>
                    <a:cubicBezTo>
                      <a:pt x="1929015" y="-7905"/>
                      <a:pt x="1439749" y="-28215"/>
                      <a:pt x="904469" y="199188"/>
                    </a:cubicBezTo>
                    <a:cubicBezTo>
                      <a:pt x="390259" y="417260"/>
                      <a:pt x="111576" y="746526"/>
                      <a:pt x="1" y="89491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9" name=""/>
              <p:cNvSpPr/>
              <p:nvPr/>
            </p:nvSpPr>
            <p:spPr>
              <a:xfrm>
                <a:off x="2492162" y="3899305"/>
                <a:ext cx="3866454" cy="2496950"/>
              </a:xfrm>
              <a:custGeom>
                <a:avLst/>
                <a:gdLst>
                  <a:gd name="connsiteX0" fmla="*/ 1 w 3866152"/>
                  <a:gd name="connsiteY0" fmla="*/ 1008736 h 2492022"/>
                  <a:gd name="connsiteX1" fmla="*/ 1240082 w 3866152"/>
                  <a:gd name="connsiteY1" fmla="*/ 2492022 h 2492022"/>
                  <a:gd name="connsiteX2" fmla="*/ 1993879 w 3866152"/>
                  <a:gd name="connsiteY2" fmla="*/ 1568007 h 2492022"/>
                  <a:gd name="connsiteX3" fmla="*/ 3866154 w 3866152"/>
                  <a:gd name="connsiteY3" fmla="*/ 643992 h 2492022"/>
                  <a:gd name="connsiteX4" fmla="*/ 2091110 w 3866152"/>
                  <a:gd name="connsiteY4" fmla="*/ 11607 h 2492022"/>
                  <a:gd name="connsiteX5" fmla="*/ 887523 w 3866152"/>
                  <a:gd name="connsiteY5" fmla="*/ 224412 h 2492022"/>
                  <a:gd name="connsiteX6" fmla="*/ 1 w 386615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6615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41951" y="2146819"/>
                      <a:pt x="1696250" y="1835095"/>
                      <a:pt x="1993879" y="1568007"/>
                    </a:cubicBezTo>
                    <a:cubicBezTo>
                      <a:pt x="2700647" y="934988"/>
                      <a:pt x="3469422" y="722881"/>
                      <a:pt x="3866154" y="643992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0" name=""/>
              <p:cNvSpPr/>
              <p:nvPr/>
            </p:nvSpPr>
            <p:spPr>
              <a:xfrm>
                <a:off x="2492162" y="3899305"/>
                <a:ext cx="3776387" cy="2496950"/>
              </a:xfrm>
              <a:custGeom>
                <a:avLst/>
                <a:gdLst>
                  <a:gd name="connsiteX0" fmla="*/ 1 w 3776092"/>
                  <a:gd name="connsiteY0" fmla="*/ 1008736 h 2492022"/>
                  <a:gd name="connsiteX1" fmla="*/ 1240082 w 3776092"/>
                  <a:gd name="connsiteY1" fmla="*/ 2492022 h 2492022"/>
                  <a:gd name="connsiteX2" fmla="*/ 1988992 w 3776092"/>
                  <a:gd name="connsiteY2" fmla="*/ 1429078 h 2492022"/>
                  <a:gd name="connsiteX3" fmla="*/ 3776094 w 3776092"/>
                  <a:gd name="connsiteY3" fmla="*/ 444388 h 2492022"/>
                  <a:gd name="connsiteX4" fmla="*/ 2091110 w 3776092"/>
                  <a:gd name="connsiteY4" fmla="*/ 11607 h 2492022"/>
                  <a:gd name="connsiteX5" fmla="*/ 887523 w 3776092"/>
                  <a:gd name="connsiteY5" fmla="*/ 224412 h 2492022"/>
                  <a:gd name="connsiteX6" fmla="*/ 1 w 377609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609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25456" y="2096534"/>
                      <a:pt x="1678956" y="1736734"/>
                      <a:pt x="1988992" y="1429078"/>
                    </a:cubicBezTo>
                    <a:cubicBezTo>
                      <a:pt x="2657235" y="767562"/>
                      <a:pt x="3408747" y="532353"/>
                      <a:pt x="3776094" y="444388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1" name=""/>
              <p:cNvSpPr/>
              <p:nvPr/>
            </p:nvSpPr>
            <p:spPr>
              <a:xfrm>
                <a:off x="104158" y="4198182"/>
                <a:ext cx="3628181" cy="2198072"/>
              </a:xfrm>
              <a:custGeom>
                <a:avLst/>
                <a:gdLst>
                  <a:gd name="connsiteX0" fmla="*/ 2436434 w 3627897"/>
                  <a:gd name="connsiteY0" fmla="*/ 637526 h 2193734"/>
                  <a:gd name="connsiteX1" fmla="*/ 1841812 w 3627897"/>
                  <a:gd name="connsiteY1" fmla="*/ 291948 h 2193734"/>
                  <a:gd name="connsiteX2" fmla="*/ 839034 w 3627897"/>
                  <a:gd name="connsiteY2" fmla="*/ 0 h 2193734"/>
                  <a:gd name="connsiteX3" fmla="*/ 1 w 3627897"/>
                  <a:gd name="connsiteY3" fmla="*/ 401365 h 2193734"/>
                  <a:gd name="connsiteX4" fmla="*/ 1458852 w 3627897"/>
                  <a:gd name="connsiteY4" fmla="*/ 802540 h 2193734"/>
                  <a:gd name="connsiteX5" fmla="*/ 3627899 w 3627897"/>
                  <a:gd name="connsiteY5" fmla="*/ 2193735 h 2193734"/>
                  <a:gd name="connsiteX6" fmla="*/ 2436434 w 3627897"/>
                  <a:gd name="connsiteY6" fmla="*/ 637526 h 21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27897" h="2193734">
                    <a:moveTo>
                      <a:pt x="2436434" y="637526"/>
                    </a:moveTo>
                    <a:cubicBezTo>
                      <a:pt x="2249816" y="503458"/>
                      <a:pt x="2050682" y="387726"/>
                      <a:pt x="1841812" y="291948"/>
                    </a:cubicBezTo>
                    <a:cubicBezTo>
                      <a:pt x="1523576" y="146266"/>
                      <a:pt x="1185742" y="47905"/>
                      <a:pt x="839034" y="0"/>
                    </a:cubicBezTo>
                    <a:lnTo>
                      <a:pt x="1" y="401365"/>
                    </a:lnTo>
                    <a:cubicBezTo>
                      <a:pt x="499694" y="480407"/>
                      <a:pt x="989007" y="614963"/>
                      <a:pt x="1458852" y="802540"/>
                    </a:cubicBezTo>
                    <a:cubicBezTo>
                      <a:pt x="2466073" y="1205110"/>
                      <a:pt x="3182297" y="1772759"/>
                      <a:pt x="3627899" y="2193735"/>
                    </a:cubicBezTo>
                    <a:cubicBezTo>
                      <a:pt x="3627899" y="2193735"/>
                      <a:pt x="2801178" y="759065"/>
                      <a:pt x="2436434" y="6375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" name=""/>
              <p:cNvSpPr/>
              <p:nvPr/>
            </p:nvSpPr>
            <p:spPr>
              <a:xfrm>
                <a:off x="158870" y="4143557"/>
                <a:ext cx="3573467" cy="2252698"/>
              </a:xfrm>
              <a:custGeom>
                <a:avLst/>
                <a:gdLst>
                  <a:gd name="connsiteX0" fmla="*/ 2516529 w 3573188"/>
                  <a:gd name="connsiteY0" fmla="*/ 711211 h 2248252"/>
                  <a:gd name="connsiteX1" fmla="*/ 1987723 w 3573188"/>
                  <a:gd name="connsiteY1" fmla="*/ 382959 h 2248252"/>
                  <a:gd name="connsiteX2" fmla="*/ 765920 w 3573188"/>
                  <a:gd name="connsiteY2" fmla="*/ 0 h 2248252"/>
                  <a:gd name="connsiteX3" fmla="*/ 1 w 3573188"/>
                  <a:gd name="connsiteY3" fmla="*/ 328251 h 2248252"/>
                  <a:gd name="connsiteX4" fmla="*/ 1385929 w 3573188"/>
                  <a:gd name="connsiteY4" fmla="*/ 729426 h 2248252"/>
                  <a:gd name="connsiteX5" fmla="*/ 3573190 w 3573188"/>
                  <a:gd name="connsiteY5" fmla="*/ 2248253 h 2248252"/>
                  <a:gd name="connsiteX6" fmla="*/ 3114261 w 3573188"/>
                  <a:gd name="connsiteY6" fmla="*/ 1515718 h 2248252"/>
                  <a:gd name="connsiteX7" fmla="*/ 2516529 w 3573188"/>
                  <a:gd name="connsiteY7" fmla="*/ 711211 h 224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73188" h="2248252">
                    <a:moveTo>
                      <a:pt x="2516529" y="711211"/>
                    </a:moveTo>
                    <a:cubicBezTo>
                      <a:pt x="2349579" y="587443"/>
                      <a:pt x="2172716" y="477658"/>
                      <a:pt x="1987723" y="382959"/>
                    </a:cubicBezTo>
                    <a:cubicBezTo>
                      <a:pt x="1604776" y="187779"/>
                      <a:pt x="1191758" y="58326"/>
                      <a:pt x="765920" y="0"/>
                    </a:cubicBezTo>
                    <a:lnTo>
                      <a:pt x="1" y="328251"/>
                    </a:lnTo>
                    <a:cubicBezTo>
                      <a:pt x="475748" y="408752"/>
                      <a:pt x="940740" y="543353"/>
                      <a:pt x="1385929" y="729426"/>
                    </a:cubicBezTo>
                    <a:cubicBezTo>
                      <a:pt x="2435165" y="1168553"/>
                      <a:pt x="3151452" y="1803032"/>
                      <a:pt x="3573190" y="2248253"/>
                    </a:cubicBezTo>
                    <a:cubicBezTo>
                      <a:pt x="3438133" y="2013996"/>
                      <a:pt x="3285875" y="1768506"/>
                      <a:pt x="3114261" y="1515718"/>
                    </a:cubicBezTo>
                    <a:cubicBezTo>
                      <a:pt x="2913451" y="1220025"/>
                      <a:pt x="2711944" y="952131"/>
                      <a:pt x="2516529" y="711211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" name=""/>
              <p:cNvSpPr/>
              <p:nvPr/>
            </p:nvSpPr>
            <p:spPr>
              <a:xfrm>
                <a:off x="2766804" y="4984058"/>
                <a:ext cx="1021263" cy="1352103"/>
              </a:xfrm>
              <a:custGeom>
                <a:avLst/>
                <a:gdLst>
                  <a:gd name="connsiteX0" fmla="*/ 1 w 1021183"/>
                  <a:gd name="connsiteY0" fmla="*/ 0 h 1349434"/>
                  <a:gd name="connsiteX1" fmla="*/ 612711 w 1021183"/>
                  <a:gd name="connsiteY1" fmla="*/ 674717 h 1349434"/>
                  <a:gd name="connsiteX2" fmla="*/ 1021185 w 1021183"/>
                  <a:gd name="connsiteY2" fmla="*/ 1313956 h 1349434"/>
                  <a:gd name="connsiteX3" fmla="*/ 959939 w 1021183"/>
                  <a:gd name="connsiteY3" fmla="*/ 1349434 h 1349434"/>
                  <a:gd name="connsiteX4" fmla="*/ 490283 w 1021183"/>
                  <a:gd name="connsiteY4" fmla="*/ 639239 h 1349434"/>
                  <a:gd name="connsiteX5" fmla="*/ 1 w 1021183"/>
                  <a:gd name="connsiteY5" fmla="*/ 0 h 134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1183" h="1349434">
                    <a:moveTo>
                      <a:pt x="1" y="0"/>
                    </a:moveTo>
                    <a:cubicBezTo>
                      <a:pt x="223855" y="206280"/>
                      <a:pt x="428898" y="432076"/>
                      <a:pt x="612711" y="674717"/>
                    </a:cubicBezTo>
                    <a:cubicBezTo>
                      <a:pt x="765540" y="876675"/>
                      <a:pt x="902120" y="1090426"/>
                      <a:pt x="1021185" y="1313956"/>
                    </a:cubicBezTo>
                    <a:lnTo>
                      <a:pt x="959939" y="1349434"/>
                    </a:lnTo>
                    <a:cubicBezTo>
                      <a:pt x="821390" y="1122350"/>
                      <a:pt x="665516" y="884539"/>
                      <a:pt x="490283" y="639239"/>
                    </a:cubicBezTo>
                    <a:cubicBezTo>
                      <a:pt x="326285" y="409996"/>
                      <a:pt x="161715" y="196938"/>
                      <a:pt x="1" y="0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" name=""/>
              <p:cNvSpPr/>
              <p:nvPr/>
            </p:nvSpPr>
            <p:spPr>
              <a:xfrm>
                <a:off x="5174357" y="5677253"/>
                <a:ext cx="4241192" cy="1180492"/>
              </a:xfrm>
              <a:custGeom>
                <a:avLst/>
                <a:gdLst>
                  <a:gd name="connsiteX0" fmla="*/ 3388692 w 4240860"/>
                  <a:gd name="connsiteY0" fmla="*/ 359820 h 1178162"/>
                  <a:gd name="connsiteX1" fmla="*/ 3128478 w 4240860"/>
                  <a:gd name="connsiteY1" fmla="*/ 413640 h 1178162"/>
                  <a:gd name="connsiteX2" fmla="*/ 2774141 w 4240860"/>
                  <a:gd name="connsiteY2" fmla="*/ 88689 h 1178162"/>
                  <a:gd name="connsiteX3" fmla="*/ 1964176 w 4240860"/>
                  <a:gd name="connsiteY3" fmla="*/ 123215 h 1178162"/>
                  <a:gd name="connsiteX4" fmla="*/ 1705548 w 4240860"/>
                  <a:gd name="connsiteY4" fmla="*/ 482121 h 1178162"/>
                  <a:gd name="connsiteX5" fmla="*/ 818534 w 4240860"/>
                  <a:gd name="connsiteY5" fmla="*/ 183826 h 1178162"/>
                  <a:gd name="connsiteX6" fmla="*/ 203476 w 4240860"/>
                  <a:gd name="connsiteY6" fmla="*/ 597123 h 1178162"/>
                  <a:gd name="connsiteX7" fmla="*/ 1 w 4240860"/>
                  <a:gd name="connsiteY7" fmla="*/ 1044692 h 1178162"/>
                  <a:gd name="connsiteX8" fmla="*/ 145150 w 4240860"/>
                  <a:gd name="connsiteY8" fmla="*/ 1073506 h 1178162"/>
                  <a:gd name="connsiteX9" fmla="*/ 186594 w 4240860"/>
                  <a:gd name="connsiteY9" fmla="*/ 1081820 h 1178162"/>
                  <a:gd name="connsiteX10" fmla="*/ 465468 w 4240860"/>
                  <a:gd name="connsiteY10" fmla="*/ 1178163 h 1178162"/>
                  <a:gd name="connsiteX11" fmla="*/ 4240862 w 4240860"/>
                  <a:gd name="connsiteY11" fmla="*/ 1178163 h 1178162"/>
                  <a:gd name="connsiteX12" fmla="*/ 3388692 w 4240860"/>
                  <a:gd name="connsiteY12" fmla="*/ 359820 h 117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40860" h="1178162">
                    <a:moveTo>
                      <a:pt x="3388692" y="359820"/>
                    </a:moveTo>
                    <a:cubicBezTo>
                      <a:pt x="3299077" y="358620"/>
                      <a:pt x="3210286" y="376988"/>
                      <a:pt x="3128478" y="413640"/>
                    </a:cubicBezTo>
                    <a:cubicBezTo>
                      <a:pt x="3038608" y="270205"/>
                      <a:pt x="2917958" y="156980"/>
                      <a:pt x="2774141" y="88689"/>
                    </a:cubicBezTo>
                    <a:cubicBezTo>
                      <a:pt x="2744312" y="74536"/>
                      <a:pt x="2308866" y="-123798"/>
                      <a:pt x="1964176" y="123215"/>
                    </a:cubicBezTo>
                    <a:cubicBezTo>
                      <a:pt x="1802208" y="239169"/>
                      <a:pt x="1733283" y="401200"/>
                      <a:pt x="1705548" y="482121"/>
                    </a:cubicBezTo>
                    <a:cubicBezTo>
                      <a:pt x="1666643" y="443660"/>
                      <a:pt x="1301962" y="94465"/>
                      <a:pt x="818534" y="183826"/>
                    </a:cubicBezTo>
                    <a:cubicBezTo>
                      <a:pt x="464960" y="249451"/>
                      <a:pt x="270117" y="508523"/>
                      <a:pt x="203476" y="597123"/>
                    </a:cubicBezTo>
                    <a:cubicBezTo>
                      <a:pt x="104258" y="729959"/>
                      <a:pt x="34857" y="882597"/>
                      <a:pt x="1" y="1044692"/>
                    </a:cubicBezTo>
                    <a:lnTo>
                      <a:pt x="145150" y="1073506"/>
                    </a:lnTo>
                    <a:lnTo>
                      <a:pt x="186594" y="1081820"/>
                    </a:lnTo>
                    <a:cubicBezTo>
                      <a:pt x="241556" y="1096608"/>
                      <a:pt x="338471" y="1130563"/>
                      <a:pt x="465468" y="1178163"/>
                    </a:cubicBezTo>
                    <a:lnTo>
                      <a:pt x="4240862" y="1178163"/>
                    </a:lnTo>
                    <a:cubicBezTo>
                      <a:pt x="4186979" y="763152"/>
                      <a:pt x="3896872" y="368388"/>
                      <a:pt x="3388692" y="359820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" name=""/>
              <p:cNvSpPr/>
              <p:nvPr/>
            </p:nvSpPr>
            <p:spPr>
              <a:xfrm>
                <a:off x="5431800" y="6035803"/>
                <a:ext cx="3630593" cy="821941"/>
              </a:xfrm>
              <a:custGeom>
                <a:avLst/>
                <a:gdLst>
                  <a:gd name="connsiteX0" fmla="*/ 1655092 w 3630309"/>
                  <a:gd name="connsiteY0" fmla="*/ 25333 h 820319"/>
                  <a:gd name="connsiteX1" fmla="*/ 1244144 w 3630309"/>
                  <a:gd name="connsiteY1" fmla="*/ 274885 h 820319"/>
                  <a:gd name="connsiteX2" fmla="*/ 999669 w 3630309"/>
                  <a:gd name="connsiteY2" fmla="*/ 171307 h 820319"/>
                  <a:gd name="connsiteX3" fmla="*/ 1 w 3630309"/>
                  <a:gd name="connsiteY3" fmla="*/ 820320 h 820319"/>
                  <a:gd name="connsiteX4" fmla="*/ 3630311 w 3630309"/>
                  <a:gd name="connsiteY4" fmla="*/ 820320 h 820319"/>
                  <a:gd name="connsiteX5" fmla="*/ 3141996 w 3630309"/>
                  <a:gd name="connsiteY5" fmla="*/ 442311 h 820319"/>
                  <a:gd name="connsiteX6" fmla="*/ 2626136 w 3630309"/>
                  <a:gd name="connsiteY6" fmla="*/ 619637 h 820319"/>
                  <a:gd name="connsiteX7" fmla="*/ 2442527 w 3630309"/>
                  <a:gd name="connsiteY7" fmla="*/ 217193 h 820319"/>
                  <a:gd name="connsiteX8" fmla="*/ 1655092 w 3630309"/>
                  <a:gd name="connsiteY8" fmla="*/ 25333 h 820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30309" h="820319">
                    <a:moveTo>
                      <a:pt x="1655092" y="25333"/>
                    </a:moveTo>
                    <a:cubicBezTo>
                      <a:pt x="1500741" y="64238"/>
                      <a:pt x="1360288" y="151695"/>
                      <a:pt x="1244144" y="274885"/>
                    </a:cubicBezTo>
                    <a:cubicBezTo>
                      <a:pt x="1171157" y="223007"/>
                      <a:pt x="1087697" y="187662"/>
                      <a:pt x="999669" y="171307"/>
                    </a:cubicBezTo>
                    <a:cubicBezTo>
                      <a:pt x="494409" y="79724"/>
                      <a:pt x="130172" y="418066"/>
                      <a:pt x="1" y="820320"/>
                    </a:cubicBezTo>
                    <a:lnTo>
                      <a:pt x="3630311" y="820320"/>
                    </a:lnTo>
                    <a:cubicBezTo>
                      <a:pt x="3530604" y="624080"/>
                      <a:pt x="3368256" y="450054"/>
                      <a:pt x="3141996" y="442311"/>
                    </a:cubicBezTo>
                    <a:cubicBezTo>
                      <a:pt x="3072182" y="439963"/>
                      <a:pt x="2613126" y="522977"/>
                      <a:pt x="2626136" y="619637"/>
                    </a:cubicBezTo>
                    <a:cubicBezTo>
                      <a:pt x="2614713" y="534846"/>
                      <a:pt x="2578663" y="362533"/>
                      <a:pt x="2442527" y="217193"/>
                    </a:cubicBezTo>
                    <a:cubicBezTo>
                      <a:pt x="2152800" y="-92335"/>
                      <a:pt x="1687080" y="17272"/>
                      <a:pt x="1655092" y="25333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76" name=""/>
              <p:cNvSpPr/>
              <p:nvPr/>
            </p:nvSpPr>
            <p:spPr>
              <a:xfrm>
                <a:off x="6019486" y="6431471"/>
                <a:ext cx="2345794" cy="426274"/>
              </a:xfrm>
              <a:custGeom>
                <a:avLst/>
                <a:gdLst>
                  <a:gd name="connsiteX0" fmla="*/ 1575505 w 2345611"/>
                  <a:gd name="connsiteY0" fmla="*/ 171312 h 425433"/>
                  <a:gd name="connsiteX1" fmla="*/ 1330966 w 2345611"/>
                  <a:gd name="connsiteY1" fmla="*/ 274890 h 425433"/>
                  <a:gd name="connsiteX2" fmla="*/ 920081 w 2345611"/>
                  <a:gd name="connsiteY2" fmla="*/ 25338 h 425433"/>
                  <a:gd name="connsiteX3" fmla="*/ 132393 w 2345611"/>
                  <a:gd name="connsiteY3" fmla="*/ 217135 h 425433"/>
                  <a:gd name="connsiteX4" fmla="*/ 1 w 2345611"/>
                  <a:gd name="connsiteY4" fmla="*/ 425433 h 425433"/>
                  <a:gd name="connsiteX5" fmla="*/ 2345612 w 2345611"/>
                  <a:gd name="connsiteY5" fmla="*/ 425433 h 425433"/>
                  <a:gd name="connsiteX6" fmla="*/ 1575505 w 2345611"/>
                  <a:gd name="connsiteY6" fmla="*/ 171312 h 425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5611" h="425433">
                    <a:moveTo>
                      <a:pt x="1575505" y="171312"/>
                    </a:moveTo>
                    <a:cubicBezTo>
                      <a:pt x="1487412" y="187687"/>
                      <a:pt x="1404017" y="223037"/>
                      <a:pt x="1330966" y="274890"/>
                    </a:cubicBezTo>
                    <a:cubicBezTo>
                      <a:pt x="1214885" y="151701"/>
                      <a:pt x="1074433" y="64243"/>
                      <a:pt x="920081" y="25338"/>
                    </a:cubicBezTo>
                    <a:cubicBezTo>
                      <a:pt x="888348" y="17278"/>
                      <a:pt x="422310" y="-92330"/>
                      <a:pt x="132393" y="217135"/>
                    </a:cubicBezTo>
                    <a:cubicBezTo>
                      <a:pt x="75926" y="277936"/>
                      <a:pt x="31056" y="348512"/>
                      <a:pt x="1" y="425433"/>
                    </a:cubicBezTo>
                    <a:lnTo>
                      <a:pt x="2345612" y="425433"/>
                    </a:lnTo>
                    <a:cubicBezTo>
                      <a:pt x="2162256" y="229257"/>
                      <a:pt x="1897599" y="112922"/>
                      <a:pt x="1575505" y="17131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" name=""/>
              <p:cNvSpPr/>
              <p:nvPr/>
            </p:nvSpPr>
            <p:spPr>
              <a:xfrm>
                <a:off x="2891082" y="5903913"/>
                <a:ext cx="3108981" cy="953832"/>
              </a:xfrm>
              <a:custGeom>
                <a:avLst/>
                <a:gdLst>
                  <a:gd name="connsiteX0" fmla="*/ 2623408 w 3108738"/>
                  <a:gd name="connsiteY0" fmla="*/ 500383 h 951950"/>
                  <a:gd name="connsiteX1" fmla="*/ 1695330 w 3108738"/>
                  <a:gd name="connsiteY1" fmla="*/ 619638 h 951950"/>
                  <a:gd name="connsiteX2" fmla="*/ 1511657 w 3108738"/>
                  <a:gd name="connsiteY2" fmla="*/ 217193 h 951950"/>
                  <a:gd name="connsiteX3" fmla="*/ 724032 w 3108738"/>
                  <a:gd name="connsiteY3" fmla="*/ 25333 h 951950"/>
                  <a:gd name="connsiteX4" fmla="*/ 1 w 3108738"/>
                  <a:gd name="connsiteY4" fmla="*/ 951950 h 951950"/>
                  <a:gd name="connsiteX5" fmla="*/ 205888 w 3108738"/>
                  <a:gd name="connsiteY5" fmla="*/ 951950 h 951950"/>
                  <a:gd name="connsiteX6" fmla="*/ 459756 w 3108738"/>
                  <a:gd name="connsiteY6" fmla="*/ 951950 h 951950"/>
                  <a:gd name="connsiteX7" fmla="*/ 3108739 w 3108738"/>
                  <a:gd name="connsiteY7" fmla="*/ 951950 h 951950"/>
                  <a:gd name="connsiteX8" fmla="*/ 2623408 w 3108738"/>
                  <a:gd name="connsiteY8" fmla="*/ 500383 h 95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08738" h="951950">
                    <a:moveTo>
                      <a:pt x="2623408" y="500383"/>
                    </a:moveTo>
                    <a:cubicBezTo>
                      <a:pt x="2166446" y="318170"/>
                      <a:pt x="1741217" y="589237"/>
                      <a:pt x="1695330" y="619638"/>
                    </a:cubicBezTo>
                    <a:cubicBezTo>
                      <a:pt x="1683906" y="534845"/>
                      <a:pt x="1647857" y="362533"/>
                      <a:pt x="1511657" y="217193"/>
                    </a:cubicBezTo>
                    <a:cubicBezTo>
                      <a:pt x="1221740" y="-92335"/>
                      <a:pt x="755956" y="17273"/>
                      <a:pt x="724032" y="25333"/>
                    </a:cubicBezTo>
                    <a:cubicBezTo>
                      <a:pt x="357574" y="117677"/>
                      <a:pt x="69117" y="482993"/>
                      <a:pt x="1" y="951950"/>
                    </a:cubicBezTo>
                    <a:lnTo>
                      <a:pt x="205888" y="951950"/>
                    </a:lnTo>
                    <a:cubicBezTo>
                      <a:pt x="288941" y="928848"/>
                      <a:pt x="376703" y="928848"/>
                      <a:pt x="459756" y="951950"/>
                    </a:cubicBezTo>
                    <a:lnTo>
                      <a:pt x="3108739" y="951950"/>
                    </a:lnTo>
                    <a:cubicBezTo>
                      <a:pt x="3038735" y="822541"/>
                      <a:pt x="2895046" y="608848"/>
                      <a:pt x="2623408" y="50038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8" name=""/>
              <p:cNvSpPr/>
              <p:nvPr/>
            </p:nvSpPr>
            <p:spPr>
              <a:xfrm>
                <a:off x="7744" y="4766125"/>
                <a:ext cx="4163756" cy="2091619"/>
              </a:xfrm>
              <a:custGeom>
                <a:avLst/>
                <a:gdLst>
                  <a:gd name="connsiteX0" fmla="*/ 2205732 w 4163431"/>
                  <a:gd name="connsiteY0" fmla="*/ 1189561 h 2087491"/>
                  <a:gd name="connsiteX1" fmla="*/ 1841495 w 4163431"/>
                  <a:gd name="connsiteY1" fmla="*/ 1322842 h 2087491"/>
                  <a:gd name="connsiteX2" fmla="*/ 1521050 w 4163431"/>
                  <a:gd name="connsiteY2" fmla="*/ 448141 h 2087491"/>
                  <a:gd name="connsiteX3" fmla="*/ 763889 w 4163431"/>
                  <a:gd name="connsiteY3" fmla="*/ 2793 h 2087491"/>
                  <a:gd name="connsiteX4" fmla="*/ 75400 w 4163431"/>
                  <a:gd name="connsiteY4" fmla="*/ 211726 h 2087491"/>
                  <a:gd name="connsiteX5" fmla="*/ 1 w 4163431"/>
                  <a:gd name="connsiteY5" fmla="*/ 269481 h 2087491"/>
                  <a:gd name="connsiteX6" fmla="*/ 1 w 4163431"/>
                  <a:gd name="connsiteY6" fmla="*/ 1017566 h 2087491"/>
                  <a:gd name="connsiteX7" fmla="*/ 647364 w 4163431"/>
                  <a:gd name="connsiteY7" fmla="*/ 2087492 h 2087491"/>
                  <a:gd name="connsiteX8" fmla="*/ 4163433 w 4163431"/>
                  <a:gd name="connsiteY8" fmla="*/ 2087492 h 2087491"/>
                  <a:gd name="connsiteX9" fmla="*/ 4159879 w 4163431"/>
                  <a:gd name="connsiteY9" fmla="*/ 2082287 h 2087491"/>
                  <a:gd name="connsiteX10" fmla="*/ 3258267 w 4163431"/>
                  <a:gd name="connsiteY10" fmla="*/ 1433402 h 2087491"/>
                  <a:gd name="connsiteX11" fmla="*/ 2379567 w 4163431"/>
                  <a:gd name="connsiteY11" fmla="*/ 1536091 h 2087491"/>
                  <a:gd name="connsiteX12" fmla="*/ 2205732 w 4163431"/>
                  <a:gd name="connsiteY12" fmla="*/ 1189561 h 2087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3431" h="2087491">
                    <a:moveTo>
                      <a:pt x="2205732" y="1189561"/>
                    </a:moveTo>
                    <a:cubicBezTo>
                      <a:pt x="2074291" y="1137392"/>
                      <a:pt x="1908389" y="1198002"/>
                      <a:pt x="1841495" y="1322842"/>
                    </a:cubicBezTo>
                    <a:cubicBezTo>
                      <a:pt x="1838385" y="1184294"/>
                      <a:pt x="1810650" y="793718"/>
                      <a:pt x="1521050" y="448141"/>
                    </a:cubicBezTo>
                    <a:cubicBezTo>
                      <a:pt x="1425850" y="333900"/>
                      <a:pt x="1174711" y="34971"/>
                      <a:pt x="763889" y="2793"/>
                    </a:cubicBezTo>
                    <a:cubicBezTo>
                      <a:pt x="419835" y="-24181"/>
                      <a:pt x="160953" y="151623"/>
                      <a:pt x="75400" y="211726"/>
                    </a:cubicBezTo>
                    <a:cubicBezTo>
                      <a:pt x="48617" y="230766"/>
                      <a:pt x="23547" y="249807"/>
                      <a:pt x="1" y="269481"/>
                    </a:cubicBezTo>
                    <a:lnTo>
                      <a:pt x="1" y="1017566"/>
                    </a:lnTo>
                    <a:lnTo>
                      <a:pt x="647364" y="2087492"/>
                    </a:lnTo>
                    <a:lnTo>
                      <a:pt x="4163433" y="2087492"/>
                    </a:lnTo>
                    <a:lnTo>
                      <a:pt x="4159879" y="2082287"/>
                    </a:lnTo>
                    <a:cubicBezTo>
                      <a:pt x="4068994" y="1949768"/>
                      <a:pt x="3791263" y="1544849"/>
                      <a:pt x="3258267" y="1433402"/>
                    </a:cubicBezTo>
                    <a:cubicBezTo>
                      <a:pt x="2944868" y="1367840"/>
                      <a:pt x="2675197" y="1441208"/>
                      <a:pt x="2379567" y="1536091"/>
                    </a:cubicBezTo>
                    <a:cubicBezTo>
                      <a:pt x="2416315" y="1399574"/>
                      <a:pt x="2337172" y="1241668"/>
                      <a:pt x="2205732" y="1189561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9" name=""/>
              <p:cNvSpPr/>
              <p:nvPr/>
            </p:nvSpPr>
            <p:spPr>
              <a:xfrm>
                <a:off x="7744" y="5606395"/>
                <a:ext cx="3248809" cy="1251350"/>
              </a:xfrm>
              <a:custGeom>
                <a:avLst/>
                <a:gdLst>
                  <a:gd name="connsiteX0" fmla="*/ 3208192 w 3248555"/>
                  <a:gd name="connsiteY0" fmla="*/ 1180209 h 1248880"/>
                  <a:gd name="connsiteX1" fmla="*/ 2078480 w 3248555"/>
                  <a:gd name="connsiteY1" fmla="*/ 881280 h 1248880"/>
                  <a:gd name="connsiteX2" fmla="*/ 1810015 w 3248555"/>
                  <a:gd name="connsiteY2" fmla="*/ 1126326 h 1248880"/>
                  <a:gd name="connsiteX3" fmla="*/ 1452760 w 3248555"/>
                  <a:gd name="connsiteY3" fmla="*/ 677932 h 1248880"/>
                  <a:gd name="connsiteX4" fmla="*/ 887396 w 3248555"/>
                  <a:gd name="connsiteY4" fmla="*/ 716012 h 1248880"/>
                  <a:gd name="connsiteX5" fmla="*/ 869498 w 3248555"/>
                  <a:gd name="connsiteY5" fmla="*/ 433648 h 1248880"/>
                  <a:gd name="connsiteX6" fmla="*/ 26784 w 3248555"/>
                  <a:gd name="connsiteY6" fmla="*/ 6325 h 1248880"/>
                  <a:gd name="connsiteX7" fmla="*/ 1 w 3248555"/>
                  <a:gd name="connsiteY7" fmla="*/ 10196 h 1248880"/>
                  <a:gd name="connsiteX8" fmla="*/ 1 w 3248555"/>
                  <a:gd name="connsiteY8" fmla="*/ 1248881 h 1248880"/>
                  <a:gd name="connsiteX9" fmla="*/ 3248557 w 3248555"/>
                  <a:gd name="connsiteY9" fmla="*/ 1248881 h 1248880"/>
                  <a:gd name="connsiteX10" fmla="*/ 3208192 w 3248555"/>
                  <a:gd name="connsiteY10" fmla="*/ 1180209 h 1248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48555" h="1248880">
                    <a:moveTo>
                      <a:pt x="3208192" y="1180209"/>
                    </a:moveTo>
                    <a:cubicBezTo>
                      <a:pt x="2940108" y="825810"/>
                      <a:pt x="2489492" y="731816"/>
                      <a:pt x="2078480" y="881280"/>
                    </a:cubicBezTo>
                    <a:cubicBezTo>
                      <a:pt x="1956687" y="925707"/>
                      <a:pt x="1853807" y="1000915"/>
                      <a:pt x="1810015" y="1126326"/>
                    </a:cubicBezTo>
                    <a:cubicBezTo>
                      <a:pt x="1738996" y="947540"/>
                      <a:pt x="1637448" y="766722"/>
                      <a:pt x="1452760" y="677932"/>
                    </a:cubicBezTo>
                    <a:cubicBezTo>
                      <a:pt x="1363462" y="634965"/>
                      <a:pt x="927126" y="555124"/>
                      <a:pt x="887396" y="716012"/>
                    </a:cubicBezTo>
                    <a:cubicBezTo>
                      <a:pt x="866896" y="799091"/>
                      <a:pt x="901232" y="567309"/>
                      <a:pt x="869498" y="433648"/>
                    </a:cubicBezTo>
                    <a:cubicBezTo>
                      <a:pt x="807809" y="171720"/>
                      <a:pt x="393496" y="-39689"/>
                      <a:pt x="26784" y="6325"/>
                    </a:cubicBezTo>
                    <a:cubicBezTo>
                      <a:pt x="17772" y="7467"/>
                      <a:pt x="8823" y="8737"/>
                      <a:pt x="1" y="10196"/>
                    </a:cubicBezTo>
                    <a:lnTo>
                      <a:pt x="1" y="1248881"/>
                    </a:lnTo>
                    <a:lnTo>
                      <a:pt x="3248557" y="1248881"/>
                    </a:lnTo>
                    <a:cubicBezTo>
                      <a:pt x="3236289" y="1225335"/>
                      <a:pt x="3222815" y="1202423"/>
                      <a:pt x="3208192" y="118020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0" name=""/>
              <p:cNvSpPr/>
              <p:nvPr/>
            </p:nvSpPr>
            <p:spPr>
              <a:xfrm>
                <a:off x="9018977" y="5588286"/>
                <a:ext cx="3172580" cy="1269523"/>
              </a:xfrm>
              <a:custGeom>
                <a:avLst/>
                <a:gdLst>
                  <a:gd name="connsiteX0" fmla="*/ 2918466 w 3172332"/>
                  <a:gd name="connsiteY0" fmla="*/ 1266954 h 1267017"/>
                  <a:gd name="connsiteX1" fmla="*/ 3172334 w 3172332"/>
                  <a:gd name="connsiteY1" fmla="*/ 545843 h 1267017"/>
                  <a:gd name="connsiteX2" fmla="*/ 3172334 w 3172332"/>
                  <a:gd name="connsiteY2" fmla="*/ 393522 h 1267017"/>
                  <a:gd name="connsiteX3" fmla="*/ 2783788 w 3172332"/>
                  <a:gd name="connsiteY3" fmla="*/ 50801 h 1267017"/>
                  <a:gd name="connsiteX4" fmla="*/ 2117386 w 3172332"/>
                  <a:gd name="connsiteY4" fmla="*/ 137369 h 1267017"/>
                  <a:gd name="connsiteX5" fmla="*/ 1933712 w 3172332"/>
                  <a:gd name="connsiteY5" fmla="*/ 539813 h 1267017"/>
                  <a:gd name="connsiteX6" fmla="*/ 994402 w 3172332"/>
                  <a:gd name="connsiteY6" fmla="*/ 361027 h 1267017"/>
                  <a:gd name="connsiteX7" fmla="*/ 53187 w 3172332"/>
                  <a:gd name="connsiteY7" fmla="*/ 1174166 h 1267017"/>
                  <a:gd name="connsiteX8" fmla="*/ 1 w 3172332"/>
                  <a:gd name="connsiteY8" fmla="*/ 1267018 h 1267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2332" h="1267017">
                    <a:moveTo>
                      <a:pt x="2918466" y="1266954"/>
                    </a:moveTo>
                    <a:cubicBezTo>
                      <a:pt x="2998561" y="1024701"/>
                      <a:pt x="3083162" y="784288"/>
                      <a:pt x="3172334" y="545843"/>
                    </a:cubicBezTo>
                    <a:lnTo>
                      <a:pt x="3172334" y="393522"/>
                    </a:lnTo>
                    <a:cubicBezTo>
                      <a:pt x="3117624" y="296227"/>
                      <a:pt x="2998878" y="131277"/>
                      <a:pt x="2783788" y="50801"/>
                    </a:cubicBezTo>
                    <a:cubicBezTo>
                      <a:pt x="2743487" y="35696"/>
                      <a:pt x="2373474" y="-96443"/>
                      <a:pt x="2117386" y="137369"/>
                    </a:cubicBezTo>
                    <a:cubicBezTo>
                      <a:pt x="1958718" y="282201"/>
                      <a:pt x="1937711" y="481614"/>
                      <a:pt x="1933712" y="539813"/>
                    </a:cubicBezTo>
                    <a:cubicBezTo>
                      <a:pt x="1797195" y="458639"/>
                      <a:pt x="1425977" y="264430"/>
                      <a:pt x="994402" y="361027"/>
                    </a:cubicBezTo>
                    <a:cubicBezTo>
                      <a:pt x="476003" y="477235"/>
                      <a:pt x="194273" y="941623"/>
                      <a:pt x="53187" y="1174166"/>
                    </a:cubicBezTo>
                    <a:cubicBezTo>
                      <a:pt x="34146" y="1205899"/>
                      <a:pt x="16376" y="1236680"/>
                      <a:pt x="1" y="1267018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181" name=""/>
              <p:cNvSpPr/>
              <p:nvPr/>
            </p:nvSpPr>
            <p:spPr>
              <a:xfrm>
                <a:off x="9560964" y="5657629"/>
                <a:ext cx="2630783" cy="1200307"/>
              </a:xfrm>
              <a:custGeom>
                <a:avLst/>
                <a:gdLst>
                  <a:gd name="connsiteX0" fmla="*/ 2630579 w 2630577"/>
                  <a:gd name="connsiteY0" fmla="*/ 1197748 h 1197938"/>
                  <a:gd name="connsiteX1" fmla="*/ 2630579 w 2630577"/>
                  <a:gd name="connsiteY1" fmla="*/ 0 h 1197938"/>
                  <a:gd name="connsiteX2" fmla="*/ 2448937 w 2630577"/>
                  <a:gd name="connsiteY2" fmla="*/ 250949 h 1197938"/>
                  <a:gd name="connsiteX3" fmla="*/ 2431103 w 2630577"/>
                  <a:gd name="connsiteY3" fmla="*/ 533440 h 1197938"/>
                  <a:gd name="connsiteX4" fmla="*/ 1865675 w 2630577"/>
                  <a:gd name="connsiteY4" fmla="*/ 495359 h 1197938"/>
                  <a:gd name="connsiteX5" fmla="*/ 1508611 w 2630577"/>
                  <a:gd name="connsiteY5" fmla="*/ 943754 h 1197938"/>
                  <a:gd name="connsiteX6" fmla="*/ 1240146 w 2630577"/>
                  <a:gd name="connsiteY6" fmla="*/ 698708 h 1197938"/>
                  <a:gd name="connsiteX7" fmla="*/ 110434 w 2630577"/>
                  <a:gd name="connsiteY7" fmla="*/ 997637 h 1197938"/>
                  <a:gd name="connsiteX8" fmla="*/ 1 w 2630577"/>
                  <a:gd name="connsiteY8" fmla="*/ 1197939 h 119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0577" h="1197938">
                    <a:moveTo>
                      <a:pt x="2630579" y="1197748"/>
                    </a:moveTo>
                    <a:lnTo>
                      <a:pt x="2630579" y="0"/>
                    </a:lnTo>
                    <a:cubicBezTo>
                      <a:pt x="2537474" y="71083"/>
                      <a:pt x="2470897" y="157779"/>
                      <a:pt x="2448937" y="250949"/>
                    </a:cubicBezTo>
                    <a:cubicBezTo>
                      <a:pt x="2417203" y="384229"/>
                      <a:pt x="2451603" y="616328"/>
                      <a:pt x="2431103" y="533440"/>
                    </a:cubicBezTo>
                    <a:cubicBezTo>
                      <a:pt x="2391373" y="372361"/>
                      <a:pt x="1955101" y="452202"/>
                      <a:pt x="1865675" y="495359"/>
                    </a:cubicBezTo>
                    <a:cubicBezTo>
                      <a:pt x="1681621" y="584213"/>
                      <a:pt x="1579313" y="764967"/>
                      <a:pt x="1508611" y="943754"/>
                    </a:cubicBezTo>
                    <a:cubicBezTo>
                      <a:pt x="1464819" y="818343"/>
                      <a:pt x="1361938" y="742944"/>
                      <a:pt x="1240146" y="698708"/>
                    </a:cubicBezTo>
                    <a:cubicBezTo>
                      <a:pt x="829006" y="549243"/>
                      <a:pt x="378391" y="643238"/>
                      <a:pt x="110434" y="997637"/>
                    </a:cubicBezTo>
                    <a:cubicBezTo>
                      <a:pt x="96344" y="1016297"/>
                      <a:pt x="48299" y="1105531"/>
                      <a:pt x="1" y="119793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" name=""/>
              <p:cNvSpPr/>
              <p:nvPr/>
            </p:nvSpPr>
            <p:spPr>
              <a:xfrm>
                <a:off x="5397071" y="3799309"/>
                <a:ext cx="1105524" cy="793534"/>
              </a:xfrm>
              <a:custGeom>
                <a:avLst/>
                <a:gdLst>
                  <a:gd name="connsiteX0" fmla="*/ 830856 w 1105438"/>
                  <a:gd name="connsiteY0" fmla="*/ 408939 h 791968"/>
                  <a:gd name="connsiteX1" fmla="*/ 882645 w 1105438"/>
                  <a:gd name="connsiteY1" fmla="*/ 342552 h 791968"/>
                  <a:gd name="connsiteX2" fmla="*/ 957346 w 1105438"/>
                  <a:gd name="connsiteY2" fmla="*/ 212255 h 791968"/>
                  <a:gd name="connsiteX3" fmla="*/ 1094498 w 1105438"/>
                  <a:gd name="connsiteY3" fmla="*/ 37340 h 791968"/>
                  <a:gd name="connsiteX4" fmla="*/ 1104145 w 1105438"/>
                  <a:gd name="connsiteY4" fmla="*/ 1862 h 791968"/>
                  <a:gd name="connsiteX5" fmla="*/ 1081487 w 1105438"/>
                  <a:gd name="connsiteY5" fmla="*/ 5162 h 791968"/>
                  <a:gd name="connsiteX6" fmla="*/ 859036 w 1105438"/>
                  <a:gd name="connsiteY6" fmla="*/ 96872 h 791968"/>
                  <a:gd name="connsiteX7" fmla="*/ 688627 w 1105438"/>
                  <a:gd name="connsiteY7" fmla="*/ 177284 h 791968"/>
                  <a:gd name="connsiteX8" fmla="*/ 528690 w 1105438"/>
                  <a:gd name="connsiteY8" fmla="*/ 275404 h 791968"/>
                  <a:gd name="connsiteX9" fmla="*/ 225255 w 1105438"/>
                  <a:gd name="connsiteY9" fmla="*/ 474056 h 791968"/>
                  <a:gd name="connsiteX10" fmla="*/ 28952 w 1105438"/>
                  <a:gd name="connsiteY10" fmla="*/ 605369 h 791968"/>
                  <a:gd name="connsiteX11" fmla="*/ 4072 w 1105438"/>
                  <a:gd name="connsiteY11" fmla="*/ 685464 h 791968"/>
                  <a:gd name="connsiteX12" fmla="*/ 19051 w 1105438"/>
                  <a:gd name="connsiteY12" fmla="*/ 789296 h 791968"/>
                  <a:gd name="connsiteX13" fmla="*/ 144779 w 1105438"/>
                  <a:gd name="connsiteY13" fmla="*/ 750391 h 791968"/>
                  <a:gd name="connsiteX14" fmla="*/ 313791 w 1105438"/>
                  <a:gd name="connsiteY14" fmla="*/ 659950 h 791968"/>
                  <a:gd name="connsiteX15" fmla="*/ 445295 w 1105438"/>
                  <a:gd name="connsiteY15" fmla="*/ 600926 h 791968"/>
                  <a:gd name="connsiteX16" fmla="*/ 604851 w 1105438"/>
                  <a:gd name="connsiteY16" fmla="*/ 515436 h 791968"/>
                  <a:gd name="connsiteX17" fmla="*/ 771515 w 1105438"/>
                  <a:gd name="connsiteY17" fmla="*/ 437182 h 791968"/>
                  <a:gd name="connsiteX18" fmla="*/ 830856 w 1105438"/>
                  <a:gd name="connsiteY18" fmla="*/ 408939 h 791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38" h="791968">
                    <a:moveTo>
                      <a:pt x="830856" y="408939"/>
                    </a:moveTo>
                    <a:cubicBezTo>
                      <a:pt x="853387" y="420045"/>
                      <a:pt x="873443" y="358165"/>
                      <a:pt x="882645" y="342552"/>
                    </a:cubicBezTo>
                    <a:cubicBezTo>
                      <a:pt x="908032" y="299522"/>
                      <a:pt x="932276" y="255476"/>
                      <a:pt x="957346" y="212255"/>
                    </a:cubicBezTo>
                    <a:cubicBezTo>
                      <a:pt x="996251" y="145170"/>
                      <a:pt x="1040932" y="85955"/>
                      <a:pt x="1094498" y="37340"/>
                    </a:cubicBezTo>
                    <a:cubicBezTo>
                      <a:pt x="1103955" y="28156"/>
                      <a:pt x="1107636" y="14562"/>
                      <a:pt x="1104145" y="1862"/>
                    </a:cubicBezTo>
                    <a:cubicBezTo>
                      <a:pt x="1101543" y="-3279"/>
                      <a:pt x="1097164" y="3702"/>
                      <a:pt x="1081487" y="5162"/>
                    </a:cubicBezTo>
                    <a:cubicBezTo>
                      <a:pt x="1005962" y="12017"/>
                      <a:pt x="928722" y="66979"/>
                      <a:pt x="859036" y="96872"/>
                    </a:cubicBezTo>
                    <a:cubicBezTo>
                      <a:pt x="801471" y="121624"/>
                      <a:pt x="743589" y="145741"/>
                      <a:pt x="688627" y="177284"/>
                    </a:cubicBezTo>
                    <a:cubicBezTo>
                      <a:pt x="633664" y="208827"/>
                      <a:pt x="582447" y="243671"/>
                      <a:pt x="528690" y="275404"/>
                    </a:cubicBezTo>
                    <a:cubicBezTo>
                      <a:pt x="425112" y="336460"/>
                      <a:pt x="328071" y="411414"/>
                      <a:pt x="225255" y="474056"/>
                    </a:cubicBezTo>
                    <a:cubicBezTo>
                      <a:pt x="160011" y="513723"/>
                      <a:pt x="87214" y="552437"/>
                      <a:pt x="28952" y="605369"/>
                    </a:cubicBezTo>
                    <a:cubicBezTo>
                      <a:pt x="6675" y="625551"/>
                      <a:pt x="6040" y="652842"/>
                      <a:pt x="4072" y="685464"/>
                    </a:cubicBezTo>
                    <a:cubicBezTo>
                      <a:pt x="2486" y="712120"/>
                      <a:pt x="-10144" y="780220"/>
                      <a:pt x="19051" y="789296"/>
                    </a:cubicBezTo>
                    <a:cubicBezTo>
                      <a:pt x="58146" y="801482"/>
                      <a:pt x="112030" y="769114"/>
                      <a:pt x="144779" y="750391"/>
                    </a:cubicBezTo>
                    <a:cubicBezTo>
                      <a:pt x="200376" y="718657"/>
                      <a:pt x="257369" y="689716"/>
                      <a:pt x="313791" y="659950"/>
                    </a:cubicBezTo>
                    <a:cubicBezTo>
                      <a:pt x="357139" y="637102"/>
                      <a:pt x="401185" y="620918"/>
                      <a:pt x="445295" y="600926"/>
                    </a:cubicBezTo>
                    <a:cubicBezTo>
                      <a:pt x="499940" y="576237"/>
                      <a:pt x="550967" y="542283"/>
                      <a:pt x="604851" y="515436"/>
                    </a:cubicBezTo>
                    <a:cubicBezTo>
                      <a:pt x="659876" y="488082"/>
                      <a:pt x="717822" y="467201"/>
                      <a:pt x="771515" y="437182"/>
                    </a:cubicBezTo>
                    <a:cubicBezTo>
                      <a:pt x="787382" y="428232"/>
                      <a:pt x="809595" y="406146"/>
                      <a:pt x="830856" y="408939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3" name=""/>
              <p:cNvSpPr/>
              <p:nvPr/>
            </p:nvSpPr>
            <p:spPr>
              <a:xfrm>
                <a:off x="5392468" y="3793668"/>
                <a:ext cx="1109196" cy="788809"/>
              </a:xfrm>
              <a:custGeom>
                <a:avLst/>
                <a:gdLst>
                  <a:gd name="connsiteX0" fmla="*/ 830636 w 1109109"/>
                  <a:gd name="connsiteY0" fmla="*/ 404223 h 787252"/>
                  <a:gd name="connsiteX1" fmla="*/ 882362 w 1109109"/>
                  <a:gd name="connsiteY1" fmla="*/ 337837 h 787252"/>
                  <a:gd name="connsiteX2" fmla="*/ 957062 w 1109109"/>
                  <a:gd name="connsiteY2" fmla="*/ 207476 h 787252"/>
                  <a:gd name="connsiteX3" fmla="*/ 1094214 w 1109109"/>
                  <a:gd name="connsiteY3" fmla="*/ 32624 h 787252"/>
                  <a:gd name="connsiteX4" fmla="*/ 1081521 w 1109109"/>
                  <a:gd name="connsiteY4" fmla="*/ 383 h 787252"/>
                  <a:gd name="connsiteX5" fmla="*/ 859069 w 1109109"/>
                  <a:gd name="connsiteY5" fmla="*/ 92156 h 787252"/>
                  <a:gd name="connsiteX6" fmla="*/ 688660 w 1109109"/>
                  <a:gd name="connsiteY6" fmla="*/ 172505 h 787252"/>
                  <a:gd name="connsiteX7" fmla="*/ 528724 w 1109109"/>
                  <a:gd name="connsiteY7" fmla="*/ 270625 h 787252"/>
                  <a:gd name="connsiteX8" fmla="*/ 225225 w 1109109"/>
                  <a:gd name="connsiteY8" fmla="*/ 469340 h 787252"/>
                  <a:gd name="connsiteX9" fmla="*/ 28985 w 1109109"/>
                  <a:gd name="connsiteY9" fmla="*/ 600653 h 787252"/>
                  <a:gd name="connsiteX10" fmla="*/ 4043 w 1109109"/>
                  <a:gd name="connsiteY10" fmla="*/ 680749 h 787252"/>
                  <a:gd name="connsiteX11" fmla="*/ 19084 w 1109109"/>
                  <a:gd name="connsiteY11" fmla="*/ 784581 h 787252"/>
                  <a:gd name="connsiteX12" fmla="*/ 144558 w 1109109"/>
                  <a:gd name="connsiteY12" fmla="*/ 745358 h 787252"/>
                  <a:gd name="connsiteX13" fmla="*/ 313571 w 1109109"/>
                  <a:gd name="connsiteY13" fmla="*/ 654981 h 787252"/>
                  <a:gd name="connsiteX14" fmla="*/ 445011 w 1109109"/>
                  <a:gd name="connsiteY14" fmla="*/ 595957 h 787252"/>
                  <a:gd name="connsiteX15" fmla="*/ 604630 w 1109109"/>
                  <a:gd name="connsiteY15" fmla="*/ 510467 h 787252"/>
                  <a:gd name="connsiteX16" fmla="*/ 771231 w 1109109"/>
                  <a:gd name="connsiteY16" fmla="*/ 432149 h 787252"/>
                  <a:gd name="connsiteX17" fmla="*/ 830636 w 1109109"/>
                  <a:gd name="connsiteY17" fmla="*/ 404223 h 78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9109" h="787252">
                    <a:moveTo>
                      <a:pt x="830636" y="404223"/>
                    </a:moveTo>
                    <a:cubicBezTo>
                      <a:pt x="853104" y="415330"/>
                      <a:pt x="873222" y="353450"/>
                      <a:pt x="882362" y="337837"/>
                    </a:cubicBezTo>
                    <a:cubicBezTo>
                      <a:pt x="907748" y="294806"/>
                      <a:pt x="931993" y="250697"/>
                      <a:pt x="957062" y="207476"/>
                    </a:cubicBezTo>
                    <a:cubicBezTo>
                      <a:pt x="995967" y="140391"/>
                      <a:pt x="1040648" y="81176"/>
                      <a:pt x="1094214" y="32624"/>
                    </a:cubicBezTo>
                    <a:cubicBezTo>
                      <a:pt x="1116745" y="12188"/>
                      <a:pt x="1114651" y="-2600"/>
                      <a:pt x="1081521" y="383"/>
                    </a:cubicBezTo>
                    <a:cubicBezTo>
                      <a:pt x="1005932" y="7238"/>
                      <a:pt x="928692" y="62263"/>
                      <a:pt x="859069" y="92156"/>
                    </a:cubicBezTo>
                    <a:cubicBezTo>
                      <a:pt x="801505" y="116845"/>
                      <a:pt x="743623" y="140962"/>
                      <a:pt x="688660" y="172505"/>
                    </a:cubicBezTo>
                    <a:cubicBezTo>
                      <a:pt x="633698" y="204049"/>
                      <a:pt x="582480" y="238955"/>
                      <a:pt x="528724" y="270625"/>
                    </a:cubicBezTo>
                    <a:cubicBezTo>
                      <a:pt x="425082" y="331744"/>
                      <a:pt x="328105" y="406698"/>
                      <a:pt x="225225" y="469340"/>
                    </a:cubicBezTo>
                    <a:cubicBezTo>
                      <a:pt x="160044" y="509007"/>
                      <a:pt x="87248" y="547722"/>
                      <a:pt x="28985" y="600653"/>
                    </a:cubicBezTo>
                    <a:cubicBezTo>
                      <a:pt x="6708" y="620836"/>
                      <a:pt x="6010" y="648063"/>
                      <a:pt x="4043" y="680749"/>
                    </a:cubicBezTo>
                    <a:cubicBezTo>
                      <a:pt x="2456" y="707405"/>
                      <a:pt x="-10110" y="775505"/>
                      <a:pt x="19084" y="784581"/>
                    </a:cubicBezTo>
                    <a:cubicBezTo>
                      <a:pt x="57862" y="796766"/>
                      <a:pt x="111936" y="764398"/>
                      <a:pt x="144558" y="745358"/>
                    </a:cubicBezTo>
                    <a:cubicBezTo>
                      <a:pt x="200092" y="713625"/>
                      <a:pt x="257085" y="684684"/>
                      <a:pt x="313571" y="654981"/>
                    </a:cubicBezTo>
                    <a:cubicBezTo>
                      <a:pt x="356919" y="632133"/>
                      <a:pt x="400902" y="615885"/>
                      <a:pt x="445011" y="595957"/>
                    </a:cubicBezTo>
                    <a:cubicBezTo>
                      <a:pt x="499656" y="571268"/>
                      <a:pt x="550747" y="537313"/>
                      <a:pt x="604630" y="510467"/>
                    </a:cubicBezTo>
                    <a:cubicBezTo>
                      <a:pt x="659592" y="483113"/>
                      <a:pt x="717601" y="462232"/>
                      <a:pt x="771231" y="432149"/>
                    </a:cubicBezTo>
                    <a:cubicBezTo>
                      <a:pt x="787225" y="423454"/>
                      <a:pt x="809501" y="401431"/>
                      <a:pt x="830636" y="4042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4" name=""/>
              <p:cNvSpPr/>
              <p:nvPr/>
            </p:nvSpPr>
            <p:spPr>
              <a:xfrm>
                <a:off x="5368853" y="3763718"/>
                <a:ext cx="1093158" cy="850930"/>
              </a:xfrm>
              <a:custGeom>
                <a:avLst/>
                <a:gdLst>
                  <a:gd name="connsiteX0" fmla="*/ 870687 w 1093073"/>
                  <a:gd name="connsiteY0" fmla="*/ 437795 h 849251"/>
                  <a:gd name="connsiteX1" fmla="*/ 925903 w 1093073"/>
                  <a:gd name="connsiteY1" fmla="*/ 243015 h 849251"/>
                  <a:gd name="connsiteX2" fmla="*/ 1036970 w 1093073"/>
                  <a:gd name="connsiteY2" fmla="*/ 51154 h 849251"/>
                  <a:gd name="connsiteX3" fmla="*/ 1093075 w 1093073"/>
                  <a:gd name="connsiteY3" fmla="*/ 0 h 849251"/>
                  <a:gd name="connsiteX4" fmla="*/ 1004221 w 1093073"/>
                  <a:gd name="connsiteY4" fmla="*/ 26783 h 849251"/>
                  <a:gd name="connsiteX5" fmla="*/ 760191 w 1093073"/>
                  <a:gd name="connsiteY5" fmla="*/ 136581 h 849251"/>
                  <a:gd name="connsiteX6" fmla="*/ 484808 w 1093073"/>
                  <a:gd name="connsiteY6" fmla="*/ 278176 h 849251"/>
                  <a:gd name="connsiteX7" fmla="*/ 331916 w 1093073"/>
                  <a:gd name="connsiteY7" fmla="*/ 372551 h 849251"/>
                  <a:gd name="connsiteX8" fmla="*/ 151225 w 1093073"/>
                  <a:gd name="connsiteY8" fmla="*/ 491425 h 849251"/>
                  <a:gd name="connsiteX9" fmla="*/ 69099 w 1093073"/>
                  <a:gd name="connsiteY9" fmla="*/ 554892 h 849251"/>
                  <a:gd name="connsiteX10" fmla="*/ 15279 w 1093073"/>
                  <a:gd name="connsiteY10" fmla="*/ 733107 h 849251"/>
                  <a:gd name="connsiteX11" fmla="*/ 618 w 1093073"/>
                  <a:gd name="connsiteY11" fmla="*/ 849251 h 849251"/>
                  <a:gd name="connsiteX12" fmla="*/ 550305 w 1093073"/>
                  <a:gd name="connsiteY12" fmla="*/ 608521 h 849251"/>
                  <a:gd name="connsiteX13" fmla="*/ 782340 w 1093073"/>
                  <a:gd name="connsiteY13" fmla="*/ 468894 h 849251"/>
                  <a:gd name="connsiteX14" fmla="*/ 870687 w 1093073"/>
                  <a:gd name="connsiteY14" fmla="*/ 437795 h 8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93073" h="849251">
                    <a:moveTo>
                      <a:pt x="870687" y="437795"/>
                    </a:moveTo>
                    <a:cubicBezTo>
                      <a:pt x="866625" y="378834"/>
                      <a:pt x="904959" y="295439"/>
                      <a:pt x="925903" y="243015"/>
                    </a:cubicBezTo>
                    <a:cubicBezTo>
                      <a:pt x="953892" y="173202"/>
                      <a:pt x="988862" y="106815"/>
                      <a:pt x="1036970" y="51154"/>
                    </a:cubicBezTo>
                    <a:cubicBezTo>
                      <a:pt x="1053599" y="32114"/>
                      <a:pt x="1074225" y="16882"/>
                      <a:pt x="1093075" y="0"/>
                    </a:cubicBezTo>
                    <a:cubicBezTo>
                      <a:pt x="1065213" y="635"/>
                      <a:pt x="1031448" y="17200"/>
                      <a:pt x="1004221" y="26783"/>
                    </a:cubicBezTo>
                    <a:cubicBezTo>
                      <a:pt x="920762" y="56232"/>
                      <a:pt x="840413" y="97739"/>
                      <a:pt x="760191" y="136581"/>
                    </a:cubicBezTo>
                    <a:cubicBezTo>
                      <a:pt x="667529" y="181452"/>
                      <a:pt x="571694" y="219977"/>
                      <a:pt x="484808" y="278176"/>
                    </a:cubicBezTo>
                    <a:cubicBezTo>
                      <a:pt x="434859" y="311559"/>
                      <a:pt x="383895" y="343229"/>
                      <a:pt x="331916" y="372551"/>
                    </a:cubicBezTo>
                    <a:cubicBezTo>
                      <a:pt x="268449" y="408537"/>
                      <a:pt x="217167" y="465403"/>
                      <a:pt x="151225" y="491425"/>
                    </a:cubicBezTo>
                    <a:cubicBezTo>
                      <a:pt x="119999" y="504118"/>
                      <a:pt x="87758" y="523476"/>
                      <a:pt x="69099" y="554892"/>
                    </a:cubicBezTo>
                    <a:cubicBezTo>
                      <a:pt x="39079" y="604523"/>
                      <a:pt x="26068" y="674844"/>
                      <a:pt x="15279" y="733107"/>
                    </a:cubicBezTo>
                    <a:cubicBezTo>
                      <a:pt x="8424" y="769917"/>
                      <a:pt x="-2745" y="811425"/>
                      <a:pt x="618" y="849251"/>
                    </a:cubicBezTo>
                    <a:cubicBezTo>
                      <a:pt x="187465" y="762683"/>
                      <a:pt x="363586" y="689505"/>
                      <a:pt x="550305" y="608521"/>
                    </a:cubicBezTo>
                    <a:cubicBezTo>
                      <a:pt x="635034" y="571837"/>
                      <a:pt x="697739" y="505895"/>
                      <a:pt x="782340" y="468894"/>
                    </a:cubicBezTo>
                    <a:cubicBezTo>
                      <a:pt x="804491" y="458866"/>
                      <a:pt x="870687" y="437795"/>
                      <a:pt x="870687" y="43779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5" name=""/>
              <p:cNvSpPr/>
              <p:nvPr/>
            </p:nvSpPr>
            <p:spPr>
              <a:xfrm>
                <a:off x="5371094" y="3723719"/>
                <a:ext cx="1057342" cy="935190"/>
              </a:xfrm>
              <a:custGeom>
                <a:avLst/>
                <a:gdLst>
                  <a:gd name="connsiteX0" fmla="*/ 853024 w 1057259"/>
                  <a:gd name="connsiteY0" fmla="*/ 463626 h 933344"/>
                  <a:gd name="connsiteX1" fmla="*/ 900306 w 1057259"/>
                  <a:gd name="connsiteY1" fmla="*/ 259643 h 933344"/>
                  <a:gd name="connsiteX2" fmla="*/ 1003314 w 1057259"/>
                  <a:gd name="connsiteY2" fmla="*/ 55724 h 933344"/>
                  <a:gd name="connsiteX3" fmla="*/ 1057260 w 1057259"/>
                  <a:gd name="connsiteY3" fmla="*/ 0 h 933344"/>
                  <a:gd name="connsiteX4" fmla="*/ 969739 w 1057259"/>
                  <a:gd name="connsiteY4" fmla="*/ 32305 h 933344"/>
                  <a:gd name="connsiteX5" fmla="*/ 730596 w 1057259"/>
                  <a:gd name="connsiteY5" fmla="*/ 158287 h 933344"/>
                  <a:gd name="connsiteX6" fmla="*/ 461433 w 1057259"/>
                  <a:gd name="connsiteY6" fmla="*/ 318731 h 933344"/>
                  <a:gd name="connsiteX7" fmla="*/ 312666 w 1057259"/>
                  <a:gd name="connsiteY7" fmla="*/ 424086 h 933344"/>
                  <a:gd name="connsiteX8" fmla="*/ 137180 w 1057259"/>
                  <a:gd name="connsiteY8" fmla="*/ 556161 h 933344"/>
                  <a:gd name="connsiteX9" fmla="*/ 57720 w 1057259"/>
                  <a:gd name="connsiteY9" fmla="*/ 625975 h 933344"/>
                  <a:gd name="connsiteX10" fmla="*/ 11262 w 1057259"/>
                  <a:gd name="connsiteY10" fmla="*/ 812758 h 933344"/>
                  <a:gd name="connsiteX11" fmla="*/ 1361 w 1057259"/>
                  <a:gd name="connsiteY11" fmla="*/ 933345 h 933344"/>
                  <a:gd name="connsiteX12" fmla="*/ 540259 w 1057259"/>
                  <a:gd name="connsiteY12" fmla="*/ 656502 h 933344"/>
                  <a:gd name="connsiteX13" fmla="*/ 786129 w 1057259"/>
                  <a:gd name="connsiteY13" fmla="*/ 515288 h 933344"/>
                  <a:gd name="connsiteX14" fmla="*/ 853024 w 1057259"/>
                  <a:gd name="connsiteY14" fmla="*/ 463626 h 93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57259" h="933344">
                    <a:moveTo>
                      <a:pt x="853024" y="463626"/>
                    </a:moveTo>
                    <a:cubicBezTo>
                      <a:pt x="846677" y="402952"/>
                      <a:pt x="881520" y="314859"/>
                      <a:pt x="900306" y="259643"/>
                    </a:cubicBezTo>
                    <a:cubicBezTo>
                      <a:pt x="925376" y="186022"/>
                      <a:pt x="957427" y="115700"/>
                      <a:pt x="1003314" y="55724"/>
                    </a:cubicBezTo>
                    <a:cubicBezTo>
                      <a:pt x="1019180" y="34970"/>
                      <a:pt x="1039172" y="18469"/>
                      <a:pt x="1057260" y="0"/>
                    </a:cubicBezTo>
                    <a:cubicBezTo>
                      <a:pt x="1029525" y="2095"/>
                      <a:pt x="996459" y="21008"/>
                      <a:pt x="969739" y="32305"/>
                    </a:cubicBezTo>
                    <a:cubicBezTo>
                      <a:pt x="887613" y="67021"/>
                      <a:pt x="809104" y="114050"/>
                      <a:pt x="730596" y="158287"/>
                    </a:cubicBezTo>
                    <a:cubicBezTo>
                      <a:pt x="639902" y="209441"/>
                      <a:pt x="545844" y="254122"/>
                      <a:pt x="461433" y="318731"/>
                    </a:cubicBezTo>
                    <a:cubicBezTo>
                      <a:pt x="412944" y="355796"/>
                      <a:pt x="363376" y="391083"/>
                      <a:pt x="312666" y="424086"/>
                    </a:cubicBezTo>
                    <a:cubicBezTo>
                      <a:pt x="250532" y="464515"/>
                      <a:pt x="201916" y="525633"/>
                      <a:pt x="137180" y="556161"/>
                    </a:cubicBezTo>
                    <a:cubicBezTo>
                      <a:pt x="106462" y="570568"/>
                      <a:pt x="75300" y="592527"/>
                      <a:pt x="57720" y="625975"/>
                    </a:cubicBezTo>
                    <a:cubicBezTo>
                      <a:pt x="29794" y="678716"/>
                      <a:pt x="19639" y="752020"/>
                      <a:pt x="11262" y="812758"/>
                    </a:cubicBezTo>
                    <a:cubicBezTo>
                      <a:pt x="5930" y="850838"/>
                      <a:pt x="-3526" y="894567"/>
                      <a:pt x="1361" y="933345"/>
                    </a:cubicBezTo>
                    <a:cubicBezTo>
                      <a:pt x="184082" y="834210"/>
                      <a:pt x="357157" y="749481"/>
                      <a:pt x="540259" y="656502"/>
                    </a:cubicBezTo>
                    <a:cubicBezTo>
                      <a:pt x="623337" y="614170"/>
                      <a:pt x="703178" y="558001"/>
                      <a:pt x="786129" y="515288"/>
                    </a:cubicBezTo>
                    <a:cubicBezTo>
                      <a:pt x="807772" y="504181"/>
                      <a:pt x="821734" y="448648"/>
                      <a:pt x="853024" y="4636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6" name=""/>
              <p:cNvSpPr/>
              <p:nvPr/>
            </p:nvSpPr>
            <p:spPr>
              <a:xfrm>
                <a:off x="5334460" y="3710682"/>
                <a:ext cx="1004797" cy="937029"/>
              </a:xfrm>
              <a:custGeom>
                <a:avLst/>
                <a:gdLst>
                  <a:gd name="connsiteX0" fmla="*/ 865981 w 1004718"/>
                  <a:gd name="connsiteY0" fmla="*/ 494217 h 935180"/>
                  <a:gd name="connsiteX1" fmla="*/ 1004720 w 1004718"/>
                  <a:gd name="connsiteY1" fmla="*/ 0 h 935180"/>
                  <a:gd name="connsiteX2" fmla="*/ 855446 w 1004718"/>
                  <a:gd name="connsiteY2" fmla="*/ 73939 h 935180"/>
                  <a:gd name="connsiteX3" fmla="*/ 604243 w 1004718"/>
                  <a:gd name="connsiteY3" fmla="*/ 181198 h 935180"/>
                  <a:gd name="connsiteX4" fmla="*/ 352914 w 1004718"/>
                  <a:gd name="connsiteY4" fmla="*/ 318160 h 935180"/>
                  <a:gd name="connsiteX5" fmla="*/ 154898 w 1004718"/>
                  <a:gd name="connsiteY5" fmla="*/ 445094 h 935180"/>
                  <a:gd name="connsiteX6" fmla="*/ 1180 w 1004718"/>
                  <a:gd name="connsiteY6" fmla="*/ 880985 h 935180"/>
                  <a:gd name="connsiteX7" fmla="*/ 7020 w 1004718"/>
                  <a:gd name="connsiteY7" fmla="*/ 932520 h 935180"/>
                  <a:gd name="connsiteX8" fmla="*/ 114215 w 1004718"/>
                  <a:gd name="connsiteY8" fmla="*/ 883777 h 935180"/>
                  <a:gd name="connsiteX9" fmla="*/ 274025 w 1004718"/>
                  <a:gd name="connsiteY9" fmla="*/ 808569 h 935180"/>
                  <a:gd name="connsiteX10" fmla="*/ 405401 w 1004718"/>
                  <a:gd name="connsiteY10" fmla="*/ 735201 h 935180"/>
                  <a:gd name="connsiteX11" fmla="*/ 702046 w 1004718"/>
                  <a:gd name="connsiteY11" fmla="*/ 574503 h 935180"/>
                  <a:gd name="connsiteX12" fmla="*/ 865981 w 1004718"/>
                  <a:gd name="connsiteY12" fmla="*/ 494217 h 935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4718" h="935180">
                    <a:moveTo>
                      <a:pt x="865981" y="494217"/>
                    </a:moveTo>
                    <a:cubicBezTo>
                      <a:pt x="855446" y="314923"/>
                      <a:pt x="912185" y="138231"/>
                      <a:pt x="1004720" y="0"/>
                    </a:cubicBezTo>
                    <a:cubicBezTo>
                      <a:pt x="955025" y="4189"/>
                      <a:pt x="901523" y="53122"/>
                      <a:pt x="855446" y="73939"/>
                    </a:cubicBezTo>
                    <a:cubicBezTo>
                      <a:pt x="772939" y="111194"/>
                      <a:pt x="685481" y="138739"/>
                      <a:pt x="604243" y="181198"/>
                    </a:cubicBezTo>
                    <a:cubicBezTo>
                      <a:pt x="519515" y="225625"/>
                      <a:pt x="438468" y="276398"/>
                      <a:pt x="352914" y="318160"/>
                    </a:cubicBezTo>
                    <a:cubicBezTo>
                      <a:pt x="286020" y="350972"/>
                      <a:pt x="210875" y="390766"/>
                      <a:pt x="154898" y="445094"/>
                    </a:cubicBezTo>
                    <a:cubicBezTo>
                      <a:pt x="50621" y="546641"/>
                      <a:pt x="38" y="726506"/>
                      <a:pt x="1180" y="880985"/>
                    </a:cubicBezTo>
                    <a:cubicBezTo>
                      <a:pt x="1180" y="893297"/>
                      <a:pt x="-3897" y="924079"/>
                      <a:pt x="7020" y="932520"/>
                    </a:cubicBezTo>
                    <a:cubicBezTo>
                      <a:pt x="26885" y="947879"/>
                      <a:pt x="97397" y="892091"/>
                      <a:pt x="114215" y="883777"/>
                    </a:cubicBezTo>
                    <a:cubicBezTo>
                      <a:pt x="167147" y="857819"/>
                      <a:pt x="221411" y="834844"/>
                      <a:pt x="274025" y="808569"/>
                    </a:cubicBezTo>
                    <a:cubicBezTo>
                      <a:pt x="319023" y="786101"/>
                      <a:pt x="359515" y="756208"/>
                      <a:pt x="405401" y="735201"/>
                    </a:cubicBezTo>
                    <a:cubicBezTo>
                      <a:pt x="506949" y="688807"/>
                      <a:pt x="604815" y="631686"/>
                      <a:pt x="702046" y="574503"/>
                    </a:cubicBezTo>
                    <a:cubicBezTo>
                      <a:pt x="720515" y="563586"/>
                      <a:pt x="853796" y="509132"/>
                      <a:pt x="865981" y="494217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7" name=""/>
              <p:cNvSpPr/>
              <p:nvPr/>
            </p:nvSpPr>
            <p:spPr>
              <a:xfrm>
                <a:off x="4831356" y="3683404"/>
                <a:ext cx="1381973" cy="843296"/>
              </a:xfrm>
              <a:custGeom>
                <a:avLst/>
                <a:gdLst>
                  <a:gd name="connsiteX0" fmla="*/ 1371649 w 1381865"/>
                  <a:gd name="connsiteY0" fmla="*/ 467876 h 841632"/>
                  <a:gd name="connsiteX1" fmla="*/ 1332553 w 1381865"/>
                  <a:gd name="connsiteY1" fmla="*/ 373564 h 841632"/>
                  <a:gd name="connsiteX2" fmla="*/ 1268261 w 1381865"/>
                  <a:gd name="connsiteY2" fmla="*/ 237046 h 841632"/>
                  <a:gd name="connsiteX3" fmla="*/ 1058820 w 1381865"/>
                  <a:gd name="connsiteY3" fmla="*/ 10025 h 841632"/>
                  <a:gd name="connsiteX4" fmla="*/ 974219 w 1381865"/>
                  <a:gd name="connsiteY4" fmla="*/ 17958 h 841632"/>
                  <a:gd name="connsiteX5" fmla="*/ 763128 w 1381865"/>
                  <a:gd name="connsiteY5" fmla="*/ 103322 h 841632"/>
                  <a:gd name="connsiteX6" fmla="*/ 483429 w 1381865"/>
                  <a:gd name="connsiteY6" fmla="*/ 226638 h 841632"/>
                  <a:gd name="connsiteX7" fmla="*/ 211981 w 1381865"/>
                  <a:gd name="connsiteY7" fmla="*/ 375531 h 841632"/>
                  <a:gd name="connsiteX8" fmla="*/ 1 w 1381865"/>
                  <a:gd name="connsiteY8" fmla="*/ 556920 h 841632"/>
                  <a:gd name="connsiteX9" fmla="*/ 146991 w 1381865"/>
                  <a:gd name="connsiteY9" fmla="*/ 595000 h 841632"/>
                  <a:gd name="connsiteX10" fmla="*/ 334789 w 1381865"/>
                  <a:gd name="connsiteY10" fmla="*/ 683536 h 841632"/>
                  <a:gd name="connsiteX11" fmla="*/ 575519 w 1381865"/>
                  <a:gd name="connsiteY11" fmla="*/ 841633 h 841632"/>
                  <a:gd name="connsiteX12" fmla="*/ 808380 w 1381865"/>
                  <a:gd name="connsiteY12" fmla="*/ 766488 h 841632"/>
                  <a:gd name="connsiteX13" fmla="*/ 1142343 w 1381865"/>
                  <a:gd name="connsiteY13" fmla="*/ 659546 h 841632"/>
                  <a:gd name="connsiteX14" fmla="*/ 1381867 w 1381865"/>
                  <a:gd name="connsiteY14" fmla="*/ 524996 h 841632"/>
                  <a:gd name="connsiteX15" fmla="*/ 1371649 w 1381865"/>
                  <a:gd name="connsiteY15" fmla="*/ 467876 h 841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81865" h="841632">
                    <a:moveTo>
                      <a:pt x="1371649" y="467876"/>
                    </a:moveTo>
                    <a:cubicBezTo>
                      <a:pt x="1354132" y="446741"/>
                      <a:pt x="1344485" y="401362"/>
                      <a:pt x="1332553" y="373564"/>
                    </a:cubicBezTo>
                    <a:cubicBezTo>
                      <a:pt x="1312561" y="326852"/>
                      <a:pt x="1292061" y="281537"/>
                      <a:pt x="1268261" y="237046"/>
                    </a:cubicBezTo>
                    <a:cubicBezTo>
                      <a:pt x="1219328" y="145654"/>
                      <a:pt x="1145199" y="57435"/>
                      <a:pt x="1058820" y="10025"/>
                    </a:cubicBezTo>
                    <a:cubicBezTo>
                      <a:pt x="1022454" y="-9904"/>
                      <a:pt x="1010014" y="3678"/>
                      <a:pt x="974219" y="17958"/>
                    </a:cubicBezTo>
                    <a:cubicBezTo>
                      <a:pt x="903770" y="46328"/>
                      <a:pt x="832306" y="71271"/>
                      <a:pt x="763128" y="103322"/>
                    </a:cubicBezTo>
                    <a:cubicBezTo>
                      <a:pt x="670593" y="146289"/>
                      <a:pt x="575837" y="182465"/>
                      <a:pt x="483429" y="226638"/>
                    </a:cubicBezTo>
                    <a:cubicBezTo>
                      <a:pt x="389961" y="270620"/>
                      <a:pt x="299305" y="320347"/>
                      <a:pt x="211981" y="375531"/>
                    </a:cubicBezTo>
                    <a:cubicBezTo>
                      <a:pt x="131822" y="426749"/>
                      <a:pt x="60676" y="479300"/>
                      <a:pt x="1" y="556920"/>
                    </a:cubicBezTo>
                    <a:cubicBezTo>
                      <a:pt x="48046" y="575960"/>
                      <a:pt x="98565" y="576722"/>
                      <a:pt x="146991" y="595000"/>
                    </a:cubicBezTo>
                    <a:cubicBezTo>
                      <a:pt x="211981" y="619244"/>
                      <a:pt x="272719" y="651358"/>
                      <a:pt x="334789" y="683536"/>
                    </a:cubicBezTo>
                    <a:cubicBezTo>
                      <a:pt x="415075" y="725107"/>
                      <a:pt x="509323" y="775056"/>
                      <a:pt x="575519" y="841633"/>
                    </a:cubicBezTo>
                    <a:cubicBezTo>
                      <a:pt x="645333" y="798538"/>
                      <a:pt x="731458" y="788765"/>
                      <a:pt x="808380" y="766488"/>
                    </a:cubicBezTo>
                    <a:cubicBezTo>
                      <a:pt x="920760" y="733993"/>
                      <a:pt x="1032082" y="698343"/>
                      <a:pt x="1142343" y="659546"/>
                    </a:cubicBezTo>
                    <a:cubicBezTo>
                      <a:pt x="1228150" y="629399"/>
                      <a:pt x="1306976" y="577039"/>
                      <a:pt x="1381867" y="524996"/>
                    </a:cubicBezTo>
                    <a:cubicBezTo>
                      <a:pt x="1377488" y="510144"/>
                      <a:pt x="1367206" y="489645"/>
                      <a:pt x="1371649" y="467876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8" name=""/>
              <p:cNvSpPr/>
              <p:nvPr/>
            </p:nvSpPr>
            <p:spPr>
              <a:xfrm>
                <a:off x="4867216" y="3736624"/>
                <a:ext cx="1337226" cy="847277"/>
              </a:xfrm>
              <a:custGeom>
                <a:avLst/>
                <a:gdLst>
                  <a:gd name="connsiteX0" fmla="*/ 1337123 w 1337121"/>
                  <a:gd name="connsiteY0" fmla="*/ 450874 h 845605"/>
                  <a:gd name="connsiteX1" fmla="*/ 1226246 w 1337121"/>
                  <a:gd name="connsiteY1" fmla="*/ 245368 h 845605"/>
                  <a:gd name="connsiteX2" fmla="*/ 1021057 w 1337121"/>
                  <a:gd name="connsiteY2" fmla="*/ 25074 h 845605"/>
                  <a:gd name="connsiteX3" fmla="*/ 955750 w 1337121"/>
                  <a:gd name="connsiteY3" fmla="*/ 2480 h 845605"/>
                  <a:gd name="connsiteX4" fmla="*/ 785278 w 1337121"/>
                  <a:gd name="connsiteY4" fmla="*/ 64424 h 845605"/>
                  <a:gd name="connsiteX5" fmla="*/ 283889 w 1337121"/>
                  <a:gd name="connsiteY5" fmla="*/ 308835 h 845605"/>
                  <a:gd name="connsiteX6" fmla="*/ 75336 w 1337121"/>
                  <a:gd name="connsiteY6" fmla="*/ 468962 h 845605"/>
                  <a:gd name="connsiteX7" fmla="*/ 1 w 1337121"/>
                  <a:gd name="connsiteY7" fmla="*/ 558577 h 845605"/>
                  <a:gd name="connsiteX8" fmla="*/ 338851 w 1337121"/>
                  <a:gd name="connsiteY8" fmla="*/ 681386 h 845605"/>
                  <a:gd name="connsiteX9" fmla="*/ 449220 w 1337121"/>
                  <a:gd name="connsiteY9" fmla="*/ 782489 h 845605"/>
                  <a:gd name="connsiteX10" fmla="*/ 510149 w 1337121"/>
                  <a:gd name="connsiteY10" fmla="*/ 844877 h 845605"/>
                  <a:gd name="connsiteX11" fmla="*/ 565238 w 1337121"/>
                  <a:gd name="connsiteY11" fmla="*/ 824377 h 845605"/>
                  <a:gd name="connsiteX12" fmla="*/ 704484 w 1337121"/>
                  <a:gd name="connsiteY12" fmla="*/ 782045 h 845605"/>
                  <a:gd name="connsiteX13" fmla="*/ 899264 w 1337121"/>
                  <a:gd name="connsiteY13" fmla="*/ 709248 h 845605"/>
                  <a:gd name="connsiteX14" fmla="*/ 1209301 w 1337121"/>
                  <a:gd name="connsiteY14" fmla="*/ 561561 h 845605"/>
                  <a:gd name="connsiteX15" fmla="*/ 1300503 w 1337121"/>
                  <a:gd name="connsiteY15" fmla="*/ 501648 h 845605"/>
                  <a:gd name="connsiteX16" fmla="*/ 1337123 w 1337121"/>
                  <a:gd name="connsiteY16" fmla="*/ 450874 h 84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121" h="845605">
                    <a:moveTo>
                      <a:pt x="1337123" y="450874"/>
                    </a:moveTo>
                    <a:cubicBezTo>
                      <a:pt x="1316496" y="378014"/>
                      <a:pt x="1269277" y="304329"/>
                      <a:pt x="1226246" y="245368"/>
                    </a:cubicBezTo>
                    <a:cubicBezTo>
                      <a:pt x="1165381" y="162036"/>
                      <a:pt x="1099312" y="86701"/>
                      <a:pt x="1021057" y="25074"/>
                    </a:cubicBezTo>
                    <a:cubicBezTo>
                      <a:pt x="995671" y="5019"/>
                      <a:pt x="984818" y="-5009"/>
                      <a:pt x="955750" y="2480"/>
                    </a:cubicBezTo>
                    <a:cubicBezTo>
                      <a:pt x="897272" y="18245"/>
                      <a:pt x="840240" y="38974"/>
                      <a:pt x="785278" y="64424"/>
                    </a:cubicBezTo>
                    <a:cubicBezTo>
                      <a:pt x="616075" y="141028"/>
                      <a:pt x="442557" y="203543"/>
                      <a:pt x="283889" y="308835"/>
                    </a:cubicBezTo>
                    <a:cubicBezTo>
                      <a:pt x="210946" y="357590"/>
                      <a:pt x="141279" y="411087"/>
                      <a:pt x="75336" y="468962"/>
                    </a:cubicBezTo>
                    <a:cubicBezTo>
                      <a:pt x="45444" y="495047"/>
                      <a:pt x="25896" y="527669"/>
                      <a:pt x="1" y="558577"/>
                    </a:cubicBezTo>
                    <a:cubicBezTo>
                      <a:pt x="111386" y="557752"/>
                      <a:pt x="248347" y="600339"/>
                      <a:pt x="338851" y="681386"/>
                    </a:cubicBezTo>
                    <a:cubicBezTo>
                      <a:pt x="376043" y="714706"/>
                      <a:pt x="411965" y="749296"/>
                      <a:pt x="449220" y="782489"/>
                    </a:cubicBezTo>
                    <a:cubicBezTo>
                      <a:pt x="466357" y="797784"/>
                      <a:pt x="490918" y="838975"/>
                      <a:pt x="510149" y="844877"/>
                    </a:cubicBezTo>
                    <a:cubicBezTo>
                      <a:pt x="525571" y="849637"/>
                      <a:pt x="552164" y="829708"/>
                      <a:pt x="565238" y="824377"/>
                    </a:cubicBezTo>
                    <a:cubicBezTo>
                      <a:pt x="610553" y="805908"/>
                      <a:pt x="657900" y="795563"/>
                      <a:pt x="704484" y="782045"/>
                    </a:cubicBezTo>
                    <a:cubicBezTo>
                      <a:pt x="771252" y="763005"/>
                      <a:pt x="834909" y="735714"/>
                      <a:pt x="899264" y="709248"/>
                    </a:cubicBezTo>
                    <a:cubicBezTo>
                      <a:pt x="1005699" y="665583"/>
                      <a:pt x="1106928" y="615888"/>
                      <a:pt x="1209301" y="561561"/>
                    </a:cubicBezTo>
                    <a:cubicBezTo>
                      <a:pt x="1240952" y="543561"/>
                      <a:pt x="1271416" y="523550"/>
                      <a:pt x="1300503" y="501648"/>
                    </a:cubicBezTo>
                    <a:cubicBezTo>
                      <a:pt x="1312307" y="493334"/>
                      <a:pt x="1335282" y="484321"/>
                      <a:pt x="1337123" y="450874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9" name=""/>
              <p:cNvSpPr/>
              <p:nvPr/>
            </p:nvSpPr>
            <p:spPr>
              <a:xfrm>
                <a:off x="4860043" y="3825309"/>
                <a:ext cx="1365790" cy="819249"/>
              </a:xfrm>
              <a:custGeom>
                <a:avLst/>
                <a:gdLst>
                  <a:gd name="connsiteX0" fmla="*/ 1202829 w 1365683"/>
                  <a:gd name="connsiteY0" fmla="*/ 176215 h 817632"/>
                  <a:gd name="connsiteX1" fmla="*/ 1358323 w 1365683"/>
                  <a:gd name="connsiteY1" fmla="*/ 363379 h 817632"/>
                  <a:gd name="connsiteX2" fmla="*/ 1365685 w 1365683"/>
                  <a:gd name="connsiteY2" fmla="*/ 391114 h 817632"/>
                  <a:gd name="connsiteX3" fmla="*/ 704232 w 1365683"/>
                  <a:gd name="connsiteY3" fmla="*/ 714796 h 817632"/>
                  <a:gd name="connsiteX4" fmla="*/ 540107 w 1365683"/>
                  <a:gd name="connsiteY4" fmla="*/ 784990 h 817632"/>
                  <a:gd name="connsiteX5" fmla="*/ 441733 w 1365683"/>
                  <a:gd name="connsiteY5" fmla="*/ 802507 h 817632"/>
                  <a:gd name="connsiteX6" fmla="*/ 403653 w 1365683"/>
                  <a:gd name="connsiteY6" fmla="*/ 749005 h 817632"/>
                  <a:gd name="connsiteX7" fmla="*/ 365573 w 1365683"/>
                  <a:gd name="connsiteY7" fmla="*/ 700325 h 817632"/>
                  <a:gd name="connsiteX8" fmla="*/ 131633 w 1365683"/>
                  <a:gd name="connsiteY8" fmla="*/ 591670 h 817632"/>
                  <a:gd name="connsiteX9" fmla="*/ 129920 w 1365683"/>
                  <a:gd name="connsiteY9" fmla="*/ 591289 h 817632"/>
                  <a:gd name="connsiteX10" fmla="*/ 7492 w 1365683"/>
                  <a:gd name="connsiteY10" fmla="*/ 583356 h 817632"/>
                  <a:gd name="connsiteX11" fmla="*/ 130 w 1365683"/>
                  <a:gd name="connsiteY11" fmla="*/ 555621 h 817632"/>
                  <a:gd name="connsiteX12" fmla="*/ 712610 w 1365683"/>
                  <a:gd name="connsiteY12" fmla="*/ 62292 h 817632"/>
                  <a:gd name="connsiteX13" fmla="*/ 962162 w 1365683"/>
                  <a:gd name="connsiteY13" fmla="*/ 6441 h 817632"/>
                  <a:gd name="connsiteX14" fmla="*/ 1202829 w 1365683"/>
                  <a:gd name="connsiteY14" fmla="*/ 176215 h 81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65683" h="817632">
                    <a:moveTo>
                      <a:pt x="1202829" y="176215"/>
                    </a:moveTo>
                    <a:cubicBezTo>
                      <a:pt x="1252650" y="228766"/>
                      <a:pt x="1330905" y="292804"/>
                      <a:pt x="1358323" y="363379"/>
                    </a:cubicBezTo>
                    <a:lnTo>
                      <a:pt x="1365685" y="391114"/>
                    </a:lnTo>
                    <a:cubicBezTo>
                      <a:pt x="1220853" y="465625"/>
                      <a:pt x="846716" y="633368"/>
                      <a:pt x="704232" y="714796"/>
                    </a:cubicBezTo>
                    <a:cubicBezTo>
                      <a:pt x="651364" y="745133"/>
                      <a:pt x="593673" y="757382"/>
                      <a:pt x="540107" y="784990"/>
                    </a:cubicBezTo>
                    <a:cubicBezTo>
                      <a:pt x="505517" y="802761"/>
                      <a:pt x="479433" y="837732"/>
                      <a:pt x="441733" y="802507"/>
                    </a:cubicBezTo>
                    <a:cubicBezTo>
                      <a:pt x="426184" y="787973"/>
                      <a:pt x="415521" y="767727"/>
                      <a:pt x="403653" y="749005"/>
                    </a:cubicBezTo>
                    <a:cubicBezTo>
                      <a:pt x="392502" y="731627"/>
                      <a:pt x="379751" y="715335"/>
                      <a:pt x="365573" y="700325"/>
                    </a:cubicBezTo>
                    <a:cubicBezTo>
                      <a:pt x="308453" y="639334"/>
                      <a:pt x="218456" y="606014"/>
                      <a:pt x="131633" y="591670"/>
                    </a:cubicBezTo>
                    <a:cubicBezTo>
                      <a:pt x="131088" y="591448"/>
                      <a:pt x="130510" y="591321"/>
                      <a:pt x="129920" y="591289"/>
                    </a:cubicBezTo>
                    <a:cubicBezTo>
                      <a:pt x="89917" y="581299"/>
                      <a:pt x="48447" y="578615"/>
                      <a:pt x="7492" y="583356"/>
                    </a:cubicBezTo>
                    <a:cubicBezTo>
                      <a:pt x="-1584" y="583356"/>
                      <a:pt x="130" y="555621"/>
                      <a:pt x="130" y="555621"/>
                    </a:cubicBezTo>
                    <a:cubicBezTo>
                      <a:pt x="209571" y="364078"/>
                      <a:pt x="445858" y="146196"/>
                      <a:pt x="712610" y="62292"/>
                    </a:cubicBezTo>
                    <a:cubicBezTo>
                      <a:pt x="783630" y="39888"/>
                      <a:pt x="891587" y="-19516"/>
                      <a:pt x="962162" y="6441"/>
                    </a:cubicBezTo>
                    <a:cubicBezTo>
                      <a:pt x="962289" y="6568"/>
                      <a:pt x="1141012" y="110844"/>
                      <a:pt x="1202829" y="17621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" name=""/>
              <p:cNvSpPr/>
              <p:nvPr/>
            </p:nvSpPr>
            <p:spPr>
              <a:xfrm>
                <a:off x="4867724" y="3853248"/>
                <a:ext cx="1358108" cy="826994"/>
              </a:xfrm>
              <a:custGeom>
                <a:avLst/>
                <a:gdLst>
                  <a:gd name="connsiteX0" fmla="*/ 1202573 w 1358002"/>
                  <a:gd name="connsiteY0" fmla="*/ 175939 h 825362"/>
                  <a:gd name="connsiteX1" fmla="*/ 1358003 w 1358002"/>
                  <a:gd name="connsiteY1" fmla="*/ 363230 h 825362"/>
                  <a:gd name="connsiteX2" fmla="*/ 1140566 w 1358002"/>
                  <a:gd name="connsiteY2" fmla="*/ 516630 h 825362"/>
                  <a:gd name="connsiteX3" fmla="*/ 711973 w 1358002"/>
                  <a:gd name="connsiteY3" fmla="*/ 733940 h 825362"/>
                  <a:gd name="connsiteX4" fmla="*/ 546579 w 1358002"/>
                  <a:gd name="connsiteY4" fmla="*/ 808323 h 825362"/>
                  <a:gd name="connsiteX5" fmla="*/ 441477 w 1358002"/>
                  <a:gd name="connsiteY5" fmla="*/ 802548 h 825362"/>
                  <a:gd name="connsiteX6" fmla="*/ 403397 w 1358002"/>
                  <a:gd name="connsiteY6" fmla="*/ 748982 h 825362"/>
                  <a:gd name="connsiteX7" fmla="*/ 365317 w 1358002"/>
                  <a:gd name="connsiteY7" fmla="*/ 700303 h 825362"/>
                  <a:gd name="connsiteX8" fmla="*/ 124143 w 1358002"/>
                  <a:gd name="connsiteY8" fmla="*/ 563913 h 825362"/>
                  <a:gd name="connsiteX9" fmla="*/ 122429 w 1358002"/>
                  <a:gd name="connsiteY9" fmla="*/ 563531 h 825362"/>
                  <a:gd name="connsiteX10" fmla="*/ 1 w 1358002"/>
                  <a:gd name="connsiteY10" fmla="*/ 555598 h 825362"/>
                  <a:gd name="connsiteX11" fmla="*/ 712481 w 1358002"/>
                  <a:gd name="connsiteY11" fmla="*/ 62270 h 825362"/>
                  <a:gd name="connsiteX12" fmla="*/ 961970 w 1358002"/>
                  <a:gd name="connsiteY12" fmla="*/ 6419 h 825362"/>
                  <a:gd name="connsiteX13" fmla="*/ 1202573 w 1358002"/>
                  <a:gd name="connsiteY13" fmla="*/ 175939 h 82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58002" h="825362">
                    <a:moveTo>
                      <a:pt x="1202573" y="175939"/>
                    </a:moveTo>
                    <a:cubicBezTo>
                      <a:pt x="1252268" y="228934"/>
                      <a:pt x="1330649" y="292401"/>
                      <a:pt x="1358003" y="363230"/>
                    </a:cubicBezTo>
                    <a:cubicBezTo>
                      <a:pt x="1293838" y="419335"/>
                      <a:pt x="1214187" y="478549"/>
                      <a:pt x="1140566" y="516630"/>
                    </a:cubicBezTo>
                    <a:cubicBezTo>
                      <a:pt x="995671" y="591076"/>
                      <a:pt x="854457" y="652385"/>
                      <a:pt x="711973" y="733940"/>
                    </a:cubicBezTo>
                    <a:cubicBezTo>
                      <a:pt x="659105" y="764277"/>
                      <a:pt x="600145" y="780779"/>
                      <a:pt x="546579" y="808323"/>
                    </a:cubicBezTo>
                    <a:cubicBezTo>
                      <a:pt x="512052" y="826285"/>
                      <a:pt x="479177" y="837582"/>
                      <a:pt x="441477" y="802548"/>
                    </a:cubicBezTo>
                    <a:cubicBezTo>
                      <a:pt x="425864" y="787887"/>
                      <a:pt x="415138" y="767705"/>
                      <a:pt x="403397" y="748982"/>
                    </a:cubicBezTo>
                    <a:cubicBezTo>
                      <a:pt x="392278" y="731586"/>
                      <a:pt x="379527" y="715287"/>
                      <a:pt x="365317" y="700303"/>
                    </a:cubicBezTo>
                    <a:cubicBezTo>
                      <a:pt x="303310" y="633980"/>
                      <a:pt x="212044" y="584539"/>
                      <a:pt x="124143" y="563913"/>
                    </a:cubicBezTo>
                    <a:cubicBezTo>
                      <a:pt x="123597" y="563690"/>
                      <a:pt x="123019" y="563563"/>
                      <a:pt x="122429" y="563531"/>
                    </a:cubicBezTo>
                    <a:cubicBezTo>
                      <a:pt x="82426" y="553542"/>
                      <a:pt x="40956" y="550857"/>
                      <a:pt x="1" y="555598"/>
                    </a:cubicBezTo>
                    <a:cubicBezTo>
                      <a:pt x="209442" y="364055"/>
                      <a:pt x="445666" y="146173"/>
                      <a:pt x="712481" y="62270"/>
                    </a:cubicBezTo>
                    <a:cubicBezTo>
                      <a:pt x="783501" y="39866"/>
                      <a:pt x="891521" y="-19476"/>
                      <a:pt x="961970" y="6419"/>
                    </a:cubicBezTo>
                    <a:cubicBezTo>
                      <a:pt x="961906" y="6419"/>
                      <a:pt x="1140693" y="110695"/>
                      <a:pt x="1202573" y="175939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1" name=""/>
              <p:cNvSpPr/>
              <p:nvPr/>
            </p:nvSpPr>
            <p:spPr>
              <a:xfrm>
                <a:off x="4913297" y="3873868"/>
                <a:ext cx="1287568" cy="787667"/>
              </a:xfrm>
              <a:custGeom>
                <a:avLst/>
                <a:gdLst>
                  <a:gd name="connsiteX0" fmla="*/ 1284826 w 1287467"/>
                  <a:gd name="connsiteY0" fmla="*/ 347474 h 786112"/>
                  <a:gd name="connsiteX1" fmla="*/ 1280701 w 1287467"/>
                  <a:gd name="connsiteY1" fmla="*/ 352488 h 786112"/>
                  <a:gd name="connsiteX2" fmla="*/ 1072529 w 1287467"/>
                  <a:gd name="connsiteY2" fmla="*/ 493257 h 786112"/>
                  <a:gd name="connsiteX3" fmla="*/ 922811 w 1287467"/>
                  <a:gd name="connsiteY3" fmla="*/ 567323 h 786112"/>
                  <a:gd name="connsiteX4" fmla="*/ 666087 w 1287467"/>
                  <a:gd name="connsiteY4" fmla="*/ 699398 h 786112"/>
                  <a:gd name="connsiteX5" fmla="*/ 579581 w 1287467"/>
                  <a:gd name="connsiteY5" fmla="*/ 739001 h 786112"/>
                  <a:gd name="connsiteX6" fmla="*/ 509260 w 1287467"/>
                  <a:gd name="connsiteY6" fmla="*/ 769910 h 786112"/>
                  <a:gd name="connsiteX7" fmla="*/ 407713 w 1287467"/>
                  <a:gd name="connsiteY7" fmla="*/ 764198 h 786112"/>
                  <a:gd name="connsiteX8" fmla="*/ 377820 w 1287467"/>
                  <a:gd name="connsiteY8" fmla="*/ 723642 h 786112"/>
                  <a:gd name="connsiteX9" fmla="*/ 371473 w 1287467"/>
                  <a:gd name="connsiteY9" fmla="*/ 713044 h 786112"/>
                  <a:gd name="connsiteX10" fmla="*/ 335678 w 1287467"/>
                  <a:gd name="connsiteY10" fmla="*/ 667157 h 786112"/>
                  <a:gd name="connsiteX11" fmla="*/ 29450 w 1287467"/>
                  <a:gd name="connsiteY11" fmla="*/ 514011 h 786112"/>
                  <a:gd name="connsiteX12" fmla="*/ 1271 w 1287467"/>
                  <a:gd name="connsiteY12" fmla="*/ 517629 h 786112"/>
                  <a:gd name="connsiteX13" fmla="*/ 1 w 1287467"/>
                  <a:gd name="connsiteY13" fmla="*/ 514646 h 786112"/>
                  <a:gd name="connsiteX14" fmla="*/ 665452 w 1287467"/>
                  <a:gd name="connsiteY14" fmla="*/ 59207 h 786112"/>
                  <a:gd name="connsiteX15" fmla="*/ 687285 w 1287467"/>
                  <a:gd name="connsiteY15" fmla="*/ 52226 h 786112"/>
                  <a:gd name="connsiteX16" fmla="*/ 911006 w 1287467"/>
                  <a:gd name="connsiteY16" fmla="*/ 1452 h 786112"/>
                  <a:gd name="connsiteX17" fmla="*/ 1283811 w 1287467"/>
                  <a:gd name="connsiteY17" fmla="*/ 325134 h 786112"/>
                  <a:gd name="connsiteX18" fmla="*/ 1283811 w 1287467"/>
                  <a:gd name="connsiteY18" fmla="*/ 325134 h 786112"/>
                  <a:gd name="connsiteX19" fmla="*/ 1287301 w 1287467"/>
                  <a:gd name="connsiteY19" fmla="*/ 339858 h 786112"/>
                  <a:gd name="connsiteX20" fmla="*/ 1284826 w 1287467"/>
                  <a:gd name="connsiteY20" fmla="*/ 347474 h 786112"/>
                  <a:gd name="connsiteX21" fmla="*/ 7173 w 1287467"/>
                  <a:gd name="connsiteY21" fmla="*/ 512996 h 786112"/>
                  <a:gd name="connsiteX22" fmla="*/ 29958 w 1287467"/>
                  <a:gd name="connsiteY22" fmla="*/ 510838 h 786112"/>
                  <a:gd name="connsiteX23" fmla="*/ 338026 w 1287467"/>
                  <a:gd name="connsiteY23" fmla="*/ 664872 h 786112"/>
                  <a:gd name="connsiteX24" fmla="*/ 374266 w 1287467"/>
                  <a:gd name="connsiteY24" fmla="*/ 711266 h 786112"/>
                  <a:gd name="connsiteX25" fmla="*/ 380613 w 1287467"/>
                  <a:gd name="connsiteY25" fmla="*/ 721929 h 786112"/>
                  <a:gd name="connsiteX26" fmla="*/ 409998 w 1287467"/>
                  <a:gd name="connsiteY26" fmla="*/ 761786 h 786112"/>
                  <a:gd name="connsiteX27" fmla="*/ 508118 w 1287467"/>
                  <a:gd name="connsiteY27" fmla="*/ 767054 h 786112"/>
                  <a:gd name="connsiteX28" fmla="*/ 578693 w 1287467"/>
                  <a:gd name="connsiteY28" fmla="*/ 736019 h 786112"/>
                  <a:gd name="connsiteX29" fmla="*/ 664881 w 1287467"/>
                  <a:gd name="connsiteY29" fmla="*/ 696542 h 786112"/>
                  <a:gd name="connsiteX30" fmla="*/ 921732 w 1287467"/>
                  <a:gd name="connsiteY30" fmla="*/ 564467 h 786112"/>
                  <a:gd name="connsiteX31" fmla="*/ 1071450 w 1287467"/>
                  <a:gd name="connsiteY31" fmla="*/ 490401 h 786112"/>
                  <a:gd name="connsiteX32" fmla="*/ 1279114 w 1287467"/>
                  <a:gd name="connsiteY32" fmla="*/ 349949 h 786112"/>
                  <a:gd name="connsiteX33" fmla="*/ 1284572 w 1287467"/>
                  <a:gd name="connsiteY33" fmla="*/ 339160 h 786112"/>
                  <a:gd name="connsiteX34" fmla="*/ 1281716 w 1287467"/>
                  <a:gd name="connsiteY34" fmla="*/ 326974 h 786112"/>
                  <a:gd name="connsiteX35" fmla="*/ 1282859 w 1287467"/>
                  <a:gd name="connsiteY35" fmla="*/ 325959 h 786112"/>
                  <a:gd name="connsiteX36" fmla="*/ 1281716 w 1287467"/>
                  <a:gd name="connsiteY36" fmla="*/ 326974 h 786112"/>
                  <a:gd name="connsiteX37" fmla="*/ 910308 w 1287467"/>
                  <a:gd name="connsiteY37" fmla="*/ 4689 h 786112"/>
                  <a:gd name="connsiteX38" fmla="*/ 688173 w 1287467"/>
                  <a:gd name="connsiteY38" fmla="*/ 55462 h 786112"/>
                  <a:gd name="connsiteX39" fmla="*/ 666341 w 1287467"/>
                  <a:gd name="connsiteY39" fmla="*/ 62444 h 786112"/>
                  <a:gd name="connsiteX40" fmla="*/ 7173 w 1287467"/>
                  <a:gd name="connsiteY40" fmla="*/ 512996 h 78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87467" h="786112">
                    <a:moveTo>
                      <a:pt x="1284826" y="347474"/>
                    </a:moveTo>
                    <a:cubicBezTo>
                      <a:pt x="1283791" y="349397"/>
                      <a:pt x="1282389" y="351098"/>
                      <a:pt x="1280701" y="352488"/>
                    </a:cubicBezTo>
                    <a:cubicBezTo>
                      <a:pt x="1216333" y="406441"/>
                      <a:pt x="1146576" y="453616"/>
                      <a:pt x="1072529" y="493257"/>
                    </a:cubicBezTo>
                    <a:cubicBezTo>
                      <a:pt x="1022200" y="519089"/>
                      <a:pt x="971680" y="543650"/>
                      <a:pt x="922811" y="567323"/>
                    </a:cubicBezTo>
                    <a:cubicBezTo>
                      <a:pt x="838717" y="608133"/>
                      <a:pt x="751450" y="650338"/>
                      <a:pt x="666087" y="699398"/>
                    </a:cubicBezTo>
                    <a:cubicBezTo>
                      <a:pt x="638174" y="714535"/>
                      <a:pt x="609278" y="727761"/>
                      <a:pt x="579581" y="739001"/>
                    </a:cubicBezTo>
                    <a:cubicBezTo>
                      <a:pt x="556162" y="748458"/>
                      <a:pt x="531981" y="758041"/>
                      <a:pt x="509260" y="769910"/>
                    </a:cubicBezTo>
                    <a:cubicBezTo>
                      <a:pt x="478415" y="785967"/>
                      <a:pt x="445158" y="798724"/>
                      <a:pt x="407713" y="764198"/>
                    </a:cubicBezTo>
                    <a:cubicBezTo>
                      <a:pt x="395978" y="752075"/>
                      <a:pt x="385925" y="738437"/>
                      <a:pt x="377820" y="723642"/>
                    </a:cubicBezTo>
                    <a:cubicBezTo>
                      <a:pt x="375662" y="720088"/>
                      <a:pt x="373504" y="716534"/>
                      <a:pt x="371473" y="713044"/>
                    </a:cubicBezTo>
                    <a:cubicBezTo>
                      <a:pt x="360988" y="696669"/>
                      <a:pt x="349006" y="681310"/>
                      <a:pt x="335678" y="667157"/>
                    </a:cubicBezTo>
                    <a:cubicBezTo>
                      <a:pt x="277796" y="605276"/>
                      <a:pt x="85682" y="518009"/>
                      <a:pt x="29450" y="514011"/>
                    </a:cubicBezTo>
                    <a:cubicBezTo>
                      <a:pt x="19930" y="513815"/>
                      <a:pt x="10435" y="515033"/>
                      <a:pt x="1271" y="517629"/>
                    </a:cubicBezTo>
                    <a:lnTo>
                      <a:pt x="1" y="514646"/>
                    </a:lnTo>
                    <a:cubicBezTo>
                      <a:pt x="217629" y="316248"/>
                      <a:pt x="432402" y="132575"/>
                      <a:pt x="665452" y="59207"/>
                    </a:cubicBezTo>
                    <a:lnTo>
                      <a:pt x="687285" y="52226"/>
                    </a:lnTo>
                    <a:cubicBezTo>
                      <a:pt x="761985" y="28362"/>
                      <a:pt x="874893" y="-7687"/>
                      <a:pt x="911006" y="1452"/>
                    </a:cubicBezTo>
                    <a:cubicBezTo>
                      <a:pt x="913417" y="2595"/>
                      <a:pt x="1135806" y="105411"/>
                      <a:pt x="1283811" y="325134"/>
                    </a:cubicBezTo>
                    <a:lnTo>
                      <a:pt x="1283811" y="325134"/>
                    </a:lnTo>
                    <a:cubicBezTo>
                      <a:pt x="1286711" y="329462"/>
                      <a:pt x="1287949" y="334692"/>
                      <a:pt x="1287301" y="339858"/>
                    </a:cubicBezTo>
                    <a:cubicBezTo>
                      <a:pt x="1286978" y="342536"/>
                      <a:pt x="1286140" y="345119"/>
                      <a:pt x="1284826" y="347474"/>
                    </a:cubicBezTo>
                    <a:close/>
                    <a:moveTo>
                      <a:pt x="7173" y="512996"/>
                    </a:moveTo>
                    <a:cubicBezTo>
                      <a:pt x="14643" y="511288"/>
                      <a:pt x="22303" y="510565"/>
                      <a:pt x="29958" y="510838"/>
                    </a:cubicBezTo>
                    <a:cubicBezTo>
                      <a:pt x="88030" y="514963"/>
                      <a:pt x="278494" y="601151"/>
                      <a:pt x="338026" y="664872"/>
                    </a:cubicBezTo>
                    <a:cubicBezTo>
                      <a:pt x="351526" y="679178"/>
                      <a:pt x="363654" y="694708"/>
                      <a:pt x="374266" y="711266"/>
                    </a:cubicBezTo>
                    <a:cubicBezTo>
                      <a:pt x="376487" y="714820"/>
                      <a:pt x="378645" y="718375"/>
                      <a:pt x="380613" y="721929"/>
                    </a:cubicBezTo>
                    <a:cubicBezTo>
                      <a:pt x="388558" y="736482"/>
                      <a:pt x="398447" y="749892"/>
                      <a:pt x="409998" y="761786"/>
                    </a:cubicBezTo>
                    <a:cubicBezTo>
                      <a:pt x="445857" y="795170"/>
                      <a:pt x="476892" y="783302"/>
                      <a:pt x="508118" y="767054"/>
                    </a:cubicBezTo>
                    <a:cubicBezTo>
                      <a:pt x="530966" y="755249"/>
                      <a:pt x="555210" y="745475"/>
                      <a:pt x="578693" y="736019"/>
                    </a:cubicBezTo>
                    <a:cubicBezTo>
                      <a:pt x="608294" y="724848"/>
                      <a:pt x="637089" y="711654"/>
                      <a:pt x="664881" y="696542"/>
                    </a:cubicBezTo>
                    <a:cubicBezTo>
                      <a:pt x="750625" y="647482"/>
                      <a:pt x="837638" y="605276"/>
                      <a:pt x="921732" y="564467"/>
                    </a:cubicBezTo>
                    <a:cubicBezTo>
                      <a:pt x="970601" y="540731"/>
                      <a:pt x="1021185" y="516232"/>
                      <a:pt x="1071450" y="490401"/>
                    </a:cubicBezTo>
                    <a:cubicBezTo>
                      <a:pt x="1145300" y="450823"/>
                      <a:pt x="1214892" y="403763"/>
                      <a:pt x="1279114" y="349949"/>
                    </a:cubicBezTo>
                    <a:cubicBezTo>
                      <a:pt x="1282262" y="347194"/>
                      <a:pt x="1284217" y="343323"/>
                      <a:pt x="1284572" y="339160"/>
                    </a:cubicBezTo>
                    <a:cubicBezTo>
                      <a:pt x="1285099" y="334888"/>
                      <a:pt x="1284090" y="330566"/>
                      <a:pt x="1281716" y="326974"/>
                    </a:cubicBezTo>
                    <a:lnTo>
                      <a:pt x="1282859" y="325959"/>
                    </a:lnTo>
                    <a:lnTo>
                      <a:pt x="1281716" y="326974"/>
                    </a:lnTo>
                    <a:cubicBezTo>
                      <a:pt x="1134156" y="108203"/>
                      <a:pt x="912529" y="5704"/>
                      <a:pt x="910308" y="4689"/>
                    </a:cubicBezTo>
                    <a:cubicBezTo>
                      <a:pt x="875147" y="-4006"/>
                      <a:pt x="757987" y="33376"/>
                      <a:pt x="688173" y="55462"/>
                    </a:cubicBezTo>
                    <a:lnTo>
                      <a:pt x="666341" y="62444"/>
                    </a:lnTo>
                    <a:cubicBezTo>
                      <a:pt x="435258" y="135114"/>
                      <a:pt x="222453" y="316629"/>
                      <a:pt x="7173" y="512996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2" name=""/>
              <p:cNvSpPr/>
              <p:nvPr/>
            </p:nvSpPr>
            <p:spPr>
              <a:xfrm>
                <a:off x="4966233" y="3889894"/>
                <a:ext cx="1207077" cy="760534"/>
              </a:xfrm>
              <a:custGeom>
                <a:avLst/>
                <a:gdLst>
                  <a:gd name="connsiteX0" fmla="*/ 1204540 w 1206983"/>
                  <a:gd name="connsiteY0" fmla="*/ 325640 h 759033"/>
                  <a:gd name="connsiteX1" fmla="*/ 1200542 w 1206983"/>
                  <a:gd name="connsiteY1" fmla="*/ 330527 h 759033"/>
                  <a:gd name="connsiteX2" fmla="*/ 1000494 w 1206983"/>
                  <a:gd name="connsiteY2" fmla="*/ 468885 h 759033"/>
                  <a:gd name="connsiteX3" fmla="*/ 856805 w 1206983"/>
                  <a:gd name="connsiteY3" fmla="*/ 542190 h 759033"/>
                  <a:gd name="connsiteX4" fmla="*/ 610553 w 1206983"/>
                  <a:gd name="connsiteY4" fmla="*/ 672741 h 759033"/>
                  <a:gd name="connsiteX5" fmla="*/ 527538 w 1206983"/>
                  <a:gd name="connsiteY5" fmla="*/ 712027 h 759033"/>
                  <a:gd name="connsiteX6" fmla="*/ 460137 w 1206983"/>
                  <a:gd name="connsiteY6" fmla="*/ 742745 h 759033"/>
                  <a:gd name="connsiteX7" fmla="*/ 363476 w 1206983"/>
                  <a:gd name="connsiteY7" fmla="*/ 738493 h 759033"/>
                  <a:gd name="connsiteX8" fmla="*/ 335297 w 1206983"/>
                  <a:gd name="connsiteY8" fmla="*/ 699715 h 759033"/>
                  <a:gd name="connsiteX9" fmla="*/ 328950 w 1206983"/>
                  <a:gd name="connsiteY9" fmla="*/ 689560 h 759033"/>
                  <a:gd name="connsiteX10" fmla="*/ 295186 w 1206983"/>
                  <a:gd name="connsiteY10" fmla="*/ 645768 h 759033"/>
                  <a:gd name="connsiteX11" fmla="*/ 16312 w 1206983"/>
                  <a:gd name="connsiteY11" fmla="*/ 488496 h 759033"/>
                  <a:gd name="connsiteX12" fmla="*/ 1397 w 1206983"/>
                  <a:gd name="connsiteY12" fmla="*/ 490147 h 759033"/>
                  <a:gd name="connsiteX13" fmla="*/ 1 w 1206983"/>
                  <a:gd name="connsiteY13" fmla="*/ 487290 h 759033"/>
                  <a:gd name="connsiteX14" fmla="*/ 627562 w 1206983"/>
                  <a:gd name="connsiteY14" fmla="*/ 60094 h 759033"/>
                  <a:gd name="connsiteX15" fmla="*/ 648316 w 1206983"/>
                  <a:gd name="connsiteY15" fmla="*/ 53177 h 759033"/>
                  <a:gd name="connsiteX16" fmla="*/ 862517 w 1206983"/>
                  <a:gd name="connsiteY16" fmla="*/ 1197 h 759033"/>
                  <a:gd name="connsiteX17" fmla="*/ 1203588 w 1206983"/>
                  <a:gd name="connsiteY17" fmla="*/ 303617 h 759033"/>
                  <a:gd name="connsiteX18" fmla="*/ 1203588 w 1206983"/>
                  <a:gd name="connsiteY18" fmla="*/ 303617 h 759033"/>
                  <a:gd name="connsiteX19" fmla="*/ 1206825 w 1206983"/>
                  <a:gd name="connsiteY19" fmla="*/ 317707 h 759033"/>
                  <a:gd name="connsiteX20" fmla="*/ 1204540 w 1206983"/>
                  <a:gd name="connsiteY20" fmla="*/ 325640 h 759033"/>
                  <a:gd name="connsiteX21" fmla="*/ 6665 w 1206983"/>
                  <a:gd name="connsiteY21" fmla="*/ 485387 h 759033"/>
                  <a:gd name="connsiteX22" fmla="*/ 16502 w 1206983"/>
                  <a:gd name="connsiteY22" fmla="*/ 485387 h 759033"/>
                  <a:gd name="connsiteX23" fmla="*/ 297154 w 1206983"/>
                  <a:gd name="connsiteY23" fmla="*/ 643546 h 759033"/>
                  <a:gd name="connsiteX24" fmla="*/ 331298 w 1206983"/>
                  <a:gd name="connsiteY24" fmla="*/ 687973 h 759033"/>
                  <a:gd name="connsiteX25" fmla="*/ 337645 w 1206983"/>
                  <a:gd name="connsiteY25" fmla="*/ 698191 h 759033"/>
                  <a:gd name="connsiteX26" fmla="*/ 365317 w 1206983"/>
                  <a:gd name="connsiteY26" fmla="*/ 736272 h 759033"/>
                  <a:gd name="connsiteX27" fmla="*/ 458867 w 1206983"/>
                  <a:gd name="connsiteY27" fmla="*/ 740016 h 759033"/>
                  <a:gd name="connsiteX28" fmla="*/ 526523 w 1206983"/>
                  <a:gd name="connsiteY28" fmla="*/ 709235 h 759033"/>
                  <a:gd name="connsiteX29" fmla="*/ 609030 w 1206983"/>
                  <a:gd name="connsiteY29" fmla="*/ 670076 h 759033"/>
                  <a:gd name="connsiteX30" fmla="*/ 855472 w 1206983"/>
                  <a:gd name="connsiteY30" fmla="*/ 539524 h 759033"/>
                  <a:gd name="connsiteX31" fmla="*/ 999098 w 1206983"/>
                  <a:gd name="connsiteY31" fmla="*/ 466220 h 759033"/>
                  <a:gd name="connsiteX32" fmla="*/ 1198638 w 1206983"/>
                  <a:gd name="connsiteY32" fmla="*/ 328179 h 759033"/>
                  <a:gd name="connsiteX33" fmla="*/ 1204032 w 1206983"/>
                  <a:gd name="connsiteY33" fmla="*/ 317580 h 759033"/>
                  <a:gd name="connsiteX34" fmla="*/ 1201367 w 1206983"/>
                  <a:gd name="connsiteY34" fmla="*/ 306029 h 759033"/>
                  <a:gd name="connsiteX35" fmla="*/ 1201367 w 1206983"/>
                  <a:gd name="connsiteY35" fmla="*/ 306029 h 759033"/>
                  <a:gd name="connsiteX36" fmla="*/ 861819 w 1206983"/>
                  <a:gd name="connsiteY36" fmla="*/ 4751 h 759033"/>
                  <a:gd name="connsiteX37" fmla="*/ 649268 w 1206983"/>
                  <a:gd name="connsiteY37" fmla="*/ 56794 h 759033"/>
                  <a:gd name="connsiteX38" fmla="*/ 628514 w 1206983"/>
                  <a:gd name="connsiteY38" fmla="*/ 63712 h 759033"/>
                  <a:gd name="connsiteX39" fmla="*/ 6665 w 1206983"/>
                  <a:gd name="connsiteY39" fmla="*/ 485387 h 75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206983" h="759033">
                    <a:moveTo>
                      <a:pt x="1204540" y="325640"/>
                    </a:moveTo>
                    <a:cubicBezTo>
                      <a:pt x="1203512" y="327494"/>
                      <a:pt x="1202154" y="329150"/>
                      <a:pt x="1200542" y="330527"/>
                    </a:cubicBezTo>
                    <a:cubicBezTo>
                      <a:pt x="1138687" y="383262"/>
                      <a:pt x="1071666" y="429618"/>
                      <a:pt x="1000494" y="468885"/>
                    </a:cubicBezTo>
                    <a:cubicBezTo>
                      <a:pt x="952196" y="494272"/>
                      <a:pt x="903707" y="518707"/>
                      <a:pt x="856805" y="542190"/>
                    </a:cubicBezTo>
                    <a:cubicBezTo>
                      <a:pt x="776138" y="582618"/>
                      <a:pt x="692743" y="624379"/>
                      <a:pt x="610553" y="672741"/>
                    </a:cubicBezTo>
                    <a:cubicBezTo>
                      <a:pt x="583795" y="687687"/>
                      <a:pt x="556060" y="700812"/>
                      <a:pt x="527538" y="712027"/>
                    </a:cubicBezTo>
                    <a:cubicBezTo>
                      <a:pt x="505134" y="721420"/>
                      <a:pt x="481969" y="731067"/>
                      <a:pt x="460137" y="742745"/>
                    </a:cubicBezTo>
                    <a:cubicBezTo>
                      <a:pt x="430497" y="758612"/>
                      <a:pt x="398637" y="771369"/>
                      <a:pt x="363476" y="738493"/>
                    </a:cubicBezTo>
                    <a:cubicBezTo>
                      <a:pt x="352376" y="726898"/>
                      <a:pt x="342900" y="713849"/>
                      <a:pt x="335297" y="699715"/>
                    </a:cubicBezTo>
                    <a:cubicBezTo>
                      <a:pt x="333266" y="696351"/>
                      <a:pt x="331235" y="692924"/>
                      <a:pt x="328950" y="689560"/>
                    </a:cubicBezTo>
                    <a:cubicBezTo>
                      <a:pt x="319119" y="673921"/>
                      <a:pt x="307809" y="659254"/>
                      <a:pt x="295186" y="645768"/>
                    </a:cubicBezTo>
                    <a:cubicBezTo>
                      <a:pt x="237748" y="583824"/>
                      <a:pt x="78764" y="494145"/>
                      <a:pt x="16312" y="488496"/>
                    </a:cubicBezTo>
                    <a:cubicBezTo>
                      <a:pt x="11279" y="488027"/>
                      <a:pt x="6202" y="488585"/>
                      <a:pt x="1397" y="490147"/>
                    </a:cubicBezTo>
                    <a:lnTo>
                      <a:pt x="1" y="487290"/>
                    </a:lnTo>
                    <a:cubicBezTo>
                      <a:pt x="178978" y="321769"/>
                      <a:pt x="389815" y="138222"/>
                      <a:pt x="627562" y="60094"/>
                    </a:cubicBezTo>
                    <a:cubicBezTo>
                      <a:pt x="633909" y="58000"/>
                      <a:pt x="640890" y="55715"/>
                      <a:pt x="648316" y="53177"/>
                    </a:cubicBezTo>
                    <a:cubicBezTo>
                      <a:pt x="719907" y="29186"/>
                      <a:pt x="828118" y="-7053"/>
                      <a:pt x="862517" y="1197"/>
                    </a:cubicBezTo>
                    <a:cubicBezTo>
                      <a:pt x="864802" y="2150"/>
                      <a:pt x="1064215" y="93795"/>
                      <a:pt x="1203588" y="303617"/>
                    </a:cubicBezTo>
                    <a:lnTo>
                      <a:pt x="1203588" y="303617"/>
                    </a:lnTo>
                    <a:cubicBezTo>
                      <a:pt x="1206292" y="307787"/>
                      <a:pt x="1207434" y="312776"/>
                      <a:pt x="1206825" y="317707"/>
                    </a:cubicBezTo>
                    <a:cubicBezTo>
                      <a:pt x="1206584" y="320474"/>
                      <a:pt x="1205810" y="323165"/>
                      <a:pt x="1204540" y="325640"/>
                    </a:cubicBezTo>
                    <a:close/>
                    <a:moveTo>
                      <a:pt x="6665" y="485387"/>
                    </a:moveTo>
                    <a:cubicBezTo>
                      <a:pt x="9934" y="484987"/>
                      <a:pt x="13234" y="484987"/>
                      <a:pt x="16502" y="485387"/>
                    </a:cubicBezTo>
                    <a:cubicBezTo>
                      <a:pt x="79335" y="491035"/>
                      <a:pt x="239335" y="581222"/>
                      <a:pt x="297154" y="643546"/>
                    </a:cubicBezTo>
                    <a:cubicBezTo>
                      <a:pt x="309929" y="657230"/>
                      <a:pt x="321360" y="672107"/>
                      <a:pt x="331298" y="687973"/>
                    </a:cubicBezTo>
                    <a:cubicBezTo>
                      <a:pt x="333393" y="691337"/>
                      <a:pt x="335424" y="694764"/>
                      <a:pt x="337645" y="698191"/>
                    </a:cubicBezTo>
                    <a:cubicBezTo>
                      <a:pt x="345147" y="712052"/>
                      <a:pt x="354451" y="724860"/>
                      <a:pt x="365317" y="736272"/>
                    </a:cubicBezTo>
                    <a:cubicBezTo>
                      <a:pt x="399208" y="768005"/>
                      <a:pt x="428784" y="756137"/>
                      <a:pt x="458867" y="740016"/>
                    </a:cubicBezTo>
                    <a:cubicBezTo>
                      <a:pt x="480826" y="728402"/>
                      <a:pt x="504056" y="718691"/>
                      <a:pt x="526523" y="709235"/>
                    </a:cubicBezTo>
                    <a:cubicBezTo>
                      <a:pt x="554886" y="698083"/>
                      <a:pt x="582456" y="685003"/>
                      <a:pt x="609030" y="670076"/>
                    </a:cubicBezTo>
                    <a:cubicBezTo>
                      <a:pt x="691537" y="621714"/>
                      <a:pt x="774805" y="579952"/>
                      <a:pt x="855472" y="539524"/>
                    </a:cubicBezTo>
                    <a:cubicBezTo>
                      <a:pt x="902374" y="516041"/>
                      <a:pt x="950672" y="491733"/>
                      <a:pt x="999098" y="466220"/>
                    </a:cubicBezTo>
                    <a:cubicBezTo>
                      <a:pt x="1070092" y="427048"/>
                      <a:pt x="1136948" y="380799"/>
                      <a:pt x="1198638" y="328179"/>
                    </a:cubicBezTo>
                    <a:cubicBezTo>
                      <a:pt x="1201716" y="325456"/>
                      <a:pt x="1203645" y="321667"/>
                      <a:pt x="1204032" y="317580"/>
                    </a:cubicBezTo>
                    <a:cubicBezTo>
                      <a:pt x="1204502" y="313537"/>
                      <a:pt x="1203563" y="309456"/>
                      <a:pt x="1201367" y="306029"/>
                    </a:cubicBezTo>
                    <a:lnTo>
                      <a:pt x="1201367" y="306029"/>
                    </a:lnTo>
                    <a:cubicBezTo>
                      <a:pt x="1062501" y="96969"/>
                      <a:pt x="863850" y="5640"/>
                      <a:pt x="861819" y="4751"/>
                    </a:cubicBezTo>
                    <a:cubicBezTo>
                      <a:pt x="828372" y="-3182"/>
                      <a:pt x="716226" y="34390"/>
                      <a:pt x="649268" y="56794"/>
                    </a:cubicBezTo>
                    <a:lnTo>
                      <a:pt x="628514" y="63712"/>
                    </a:lnTo>
                    <a:cubicBezTo>
                      <a:pt x="393242" y="140888"/>
                      <a:pt x="184373" y="321261"/>
                      <a:pt x="6665" y="485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3" name=""/>
              <p:cNvSpPr/>
              <p:nvPr/>
            </p:nvSpPr>
            <p:spPr>
              <a:xfrm>
                <a:off x="6215233" y="4190778"/>
                <a:ext cx="36687" cy="28135"/>
              </a:xfrm>
              <a:custGeom>
                <a:avLst/>
                <a:gdLst>
                  <a:gd name="connsiteX0" fmla="*/ 1715 w 36684"/>
                  <a:gd name="connsiteY0" fmla="*/ 26366 h 28079"/>
                  <a:gd name="connsiteX1" fmla="*/ 11552 w 36684"/>
                  <a:gd name="connsiteY1" fmla="*/ 27953 h 28079"/>
                  <a:gd name="connsiteX2" fmla="*/ 31798 w 36684"/>
                  <a:gd name="connsiteY2" fmla="*/ 17100 h 28079"/>
                  <a:gd name="connsiteX3" fmla="*/ 36685 w 36684"/>
                  <a:gd name="connsiteY3" fmla="*/ 5866 h 28079"/>
                  <a:gd name="connsiteX4" fmla="*/ 28244 w 36684"/>
                  <a:gd name="connsiteY4" fmla="*/ 2058 h 28079"/>
                  <a:gd name="connsiteX5" fmla="*/ 23865 w 36684"/>
                  <a:gd name="connsiteY5" fmla="*/ 7517 h 28079"/>
                  <a:gd name="connsiteX6" fmla="*/ 9394 w 36684"/>
                  <a:gd name="connsiteY6" fmla="*/ 15958 h 28079"/>
                  <a:gd name="connsiteX7" fmla="*/ 1207 w 36684"/>
                  <a:gd name="connsiteY7" fmla="*/ 25731 h 28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84" h="28079">
                    <a:moveTo>
                      <a:pt x="1715" y="26366"/>
                    </a:moveTo>
                    <a:cubicBezTo>
                      <a:pt x="4780" y="27800"/>
                      <a:pt x="8189" y="28353"/>
                      <a:pt x="11552" y="27953"/>
                    </a:cubicBezTo>
                    <a:cubicBezTo>
                      <a:pt x="19606" y="27616"/>
                      <a:pt x="27057" y="23618"/>
                      <a:pt x="31798" y="17100"/>
                    </a:cubicBezTo>
                    <a:cubicBezTo>
                      <a:pt x="34439" y="13882"/>
                      <a:pt x="36127" y="9992"/>
                      <a:pt x="36685" y="5866"/>
                    </a:cubicBezTo>
                    <a:cubicBezTo>
                      <a:pt x="36685" y="-480"/>
                      <a:pt x="32116" y="-1559"/>
                      <a:pt x="28244" y="2058"/>
                    </a:cubicBezTo>
                    <a:cubicBezTo>
                      <a:pt x="26664" y="3778"/>
                      <a:pt x="25204" y="5600"/>
                      <a:pt x="23865" y="7517"/>
                    </a:cubicBezTo>
                    <a:cubicBezTo>
                      <a:pt x="20254" y="12029"/>
                      <a:pt x="15100" y="15037"/>
                      <a:pt x="9394" y="15958"/>
                    </a:cubicBezTo>
                    <a:cubicBezTo>
                      <a:pt x="6031" y="16465"/>
                      <a:pt x="-3299" y="19131"/>
                      <a:pt x="1207" y="2573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4" name=""/>
              <p:cNvSpPr/>
              <p:nvPr/>
            </p:nvSpPr>
            <p:spPr>
              <a:xfrm>
                <a:off x="295145" y="2707702"/>
                <a:ext cx="525483" cy="1053790"/>
              </a:xfrm>
              <a:custGeom>
                <a:avLst/>
                <a:gdLst>
                  <a:gd name="connsiteX0" fmla="*/ 525444 w 525442"/>
                  <a:gd name="connsiteY0" fmla="*/ 0 h 1051710"/>
                  <a:gd name="connsiteX1" fmla="*/ 470355 w 525442"/>
                  <a:gd name="connsiteY1" fmla="*/ 185387 h 1051710"/>
                  <a:gd name="connsiteX2" fmla="*/ 178407 w 525442"/>
                  <a:gd name="connsiteY2" fmla="*/ 834273 h 1051710"/>
                  <a:gd name="connsiteX3" fmla="*/ 1 w 525442"/>
                  <a:gd name="connsiteY3" fmla="*/ 1051711 h 10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442" h="1051710">
                    <a:moveTo>
                      <a:pt x="525444" y="0"/>
                    </a:moveTo>
                    <a:cubicBezTo>
                      <a:pt x="513639" y="66386"/>
                      <a:pt x="524429" y="131250"/>
                      <a:pt x="470355" y="185387"/>
                    </a:cubicBezTo>
                    <a:cubicBezTo>
                      <a:pt x="297344" y="369441"/>
                      <a:pt x="254059" y="607188"/>
                      <a:pt x="178407" y="834273"/>
                    </a:cubicBezTo>
                    <a:cubicBezTo>
                      <a:pt x="145975" y="920778"/>
                      <a:pt x="70513" y="985705"/>
                      <a:pt x="1" y="10517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5" name=""/>
              <p:cNvSpPr/>
              <p:nvPr/>
            </p:nvSpPr>
            <p:spPr>
              <a:xfrm>
                <a:off x="749810" y="2777972"/>
                <a:ext cx="79498" cy="61366"/>
              </a:xfrm>
              <a:custGeom>
                <a:avLst/>
                <a:gdLst>
                  <a:gd name="connsiteX0" fmla="*/ 45745 w 79492"/>
                  <a:gd name="connsiteY0" fmla="*/ 0 h 61245"/>
                  <a:gd name="connsiteX1" fmla="*/ 7665 w 79492"/>
                  <a:gd name="connsiteY1" fmla="*/ 26148 h 61245"/>
                  <a:gd name="connsiteX2" fmla="*/ 49 w 79492"/>
                  <a:gd name="connsiteY2" fmla="*/ 36747 h 61245"/>
                  <a:gd name="connsiteX3" fmla="*/ 26514 w 79492"/>
                  <a:gd name="connsiteY3" fmla="*/ 48552 h 61245"/>
                  <a:gd name="connsiteX4" fmla="*/ 51330 w 79492"/>
                  <a:gd name="connsiteY4" fmla="*/ 61246 h 61245"/>
                  <a:gd name="connsiteX5" fmla="*/ 67133 w 79492"/>
                  <a:gd name="connsiteY5" fmla="*/ 58707 h 61245"/>
                  <a:gd name="connsiteX6" fmla="*/ 77859 w 79492"/>
                  <a:gd name="connsiteY6" fmla="*/ 56676 h 61245"/>
                  <a:gd name="connsiteX7" fmla="*/ 75067 w 79492"/>
                  <a:gd name="connsiteY7" fmla="*/ 34018 h 61245"/>
                  <a:gd name="connsiteX8" fmla="*/ 74242 w 79492"/>
                  <a:gd name="connsiteY8" fmla="*/ 3554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492" h="61245">
                    <a:moveTo>
                      <a:pt x="45745" y="0"/>
                    </a:moveTo>
                    <a:cubicBezTo>
                      <a:pt x="33052" y="8885"/>
                      <a:pt x="20358" y="17327"/>
                      <a:pt x="7665" y="26148"/>
                    </a:cubicBezTo>
                    <a:cubicBezTo>
                      <a:pt x="4174" y="28560"/>
                      <a:pt x="-522" y="31924"/>
                      <a:pt x="49" y="36747"/>
                    </a:cubicBezTo>
                    <a:cubicBezTo>
                      <a:pt x="1318" y="47093"/>
                      <a:pt x="19089" y="43665"/>
                      <a:pt x="26514" y="48552"/>
                    </a:cubicBezTo>
                    <a:cubicBezTo>
                      <a:pt x="33940" y="53439"/>
                      <a:pt x="39589" y="61246"/>
                      <a:pt x="51330" y="61246"/>
                    </a:cubicBezTo>
                    <a:cubicBezTo>
                      <a:pt x="57232" y="61246"/>
                      <a:pt x="60977" y="58390"/>
                      <a:pt x="67133" y="58707"/>
                    </a:cubicBezTo>
                    <a:cubicBezTo>
                      <a:pt x="71449" y="58707"/>
                      <a:pt x="74940" y="60420"/>
                      <a:pt x="77859" y="56676"/>
                    </a:cubicBezTo>
                    <a:cubicBezTo>
                      <a:pt x="82492" y="50329"/>
                      <a:pt x="75892" y="40428"/>
                      <a:pt x="75067" y="34018"/>
                    </a:cubicBezTo>
                    <a:cubicBezTo>
                      <a:pt x="73670" y="22848"/>
                      <a:pt x="71259" y="14280"/>
                      <a:pt x="74242" y="3554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6" name=""/>
              <p:cNvSpPr/>
              <p:nvPr/>
            </p:nvSpPr>
            <p:spPr>
              <a:xfrm>
                <a:off x="655013" y="2198843"/>
                <a:ext cx="499043" cy="600234"/>
              </a:xfrm>
              <a:custGeom>
                <a:avLst/>
                <a:gdLst>
                  <a:gd name="connsiteX0" fmla="*/ 490618 w 499004"/>
                  <a:gd name="connsiteY0" fmla="*/ 288133 h 599049"/>
                  <a:gd name="connsiteX1" fmla="*/ 141994 w 499004"/>
                  <a:gd name="connsiteY1" fmla="*/ 597153 h 599049"/>
                  <a:gd name="connsiteX2" fmla="*/ 14616 w 499004"/>
                  <a:gd name="connsiteY2" fmla="*/ 156629 h 599049"/>
                  <a:gd name="connsiteX3" fmla="*/ 315386 w 499004"/>
                  <a:gd name="connsiteY3" fmla="*/ 9830 h 599049"/>
                  <a:gd name="connsiteX4" fmla="*/ 490618 w 499004"/>
                  <a:gd name="connsiteY4" fmla="*/ 288133 h 59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004" h="599049">
                    <a:moveTo>
                      <a:pt x="490618" y="288133"/>
                    </a:moveTo>
                    <a:cubicBezTo>
                      <a:pt x="438639" y="461334"/>
                      <a:pt x="218853" y="618161"/>
                      <a:pt x="141994" y="597153"/>
                    </a:cubicBezTo>
                    <a:cubicBezTo>
                      <a:pt x="58979" y="574242"/>
                      <a:pt x="-37173" y="301715"/>
                      <a:pt x="14616" y="156629"/>
                    </a:cubicBezTo>
                    <a:cubicBezTo>
                      <a:pt x="55806" y="41183"/>
                      <a:pt x="183946" y="-26473"/>
                      <a:pt x="315386" y="9830"/>
                    </a:cubicBezTo>
                    <a:cubicBezTo>
                      <a:pt x="446826" y="46133"/>
                      <a:pt x="525842" y="170909"/>
                      <a:pt x="490618" y="288133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" name=""/>
              <p:cNvSpPr/>
              <p:nvPr/>
            </p:nvSpPr>
            <p:spPr>
              <a:xfrm>
                <a:off x="369574" y="3286277"/>
                <a:ext cx="689241" cy="954459"/>
              </a:xfrm>
              <a:custGeom>
                <a:avLst/>
                <a:gdLst>
                  <a:gd name="connsiteX0" fmla="*/ 689189 w 689187"/>
                  <a:gd name="connsiteY0" fmla="*/ 0 h 952575"/>
                  <a:gd name="connsiteX1" fmla="*/ 604778 w 689187"/>
                  <a:gd name="connsiteY1" fmla="*/ 173963 h 952575"/>
                  <a:gd name="connsiteX2" fmla="*/ 211283 w 689187"/>
                  <a:gd name="connsiteY2" fmla="*/ 766998 h 952575"/>
                  <a:gd name="connsiteX3" fmla="*/ 1 w 689187"/>
                  <a:gd name="connsiteY3" fmla="*/ 952576 h 952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187" h="952575">
                    <a:moveTo>
                      <a:pt x="689189" y="0"/>
                    </a:moveTo>
                    <a:cubicBezTo>
                      <a:pt x="666785" y="63467"/>
                      <a:pt x="666912" y="129409"/>
                      <a:pt x="604778" y="173963"/>
                    </a:cubicBezTo>
                    <a:cubicBezTo>
                      <a:pt x="404222" y="327362"/>
                      <a:pt x="322921" y="555145"/>
                      <a:pt x="211283" y="766998"/>
                    </a:cubicBezTo>
                    <a:cubicBezTo>
                      <a:pt x="165269" y="847093"/>
                      <a:pt x="80033" y="898882"/>
                      <a:pt x="1" y="952576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" name=""/>
              <p:cNvSpPr/>
              <p:nvPr/>
            </p:nvSpPr>
            <p:spPr>
              <a:xfrm>
                <a:off x="1398342" y="2456130"/>
                <a:ext cx="78649" cy="62869"/>
              </a:xfrm>
              <a:custGeom>
                <a:avLst/>
                <a:gdLst>
                  <a:gd name="connsiteX0" fmla="*/ 51163 w 78643"/>
                  <a:gd name="connsiteY0" fmla="*/ 0 h 62745"/>
                  <a:gd name="connsiteX1" fmla="*/ 9275 w 78643"/>
                  <a:gd name="connsiteY1" fmla="*/ 19611 h 62745"/>
                  <a:gd name="connsiteX2" fmla="*/ 9 w 78643"/>
                  <a:gd name="connsiteY2" fmla="*/ 28877 h 62745"/>
                  <a:gd name="connsiteX3" fmla="*/ 24254 w 78643"/>
                  <a:gd name="connsiteY3" fmla="*/ 44808 h 62745"/>
                  <a:gd name="connsiteX4" fmla="*/ 46721 w 78643"/>
                  <a:gd name="connsiteY4" fmla="*/ 61182 h 62745"/>
                  <a:gd name="connsiteX5" fmla="*/ 62714 w 78643"/>
                  <a:gd name="connsiteY5" fmla="*/ 61182 h 62745"/>
                  <a:gd name="connsiteX6" fmla="*/ 73567 w 78643"/>
                  <a:gd name="connsiteY6" fmla="*/ 61182 h 62745"/>
                  <a:gd name="connsiteX7" fmla="*/ 74583 w 78643"/>
                  <a:gd name="connsiteY7" fmla="*/ 38334 h 62745"/>
                  <a:gd name="connsiteX8" fmla="*/ 78645 w 78643"/>
                  <a:gd name="connsiteY8" fmla="*/ 8187 h 6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745">
                    <a:moveTo>
                      <a:pt x="51163" y="0"/>
                    </a:moveTo>
                    <a:cubicBezTo>
                      <a:pt x="37264" y="6727"/>
                      <a:pt x="23048" y="12693"/>
                      <a:pt x="9275" y="19611"/>
                    </a:cubicBezTo>
                    <a:cubicBezTo>
                      <a:pt x="5467" y="21515"/>
                      <a:pt x="263" y="24054"/>
                      <a:pt x="9" y="28877"/>
                    </a:cubicBezTo>
                    <a:cubicBezTo>
                      <a:pt x="-435" y="39286"/>
                      <a:pt x="18034" y="38842"/>
                      <a:pt x="24254" y="44808"/>
                    </a:cubicBezTo>
                    <a:cubicBezTo>
                      <a:pt x="30473" y="50774"/>
                      <a:pt x="35106" y="59405"/>
                      <a:pt x="46721" y="61182"/>
                    </a:cubicBezTo>
                    <a:cubicBezTo>
                      <a:pt x="52496" y="62071"/>
                      <a:pt x="56685" y="59913"/>
                      <a:pt x="62714" y="61182"/>
                    </a:cubicBezTo>
                    <a:cubicBezTo>
                      <a:pt x="66903" y="62134"/>
                      <a:pt x="70140" y="64165"/>
                      <a:pt x="73567" y="61182"/>
                    </a:cubicBezTo>
                    <a:cubicBezTo>
                      <a:pt x="79216" y="55914"/>
                      <a:pt x="74329" y="44808"/>
                      <a:pt x="74583" y="38334"/>
                    </a:cubicBezTo>
                    <a:cubicBezTo>
                      <a:pt x="74964" y="27100"/>
                      <a:pt x="73948" y="18278"/>
                      <a:pt x="78645" y="8187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" name=""/>
              <p:cNvSpPr/>
              <p:nvPr/>
            </p:nvSpPr>
            <p:spPr>
              <a:xfrm>
                <a:off x="930329" y="2793266"/>
                <a:ext cx="505016" cy="582969"/>
              </a:xfrm>
              <a:custGeom>
                <a:avLst/>
                <a:gdLst>
                  <a:gd name="connsiteX0" fmla="*/ 484908 w 504977"/>
                  <a:gd name="connsiteY0" fmla="*/ 327785 h 581818"/>
                  <a:gd name="connsiteX1" fmla="*/ 90715 w 504977"/>
                  <a:gd name="connsiteY1" fmla="*/ 576195 h 581818"/>
                  <a:gd name="connsiteX2" fmla="*/ 36514 w 504977"/>
                  <a:gd name="connsiteY2" fmla="*/ 120820 h 581818"/>
                  <a:gd name="connsiteX3" fmla="*/ 357085 w 504977"/>
                  <a:gd name="connsiteY3" fmla="*/ 24731 h 581818"/>
                  <a:gd name="connsiteX4" fmla="*/ 484908 w 504977"/>
                  <a:gd name="connsiteY4" fmla="*/ 327785 h 581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77" h="581818">
                    <a:moveTo>
                      <a:pt x="484908" y="327785"/>
                    </a:moveTo>
                    <a:cubicBezTo>
                      <a:pt x="405511" y="490197"/>
                      <a:pt x="163194" y="609579"/>
                      <a:pt x="90715" y="576195"/>
                    </a:cubicBezTo>
                    <a:cubicBezTo>
                      <a:pt x="12587" y="540082"/>
                      <a:pt x="-38123" y="255624"/>
                      <a:pt x="36514" y="120820"/>
                    </a:cubicBezTo>
                    <a:cubicBezTo>
                      <a:pt x="95856" y="13624"/>
                      <a:pt x="233262" y="-32453"/>
                      <a:pt x="357085" y="24731"/>
                    </a:cubicBezTo>
                    <a:cubicBezTo>
                      <a:pt x="480909" y="81915"/>
                      <a:pt x="538538" y="217734"/>
                      <a:pt x="484908" y="327785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" name=""/>
              <p:cNvSpPr/>
              <p:nvPr/>
            </p:nvSpPr>
            <p:spPr>
              <a:xfrm>
                <a:off x="923093" y="1134425"/>
                <a:ext cx="191537" cy="688769"/>
              </a:xfrm>
              <a:custGeom>
                <a:avLst/>
                <a:gdLst>
                  <a:gd name="connsiteX0" fmla="*/ 191523 w 191522"/>
                  <a:gd name="connsiteY0" fmla="*/ 0 h 687410"/>
                  <a:gd name="connsiteX1" fmla="*/ 140750 w 191522"/>
                  <a:gd name="connsiteY1" fmla="*/ 104149 h 687410"/>
                  <a:gd name="connsiteX2" fmla="*/ 118790 w 191522"/>
                  <a:gd name="connsiteY2" fmla="*/ 391655 h 687410"/>
                  <a:gd name="connsiteX3" fmla="*/ 13879 w 191522"/>
                  <a:gd name="connsiteY3" fmla="*/ 496565 h 687410"/>
                  <a:gd name="connsiteX4" fmla="*/ 32919 w 191522"/>
                  <a:gd name="connsiteY4" fmla="*/ 687411 h 687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522" h="687410">
                    <a:moveTo>
                      <a:pt x="191523" y="0"/>
                    </a:moveTo>
                    <a:cubicBezTo>
                      <a:pt x="168942" y="31657"/>
                      <a:pt x="151780" y="66856"/>
                      <a:pt x="140750" y="104149"/>
                    </a:cubicBezTo>
                    <a:cubicBezTo>
                      <a:pt x="102670" y="234828"/>
                      <a:pt x="168548" y="306736"/>
                      <a:pt x="118790" y="391655"/>
                    </a:cubicBezTo>
                    <a:cubicBezTo>
                      <a:pt x="84835" y="449536"/>
                      <a:pt x="41043" y="438620"/>
                      <a:pt x="13879" y="496565"/>
                    </a:cubicBezTo>
                    <a:cubicBezTo>
                      <a:pt x="-15760" y="559715"/>
                      <a:pt x="7533" y="633717"/>
                      <a:pt x="32919" y="6874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" name=""/>
              <p:cNvSpPr/>
              <p:nvPr/>
            </p:nvSpPr>
            <p:spPr>
              <a:xfrm>
                <a:off x="1062520" y="1173534"/>
                <a:ext cx="46842" cy="37563"/>
              </a:xfrm>
              <a:custGeom>
                <a:avLst/>
                <a:gdLst>
                  <a:gd name="connsiteX0" fmla="*/ 30592 w 46838"/>
                  <a:gd name="connsiteY0" fmla="*/ 0 h 37489"/>
                  <a:gd name="connsiteX1" fmla="*/ 5523 w 46838"/>
                  <a:gd name="connsiteY1" fmla="*/ 11741 h 37489"/>
                  <a:gd name="connsiteX2" fmla="*/ 1 w 46838"/>
                  <a:gd name="connsiteY2" fmla="*/ 17263 h 37489"/>
                  <a:gd name="connsiteX3" fmla="*/ 14472 w 46838"/>
                  <a:gd name="connsiteY3" fmla="*/ 26783 h 37489"/>
                  <a:gd name="connsiteX4" fmla="*/ 27927 w 46838"/>
                  <a:gd name="connsiteY4" fmla="*/ 36557 h 37489"/>
                  <a:gd name="connsiteX5" fmla="*/ 37510 w 46838"/>
                  <a:gd name="connsiteY5" fmla="*/ 36557 h 37489"/>
                  <a:gd name="connsiteX6" fmla="*/ 43857 w 46838"/>
                  <a:gd name="connsiteY6" fmla="*/ 36557 h 37489"/>
                  <a:gd name="connsiteX7" fmla="*/ 44428 w 46838"/>
                  <a:gd name="connsiteY7" fmla="*/ 22912 h 37489"/>
                  <a:gd name="connsiteX8" fmla="*/ 46840 w 46838"/>
                  <a:gd name="connsiteY8" fmla="*/ 4887 h 3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8" h="37489">
                    <a:moveTo>
                      <a:pt x="30592" y="0"/>
                    </a:moveTo>
                    <a:cubicBezTo>
                      <a:pt x="22278" y="3998"/>
                      <a:pt x="13774" y="7743"/>
                      <a:pt x="5523" y="11741"/>
                    </a:cubicBezTo>
                    <a:cubicBezTo>
                      <a:pt x="3238" y="12820"/>
                      <a:pt x="128" y="14344"/>
                      <a:pt x="1" y="17263"/>
                    </a:cubicBezTo>
                    <a:cubicBezTo>
                      <a:pt x="1" y="23610"/>
                      <a:pt x="10791" y="23229"/>
                      <a:pt x="14472" y="26783"/>
                    </a:cubicBezTo>
                    <a:cubicBezTo>
                      <a:pt x="18153" y="30337"/>
                      <a:pt x="20818" y="35542"/>
                      <a:pt x="27927" y="36557"/>
                    </a:cubicBezTo>
                    <a:cubicBezTo>
                      <a:pt x="31417" y="37128"/>
                      <a:pt x="33893" y="35795"/>
                      <a:pt x="37510" y="36557"/>
                    </a:cubicBezTo>
                    <a:cubicBezTo>
                      <a:pt x="40049" y="37128"/>
                      <a:pt x="41953" y="38334"/>
                      <a:pt x="43857" y="36557"/>
                    </a:cubicBezTo>
                    <a:cubicBezTo>
                      <a:pt x="47221" y="33447"/>
                      <a:pt x="44301" y="26783"/>
                      <a:pt x="44428" y="22912"/>
                    </a:cubicBezTo>
                    <a:cubicBezTo>
                      <a:pt x="43927" y="16800"/>
                      <a:pt x="44752" y="10650"/>
                      <a:pt x="46840" y="4887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" name=""/>
              <p:cNvSpPr/>
              <p:nvPr/>
            </p:nvSpPr>
            <p:spPr>
              <a:xfrm>
                <a:off x="1037735" y="839487"/>
                <a:ext cx="302251" cy="348933"/>
              </a:xfrm>
              <a:custGeom>
                <a:avLst/>
                <a:gdLst>
                  <a:gd name="connsiteX0" fmla="*/ 290203 w 302227"/>
                  <a:gd name="connsiteY0" fmla="*/ 196173 h 348244"/>
                  <a:gd name="connsiteX1" fmla="*/ 54296 w 302227"/>
                  <a:gd name="connsiteY1" fmla="*/ 344876 h 348244"/>
                  <a:gd name="connsiteX2" fmla="*/ 21864 w 302227"/>
                  <a:gd name="connsiteY2" fmla="*/ 72349 h 348244"/>
                  <a:gd name="connsiteX3" fmla="*/ 213725 w 302227"/>
                  <a:gd name="connsiteY3" fmla="*/ 14784 h 348244"/>
                  <a:gd name="connsiteX4" fmla="*/ 290203 w 302227"/>
                  <a:gd name="connsiteY4" fmla="*/ 196173 h 34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227" h="348244">
                    <a:moveTo>
                      <a:pt x="290203" y="196173"/>
                    </a:moveTo>
                    <a:cubicBezTo>
                      <a:pt x="242666" y="293404"/>
                      <a:pt x="97644" y="364868"/>
                      <a:pt x="54296" y="344876"/>
                    </a:cubicBezTo>
                    <a:cubicBezTo>
                      <a:pt x="7521" y="323234"/>
                      <a:pt x="-22816" y="153015"/>
                      <a:pt x="21864" y="72349"/>
                    </a:cubicBezTo>
                    <a:cubicBezTo>
                      <a:pt x="57406" y="8184"/>
                      <a:pt x="139596" y="-19424"/>
                      <a:pt x="213725" y="14784"/>
                    </a:cubicBezTo>
                    <a:cubicBezTo>
                      <a:pt x="287854" y="48993"/>
                      <a:pt x="322317" y="130358"/>
                      <a:pt x="290203" y="19617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" name=""/>
              <p:cNvSpPr/>
              <p:nvPr/>
            </p:nvSpPr>
            <p:spPr>
              <a:xfrm>
                <a:off x="7744" y="3628330"/>
                <a:ext cx="318756" cy="958846"/>
              </a:xfrm>
              <a:custGeom>
                <a:avLst/>
                <a:gdLst>
                  <a:gd name="connsiteX0" fmla="*/ 318732 w 318731"/>
                  <a:gd name="connsiteY0" fmla="*/ 0 h 956954"/>
                  <a:gd name="connsiteX1" fmla="*/ 166412 w 318731"/>
                  <a:gd name="connsiteY1" fmla="*/ 306926 h 956954"/>
                  <a:gd name="connsiteX2" fmla="*/ 71211 w 318731"/>
                  <a:gd name="connsiteY2" fmla="*/ 669449 h 956954"/>
                  <a:gd name="connsiteX3" fmla="*/ 52171 w 318731"/>
                  <a:gd name="connsiteY3" fmla="*/ 850774 h 956954"/>
                  <a:gd name="connsiteX4" fmla="*/ 1 w 318731"/>
                  <a:gd name="connsiteY4" fmla="*/ 956955 h 95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731" h="956954">
                    <a:moveTo>
                      <a:pt x="318732" y="0"/>
                    </a:moveTo>
                    <a:cubicBezTo>
                      <a:pt x="258107" y="97117"/>
                      <a:pt x="207093" y="199915"/>
                      <a:pt x="166412" y="306926"/>
                    </a:cubicBezTo>
                    <a:cubicBezTo>
                      <a:pt x="107260" y="462293"/>
                      <a:pt x="74638" y="548100"/>
                      <a:pt x="71211" y="669449"/>
                    </a:cubicBezTo>
                    <a:cubicBezTo>
                      <a:pt x="69434" y="729489"/>
                      <a:pt x="75336" y="778867"/>
                      <a:pt x="52171" y="850774"/>
                    </a:cubicBezTo>
                    <a:cubicBezTo>
                      <a:pt x="39800" y="888423"/>
                      <a:pt x="22241" y="924155"/>
                      <a:pt x="1" y="956955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" name=""/>
              <p:cNvSpPr/>
              <p:nvPr/>
            </p:nvSpPr>
            <p:spPr>
              <a:xfrm>
                <a:off x="239219" y="3693640"/>
                <a:ext cx="78649" cy="62806"/>
              </a:xfrm>
              <a:custGeom>
                <a:avLst/>
                <a:gdLst>
                  <a:gd name="connsiteX0" fmla="*/ 51163 w 78643"/>
                  <a:gd name="connsiteY0" fmla="*/ 0 h 62682"/>
                  <a:gd name="connsiteX1" fmla="*/ 9275 w 78643"/>
                  <a:gd name="connsiteY1" fmla="*/ 19611 h 62682"/>
                  <a:gd name="connsiteX2" fmla="*/ 9 w 78643"/>
                  <a:gd name="connsiteY2" fmla="*/ 28877 h 62682"/>
                  <a:gd name="connsiteX3" fmla="*/ 24190 w 78643"/>
                  <a:gd name="connsiteY3" fmla="*/ 44744 h 62682"/>
                  <a:gd name="connsiteX4" fmla="*/ 46721 w 78643"/>
                  <a:gd name="connsiteY4" fmla="*/ 61119 h 62682"/>
                  <a:gd name="connsiteX5" fmla="*/ 62651 w 78643"/>
                  <a:gd name="connsiteY5" fmla="*/ 61119 h 62682"/>
                  <a:gd name="connsiteX6" fmla="*/ 73567 w 78643"/>
                  <a:gd name="connsiteY6" fmla="*/ 61119 h 62682"/>
                  <a:gd name="connsiteX7" fmla="*/ 74519 w 78643"/>
                  <a:gd name="connsiteY7" fmla="*/ 38270 h 62682"/>
                  <a:gd name="connsiteX8" fmla="*/ 78645 w 78643"/>
                  <a:gd name="connsiteY8" fmla="*/ 8124 h 6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682">
                    <a:moveTo>
                      <a:pt x="51163" y="0"/>
                    </a:moveTo>
                    <a:cubicBezTo>
                      <a:pt x="37201" y="6727"/>
                      <a:pt x="23048" y="12693"/>
                      <a:pt x="9275" y="19611"/>
                    </a:cubicBezTo>
                    <a:cubicBezTo>
                      <a:pt x="5467" y="21452"/>
                      <a:pt x="199" y="23990"/>
                      <a:pt x="9" y="28877"/>
                    </a:cubicBezTo>
                    <a:cubicBezTo>
                      <a:pt x="-435" y="39223"/>
                      <a:pt x="18034" y="38842"/>
                      <a:pt x="24190" y="44744"/>
                    </a:cubicBezTo>
                    <a:cubicBezTo>
                      <a:pt x="30346" y="50646"/>
                      <a:pt x="35106" y="59341"/>
                      <a:pt x="46721" y="61119"/>
                    </a:cubicBezTo>
                    <a:cubicBezTo>
                      <a:pt x="52496" y="62007"/>
                      <a:pt x="56622" y="59849"/>
                      <a:pt x="62651" y="61119"/>
                    </a:cubicBezTo>
                    <a:cubicBezTo>
                      <a:pt x="66903" y="62070"/>
                      <a:pt x="70140" y="64101"/>
                      <a:pt x="73567" y="61119"/>
                    </a:cubicBezTo>
                    <a:cubicBezTo>
                      <a:pt x="79152" y="55914"/>
                      <a:pt x="74329" y="44744"/>
                      <a:pt x="74519" y="38270"/>
                    </a:cubicBezTo>
                    <a:cubicBezTo>
                      <a:pt x="74964" y="27037"/>
                      <a:pt x="73948" y="18215"/>
                      <a:pt x="78645" y="8124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" name=""/>
              <p:cNvSpPr/>
              <p:nvPr/>
            </p:nvSpPr>
            <p:spPr>
              <a:xfrm>
                <a:off x="198030" y="3135510"/>
                <a:ext cx="504945" cy="582988"/>
              </a:xfrm>
              <a:custGeom>
                <a:avLst/>
                <a:gdLst>
                  <a:gd name="connsiteX0" fmla="*/ 484764 w 504906"/>
                  <a:gd name="connsiteY0" fmla="*/ 327786 h 581837"/>
                  <a:gd name="connsiteX1" fmla="*/ 90635 w 504906"/>
                  <a:gd name="connsiteY1" fmla="*/ 576195 h 581837"/>
                  <a:gd name="connsiteX2" fmla="*/ 36370 w 504906"/>
                  <a:gd name="connsiteY2" fmla="*/ 120820 h 581837"/>
                  <a:gd name="connsiteX3" fmla="*/ 357005 w 504906"/>
                  <a:gd name="connsiteY3" fmla="*/ 24731 h 581837"/>
                  <a:gd name="connsiteX4" fmla="*/ 484764 w 504906"/>
                  <a:gd name="connsiteY4" fmla="*/ 327786 h 58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06" h="581837">
                    <a:moveTo>
                      <a:pt x="484764" y="327786"/>
                    </a:moveTo>
                    <a:cubicBezTo>
                      <a:pt x="405431" y="490261"/>
                      <a:pt x="163050" y="609642"/>
                      <a:pt x="90635" y="576195"/>
                    </a:cubicBezTo>
                    <a:cubicBezTo>
                      <a:pt x="12443" y="540146"/>
                      <a:pt x="-37949" y="255624"/>
                      <a:pt x="36370" y="120820"/>
                    </a:cubicBezTo>
                    <a:cubicBezTo>
                      <a:pt x="95775" y="13624"/>
                      <a:pt x="233118" y="-32453"/>
                      <a:pt x="357005" y="24731"/>
                    </a:cubicBezTo>
                    <a:cubicBezTo>
                      <a:pt x="480893" y="81914"/>
                      <a:pt x="538521" y="217797"/>
                      <a:pt x="484764" y="327786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" name=""/>
              <p:cNvSpPr/>
              <p:nvPr/>
            </p:nvSpPr>
            <p:spPr>
              <a:xfrm>
                <a:off x="7744" y="3853702"/>
                <a:ext cx="418470" cy="526099"/>
              </a:xfrm>
              <a:custGeom>
                <a:avLst/>
                <a:gdLst>
                  <a:gd name="connsiteX0" fmla="*/ 418439 w 418437"/>
                  <a:gd name="connsiteY0" fmla="*/ 0 h 525061"/>
                  <a:gd name="connsiteX1" fmla="*/ 319875 w 418437"/>
                  <a:gd name="connsiteY1" fmla="*/ 166347 h 525061"/>
                  <a:gd name="connsiteX2" fmla="*/ 1 w 418437"/>
                  <a:gd name="connsiteY2" fmla="*/ 525062 h 52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437" h="525061">
                    <a:moveTo>
                      <a:pt x="418439" y="0"/>
                    </a:moveTo>
                    <a:cubicBezTo>
                      <a:pt x="390831" y="61499"/>
                      <a:pt x="385499" y="126934"/>
                      <a:pt x="319875" y="166347"/>
                    </a:cubicBezTo>
                    <a:cubicBezTo>
                      <a:pt x="176439" y="258183"/>
                      <a:pt x="84285" y="388481"/>
                      <a:pt x="1" y="52506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" name=""/>
              <p:cNvSpPr/>
              <p:nvPr/>
            </p:nvSpPr>
            <p:spPr>
              <a:xfrm>
                <a:off x="331388" y="3915514"/>
                <a:ext cx="79909" cy="64188"/>
              </a:xfrm>
              <a:custGeom>
                <a:avLst/>
                <a:gdLst>
                  <a:gd name="connsiteX0" fmla="*/ 53439 w 79903"/>
                  <a:gd name="connsiteY0" fmla="*/ 0 h 64061"/>
                  <a:gd name="connsiteX1" fmla="*/ 10028 w 79903"/>
                  <a:gd name="connsiteY1" fmla="*/ 16057 h 64061"/>
                  <a:gd name="connsiteX2" fmla="*/ 64 w 79903"/>
                  <a:gd name="connsiteY2" fmla="*/ 24499 h 64061"/>
                  <a:gd name="connsiteX3" fmla="*/ 22848 w 79903"/>
                  <a:gd name="connsiteY3" fmla="*/ 42396 h 64061"/>
                  <a:gd name="connsiteX4" fmla="*/ 43919 w 79903"/>
                  <a:gd name="connsiteY4" fmla="*/ 60611 h 64061"/>
                  <a:gd name="connsiteX5" fmla="*/ 59786 w 79903"/>
                  <a:gd name="connsiteY5" fmla="*/ 62007 h 64061"/>
                  <a:gd name="connsiteX6" fmla="*/ 70702 w 79903"/>
                  <a:gd name="connsiteY6" fmla="*/ 62642 h 64061"/>
                  <a:gd name="connsiteX7" fmla="*/ 73559 w 79903"/>
                  <a:gd name="connsiteY7" fmla="*/ 39984 h 64061"/>
                  <a:gd name="connsiteX8" fmla="*/ 79905 w 79903"/>
                  <a:gd name="connsiteY8" fmla="*/ 10218 h 6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903" h="64061">
                    <a:moveTo>
                      <a:pt x="53439" y="0"/>
                    </a:moveTo>
                    <a:cubicBezTo>
                      <a:pt x="38969" y="5585"/>
                      <a:pt x="24308" y="10536"/>
                      <a:pt x="10028" y="16057"/>
                    </a:cubicBezTo>
                    <a:cubicBezTo>
                      <a:pt x="6093" y="17580"/>
                      <a:pt x="698" y="19675"/>
                      <a:pt x="64" y="24499"/>
                    </a:cubicBezTo>
                    <a:cubicBezTo>
                      <a:pt x="-1206" y="34844"/>
                      <a:pt x="17200" y="35923"/>
                      <a:pt x="22848" y="42396"/>
                    </a:cubicBezTo>
                    <a:cubicBezTo>
                      <a:pt x="28497" y="48870"/>
                      <a:pt x="32495" y="57819"/>
                      <a:pt x="43919" y="60611"/>
                    </a:cubicBezTo>
                    <a:cubicBezTo>
                      <a:pt x="49631" y="61944"/>
                      <a:pt x="53884" y="60167"/>
                      <a:pt x="59786" y="62007"/>
                    </a:cubicBezTo>
                    <a:cubicBezTo>
                      <a:pt x="63975" y="63277"/>
                      <a:pt x="67021" y="65561"/>
                      <a:pt x="70702" y="62642"/>
                    </a:cubicBezTo>
                    <a:cubicBezTo>
                      <a:pt x="76732" y="57882"/>
                      <a:pt x="72797" y="46395"/>
                      <a:pt x="73559" y="39984"/>
                    </a:cubicBezTo>
                    <a:cubicBezTo>
                      <a:pt x="74891" y="28751"/>
                      <a:pt x="74637" y="19865"/>
                      <a:pt x="79905" y="10218"/>
                    </a:cubicBezTo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" name=""/>
              <p:cNvSpPr/>
              <p:nvPr/>
            </p:nvSpPr>
            <p:spPr>
              <a:xfrm>
                <a:off x="312039" y="3371332"/>
                <a:ext cx="510874" cy="571813"/>
              </a:xfrm>
              <a:custGeom>
                <a:avLst/>
                <a:gdLst>
                  <a:gd name="connsiteX0" fmla="*/ 482720 w 510834"/>
                  <a:gd name="connsiteY0" fmla="*/ 347376 h 570684"/>
                  <a:gd name="connsiteX1" fmla="*/ 69232 w 510834"/>
                  <a:gd name="connsiteY1" fmla="*/ 562085 h 570684"/>
                  <a:gd name="connsiteX2" fmla="*/ 53112 w 510834"/>
                  <a:gd name="connsiteY2" fmla="*/ 103790 h 570684"/>
                  <a:gd name="connsiteX3" fmla="*/ 380538 w 510834"/>
                  <a:gd name="connsiteY3" fmla="*/ 34738 h 570684"/>
                  <a:gd name="connsiteX4" fmla="*/ 482720 w 510834"/>
                  <a:gd name="connsiteY4" fmla="*/ 347376 h 570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834" h="570684">
                    <a:moveTo>
                      <a:pt x="482720" y="347376"/>
                    </a:moveTo>
                    <a:cubicBezTo>
                      <a:pt x="390058" y="502680"/>
                      <a:pt x="138602" y="601244"/>
                      <a:pt x="69232" y="562085"/>
                    </a:cubicBezTo>
                    <a:cubicBezTo>
                      <a:pt x="-5659" y="519626"/>
                      <a:pt x="-32315" y="232057"/>
                      <a:pt x="53112" y="103790"/>
                    </a:cubicBezTo>
                    <a:cubicBezTo>
                      <a:pt x="121212" y="1862"/>
                      <a:pt x="261918" y="-32537"/>
                      <a:pt x="380538" y="34738"/>
                    </a:cubicBezTo>
                    <a:cubicBezTo>
                      <a:pt x="499157" y="102013"/>
                      <a:pt x="545679" y="242212"/>
                      <a:pt x="482720" y="347376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" name=""/>
              <p:cNvSpPr/>
              <p:nvPr/>
            </p:nvSpPr>
            <p:spPr>
              <a:xfrm>
                <a:off x="1962615" y="955413"/>
                <a:ext cx="300285" cy="415894"/>
              </a:xfrm>
              <a:custGeom>
                <a:avLst/>
                <a:gdLst>
                  <a:gd name="connsiteX0" fmla="*/ 300263 w 300262"/>
                  <a:gd name="connsiteY0" fmla="*/ 0 h 415073"/>
                  <a:gd name="connsiteX1" fmla="*/ 263453 w 300262"/>
                  <a:gd name="connsiteY1" fmla="*/ 75779 h 415073"/>
                  <a:gd name="connsiteX2" fmla="*/ 92092 w 300262"/>
                  <a:gd name="connsiteY2" fmla="*/ 334153 h 415073"/>
                  <a:gd name="connsiteX3" fmla="*/ 1 w 300262"/>
                  <a:gd name="connsiteY3" fmla="*/ 415074 h 415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262" h="415073">
                    <a:moveTo>
                      <a:pt x="300263" y="0"/>
                    </a:moveTo>
                    <a:cubicBezTo>
                      <a:pt x="290490" y="27735"/>
                      <a:pt x="290553" y="56359"/>
                      <a:pt x="263453" y="75779"/>
                    </a:cubicBezTo>
                    <a:cubicBezTo>
                      <a:pt x="176059" y="142610"/>
                      <a:pt x="140644" y="241873"/>
                      <a:pt x="92092" y="334153"/>
                    </a:cubicBezTo>
                    <a:cubicBezTo>
                      <a:pt x="72036" y="369060"/>
                      <a:pt x="34972" y="391654"/>
                      <a:pt x="1" y="415074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" name=""/>
              <p:cNvSpPr/>
              <p:nvPr/>
            </p:nvSpPr>
            <p:spPr>
              <a:xfrm>
                <a:off x="2224881" y="983839"/>
                <a:ext cx="34211" cy="27423"/>
              </a:xfrm>
              <a:custGeom>
                <a:avLst/>
                <a:gdLst>
                  <a:gd name="connsiteX0" fmla="*/ 22278 w 34208"/>
                  <a:gd name="connsiteY0" fmla="*/ 0 h 27369"/>
                  <a:gd name="connsiteX1" fmla="*/ 4000 w 34208"/>
                  <a:gd name="connsiteY1" fmla="*/ 8568 h 27369"/>
                  <a:gd name="connsiteX2" fmla="*/ 1 w 34208"/>
                  <a:gd name="connsiteY2" fmla="*/ 12566 h 27369"/>
                  <a:gd name="connsiteX3" fmla="*/ 10537 w 34208"/>
                  <a:gd name="connsiteY3" fmla="*/ 19548 h 27369"/>
                  <a:gd name="connsiteX4" fmla="*/ 20311 w 34208"/>
                  <a:gd name="connsiteY4" fmla="*/ 26656 h 27369"/>
                  <a:gd name="connsiteX5" fmla="*/ 27292 w 34208"/>
                  <a:gd name="connsiteY5" fmla="*/ 26656 h 27369"/>
                  <a:gd name="connsiteX6" fmla="*/ 32052 w 34208"/>
                  <a:gd name="connsiteY6" fmla="*/ 26656 h 27369"/>
                  <a:gd name="connsiteX7" fmla="*/ 32433 w 34208"/>
                  <a:gd name="connsiteY7" fmla="*/ 16692 h 27369"/>
                  <a:gd name="connsiteX8" fmla="*/ 34210 w 34208"/>
                  <a:gd name="connsiteY8" fmla="*/ 3554 h 2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08" h="27369">
                    <a:moveTo>
                      <a:pt x="22278" y="0"/>
                    </a:moveTo>
                    <a:cubicBezTo>
                      <a:pt x="15931" y="2919"/>
                      <a:pt x="10029" y="5649"/>
                      <a:pt x="4000" y="8568"/>
                    </a:cubicBezTo>
                    <a:cubicBezTo>
                      <a:pt x="2349" y="9393"/>
                      <a:pt x="65" y="10472"/>
                      <a:pt x="1" y="12566"/>
                    </a:cubicBezTo>
                    <a:cubicBezTo>
                      <a:pt x="1" y="17136"/>
                      <a:pt x="7808" y="16946"/>
                      <a:pt x="10537" y="19548"/>
                    </a:cubicBezTo>
                    <a:cubicBezTo>
                      <a:pt x="13266" y="22150"/>
                      <a:pt x="15297" y="25894"/>
                      <a:pt x="20311" y="26656"/>
                    </a:cubicBezTo>
                    <a:cubicBezTo>
                      <a:pt x="22849" y="27037"/>
                      <a:pt x="24626" y="26085"/>
                      <a:pt x="27292" y="26656"/>
                    </a:cubicBezTo>
                    <a:cubicBezTo>
                      <a:pt x="29958" y="27227"/>
                      <a:pt x="30529" y="27925"/>
                      <a:pt x="32052" y="26656"/>
                    </a:cubicBezTo>
                    <a:cubicBezTo>
                      <a:pt x="33575" y="25387"/>
                      <a:pt x="32369" y="19484"/>
                      <a:pt x="32433" y="16692"/>
                    </a:cubicBezTo>
                    <a:cubicBezTo>
                      <a:pt x="32078" y="12236"/>
                      <a:pt x="32687" y="7756"/>
                      <a:pt x="34210" y="3554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269676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" name=""/>
              <p:cNvSpPr/>
              <p:nvPr/>
            </p:nvSpPr>
            <p:spPr>
              <a:xfrm>
                <a:off x="2206864" y="740885"/>
                <a:ext cx="220043" cy="253990"/>
              </a:xfrm>
              <a:custGeom>
                <a:avLst/>
                <a:gdLst>
                  <a:gd name="connsiteX0" fmla="*/ 211275 w 220026"/>
                  <a:gd name="connsiteY0" fmla="*/ 142767 h 253489"/>
                  <a:gd name="connsiteX1" fmla="*/ 39533 w 220026"/>
                  <a:gd name="connsiteY1" fmla="*/ 251042 h 253489"/>
                  <a:gd name="connsiteX2" fmla="*/ 15924 w 220026"/>
                  <a:gd name="connsiteY2" fmla="*/ 52644 h 253489"/>
                  <a:gd name="connsiteX3" fmla="*/ 155551 w 220026"/>
                  <a:gd name="connsiteY3" fmla="*/ 10756 h 253489"/>
                  <a:gd name="connsiteX4" fmla="*/ 211275 w 220026"/>
                  <a:gd name="connsiteY4" fmla="*/ 142767 h 253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026" h="253489">
                    <a:moveTo>
                      <a:pt x="211275" y="142767"/>
                    </a:moveTo>
                    <a:cubicBezTo>
                      <a:pt x="176685" y="213596"/>
                      <a:pt x="71076" y="265576"/>
                      <a:pt x="39533" y="251042"/>
                    </a:cubicBezTo>
                    <a:cubicBezTo>
                      <a:pt x="5515" y="235302"/>
                      <a:pt x="-16635" y="111415"/>
                      <a:pt x="15924" y="52644"/>
                    </a:cubicBezTo>
                    <a:cubicBezTo>
                      <a:pt x="41755" y="5932"/>
                      <a:pt x="101667" y="-14123"/>
                      <a:pt x="155551" y="10756"/>
                    </a:cubicBezTo>
                    <a:cubicBezTo>
                      <a:pt x="209434" y="35635"/>
                      <a:pt x="234694" y="94659"/>
                      <a:pt x="211275" y="142767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" name=""/>
              <p:cNvSpPr/>
              <p:nvPr/>
            </p:nvSpPr>
            <p:spPr>
              <a:xfrm>
                <a:off x="8314770" y="2138105"/>
                <a:ext cx="99700" cy="700026"/>
              </a:xfrm>
              <a:custGeom>
                <a:avLst/>
                <a:gdLst>
                  <a:gd name="connsiteX0" fmla="*/ 99694 w 99692"/>
                  <a:gd name="connsiteY0" fmla="*/ 0 h 698644"/>
                  <a:gd name="connsiteX1" fmla="*/ 67390 w 99692"/>
                  <a:gd name="connsiteY1" fmla="*/ 111004 h 698644"/>
                  <a:gd name="connsiteX2" fmla="*/ 3923 w 99692"/>
                  <a:gd name="connsiteY2" fmla="*/ 531663 h 698644"/>
                  <a:gd name="connsiteX3" fmla="*/ 22963 w 99692"/>
                  <a:gd name="connsiteY3" fmla="*/ 698644 h 698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92" h="698644">
                    <a:moveTo>
                      <a:pt x="99694" y="0"/>
                    </a:moveTo>
                    <a:cubicBezTo>
                      <a:pt x="84145" y="37192"/>
                      <a:pt x="57743" y="66323"/>
                      <a:pt x="67390" y="111004"/>
                    </a:cubicBezTo>
                    <a:cubicBezTo>
                      <a:pt x="94807" y="259389"/>
                      <a:pt x="39528" y="392987"/>
                      <a:pt x="3923" y="531663"/>
                    </a:cubicBezTo>
                    <a:cubicBezTo>
                      <a:pt x="-7819" y="585609"/>
                      <a:pt x="9254" y="642793"/>
                      <a:pt x="22963" y="698644"/>
                    </a:cubicBezTo>
                  </a:path>
                </a:pathLst>
              </a:custGeom>
              <a:noFill/>
              <a:ln w="2919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" name=""/>
              <p:cNvSpPr/>
              <p:nvPr/>
            </p:nvSpPr>
            <p:spPr>
              <a:xfrm>
                <a:off x="8369961" y="2173907"/>
                <a:ext cx="46465" cy="42469"/>
              </a:xfrm>
              <a:custGeom>
                <a:avLst/>
                <a:gdLst>
                  <a:gd name="connsiteX0" fmla="*/ 34416 w 46461"/>
                  <a:gd name="connsiteY0" fmla="*/ 7616 h 42385"/>
                  <a:gd name="connsiteX1" fmla="*/ 45142 w 46461"/>
                  <a:gd name="connsiteY1" fmla="*/ 33003 h 42385"/>
                  <a:gd name="connsiteX2" fmla="*/ 45523 w 46461"/>
                  <a:gd name="connsiteY2" fmla="*/ 40809 h 42385"/>
                  <a:gd name="connsiteX3" fmla="*/ 28450 w 46461"/>
                  <a:gd name="connsiteY3" fmla="*/ 38144 h 42385"/>
                  <a:gd name="connsiteX4" fmla="*/ 11885 w 46461"/>
                  <a:gd name="connsiteY4" fmla="*/ 36366 h 42385"/>
                  <a:gd name="connsiteX5" fmla="*/ 4777 w 46461"/>
                  <a:gd name="connsiteY5" fmla="*/ 30020 h 42385"/>
                  <a:gd name="connsiteX6" fmla="*/ 17 w 46461"/>
                  <a:gd name="connsiteY6" fmla="*/ 25514 h 42385"/>
                  <a:gd name="connsiteX7" fmla="*/ 8775 w 46461"/>
                  <a:gd name="connsiteY7" fmla="*/ 15042 h 42385"/>
                  <a:gd name="connsiteX8" fmla="*/ 19057 w 46461"/>
                  <a:gd name="connsiteY8" fmla="*/ 0 h 4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61" h="42385">
                    <a:moveTo>
                      <a:pt x="34416" y="7616"/>
                    </a:moveTo>
                    <a:cubicBezTo>
                      <a:pt x="37906" y="16184"/>
                      <a:pt x="41715" y="24625"/>
                      <a:pt x="45142" y="33003"/>
                    </a:cubicBezTo>
                    <a:cubicBezTo>
                      <a:pt x="46094" y="35351"/>
                      <a:pt x="47364" y="38524"/>
                      <a:pt x="45523" y="40809"/>
                    </a:cubicBezTo>
                    <a:cubicBezTo>
                      <a:pt x="41524" y="45569"/>
                      <a:pt x="33527" y="38017"/>
                      <a:pt x="28450" y="38144"/>
                    </a:cubicBezTo>
                    <a:cubicBezTo>
                      <a:pt x="23373" y="38271"/>
                      <a:pt x="17724" y="40238"/>
                      <a:pt x="11885" y="36366"/>
                    </a:cubicBezTo>
                    <a:cubicBezTo>
                      <a:pt x="8966" y="34463"/>
                      <a:pt x="7950" y="31860"/>
                      <a:pt x="4777" y="30020"/>
                    </a:cubicBezTo>
                    <a:cubicBezTo>
                      <a:pt x="1603" y="28179"/>
                      <a:pt x="271" y="28306"/>
                      <a:pt x="17" y="25514"/>
                    </a:cubicBezTo>
                    <a:cubicBezTo>
                      <a:pt x="-364" y="20944"/>
                      <a:pt x="6363" y="17961"/>
                      <a:pt x="8775" y="15042"/>
                    </a:cubicBezTo>
                    <a:cubicBezTo>
                      <a:pt x="13218" y="10815"/>
                      <a:pt x="16709" y="5687"/>
                      <a:pt x="19057" y="0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" name=""/>
              <p:cNvSpPr/>
              <p:nvPr/>
            </p:nvSpPr>
            <p:spPr>
              <a:xfrm>
                <a:off x="8314504" y="1831005"/>
                <a:ext cx="293517" cy="361254"/>
              </a:xfrm>
              <a:custGeom>
                <a:avLst/>
                <a:gdLst>
                  <a:gd name="connsiteX0" fmla="*/ 8060 w 293494"/>
                  <a:gd name="connsiteY0" fmla="*/ 90834 h 360541"/>
                  <a:gd name="connsiteX1" fmla="*/ 83269 w 293494"/>
                  <a:gd name="connsiteY1" fmla="*/ 359045 h 360541"/>
                  <a:gd name="connsiteX2" fmla="*/ 289917 w 293494"/>
                  <a:gd name="connsiteY2" fmla="*/ 178862 h 360541"/>
                  <a:gd name="connsiteX3" fmla="*/ 186275 w 293494"/>
                  <a:gd name="connsiteY3" fmla="*/ 7502 h 360541"/>
                  <a:gd name="connsiteX4" fmla="*/ 8060 w 293494"/>
                  <a:gd name="connsiteY4" fmla="*/ 90834 h 360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494" h="360541">
                    <a:moveTo>
                      <a:pt x="8060" y="90834"/>
                    </a:moveTo>
                    <a:cubicBezTo>
                      <a:pt x="-21832" y="194729"/>
                      <a:pt x="37763" y="344701"/>
                      <a:pt x="83269" y="359045"/>
                    </a:cubicBezTo>
                    <a:cubicBezTo>
                      <a:pt x="132392" y="374404"/>
                      <a:pt x="268973" y="268541"/>
                      <a:pt x="289917" y="178862"/>
                    </a:cubicBezTo>
                    <a:cubicBezTo>
                      <a:pt x="306546" y="107526"/>
                      <a:pt x="264086" y="32000"/>
                      <a:pt x="186275" y="7502"/>
                    </a:cubicBezTo>
                    <a:cubicBezTo>
                      <a:pt x="108465" y="-16997"/>
                      <a:pt x="28053" y="20512"/>
                      <a:pt x="8060" y="90834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" name=""/>
              <p:cNvSpPr/>
              <p:nvPr/>
            </p:nvSpPr>
            <p:spPr>
              <a:xfrm>
                <a:off x="10111519" y="1596488"/>
                <a:ext cx="530751" cy="465560"/>
              </a:xfrm>
              <a:custGeom>
                <a:avLst/>
                <a:gdLst>
                  <a:gd name="connsiteX0" fmla="*/ 530712 w 530710"/>
                  <a:gd name="connsiteY0" fmla="*/ 0 h 464641"/>
                  <a:gd name="connsiteX1" fmla="*/ 462866 w 530710"/>
                  <a:gd name="connsiteY1" fmla="*/ 93804 h 464641"/>
                  <a:gd name="connsiteX2" fmla="*/ 219978 w 530710"/>
                  <a:gd name="connsiteY2" fmla="*/ 249108 h 464641"/>
                  <a:gd name="connsiteX3" fmla="*/ 177138 w 530710"/>
                  <a:gd name="connsiteY3" fmla="*/ 391210 h 464641"/>
                  <a:gd name="connsiteX4" fmla="*/ 1 w 530710"/>
                  <a:gd name="connsiteY4" fmla="*/ 464642 h 464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710" h="464641">
                    <a:moveTo>
                      <a:pt x="530712" y="0"/>
                    </a:moveTo>
                    <a:cubicBezTo>
                      <a:pt x="513449" y="34799"/>
                      <a:pt x="490474" y="66494"/>
                      <a:pt x="462866" y="93804"/>
                    </a:cubicBezTo>
                    <a:cubicBezTo>
                      <a:pt x="365698" y="189004"/>
                      <a:pt x="271195" y="165141"/>
                      <a:pt x="219978" y="249108"/>
                    </a:cubicBezTo>
                    <a:cubicBezTo>
                      <a:pt x="184944" y="306228"/>
                      <a:pt x="215345" y="339866"/>
                      <a:pt x="177138" y="391210"/>
                    </a:cubicBezTo>
                    <a:cubicBezTo>
                      <a:pt x="135503" y="447188"/>
                      <a:pt x="59216" y="461532"/>
                      <a:pt x="1" y="46464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6" name=""/>
              <p:cNvSpPr/>
              <p:nvPr/>
            </p:nvSpPr>
            <p:spPr>
              <a:xfrm>
                <a:off x="10579428" y="1622052"/>
                <a:ext cx="40183" cy="48067"/>
              </a:xfrm>
              <a:custGeom>
                <a:avLst/>
                <a:gdLst>
                  <a:gd name="connsiteX0" fmla="*/ 38723 w 40180"/>
                  <a:gd name="connsiteY0" fmla="*/ 12249 h 47972"/>
                  <a:gd name="connsiteX1" fmla="*/ 40182 w 40180"/>
                  <a:gd name="connsiteY1" fmla="*/ 39857 h 47972"/>
                  <a:gd name="connsiteX2" fmla="*/ 37961 w 40180"/>
                  <a:gd name="connsiteY2" fmla="*/ 47346 h 47972"/>
                  <a:gd name="connsiteX3" fmla="*/ 22729 w 40180"/>
                  <a:gd name="connsiteY3" fmla="*/ 39096 h 47972"/>
                  <a:gd name="connsiteX4" fmla="*/ 7687 w 40180"/>
                  <a:gd name="connsiteY4" fmla="*/ 31860 h 47972"/>
                  <a:gd name="connsiteX5" fmla="*/ 3118 w 40180"/>
                  <a:gd name="connsiteY5" fmla="*/ 23483 h 47972"/>
                  <a:gd name="connsiteX6" fmla="*/ 198 w 40180"/>
                  <a:gd name="connsiteY6" fmla="*/ 17644 h 47972"/>
                  <a:gd name="connsiteX7" fmla="*/ 11939 w 40180"/>
                  <a:gd name="connsiteY7" fmla="*/ 10662 h 47972"/>
                  <a:gd name="connsiteX8" fmla="*/ 26727 w 40180"/>
                  <a:gd name="connsiteY8" fmla="*/ 0 h 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0" h="47972">
                    <a:moveTo>
                      <a:pt x="38723" y="12249"/>
                    </a:moveTo>
                    <a:cubicBezTo>
                      <a:pt x="39103" y="21452"/>
                      <a:pt x="39801" y="30718"/>
                      <a:pt x="40182" y="39857"/>
                    </a:cubicBezTo>
                    <a:cubicBezTo>
                      <a:pt x="40182" y="42396"/>
                      <a:pt x="40182" y="45886"/>
                      <a:pt x="37961" y="47346"/>
                    </a:cubicBezTo>
                    <a:cubicBezTo>
                      <a:pt x="32566" y="50520"/>
                      <a:pt x="27616" y="40682"/>
                      <a:pt x="22729" y="39096"/>
                    </a:cubicBezTo>
                    <a:cubicBezTo>
                      <a:pt x="17842" y="37509"/>
                      <a:pt x="11939" y="37509"/>
                      <a:pt x="7687" y="31860"/>
                    </a:cubicBezTo>
                    <a:cubicBezTo>
                      <a:pt x="5592" y="29068"/>
                      <a:pt x="5529" y="26275"/>
                      <a:pt x="3118" y="23483"/>
                    </a:cubicBezTo>
                    <a:cubicBezTo>
                      <a:pt x="706" y="20690"/>
                      <a:pt x="-500" y="20373"/>
                      <a:pt x="198" y="17644"/>
                    </a:cubicBezTo>
                    <a:cubicBezTo>
                      <a:pt x="1404" y="13201"/>
                      <a:pt x="8639" y="12630"/>
                      <a:pt x="11939" y="10662"/>
                    </a:cubicBezTo>
                    <a:cubicBezTo>
                      <a:pt x="17588" y="8238"/>
                      <a:pt x="22665" y="4595"/>
                      <a:pt x="26727" y="0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7" name=""/>
              <p:cNvSpPr/>
              <p:nvPr/>
            </p:nvSpPr>
            <p:spPr>
              <a:xfrm>
                <a:off x="10579958" y="1311103"/>
                <a:ext cx="306298" cy="338211"/>
              </a:xfrm>
              <a:custGeom>
                <a:avLst/>
                <a:gdLst>
                  <a:gd name="connsiteX0" fmla="*/ 47903 w 306274"/>
                  <a:gd name="connsiteY0" fmla="*/ 50502 h 337544"/>
                  <a:gd name="connsiteX1" fmla="*/ 28862 w 306274"/>
                  <a:gd name="connsiteY1" fmla="*/ 328614 h 337544"/>
                  <a:gd name="connsiteX2" fmla="*/ 284317 w 306274"/>
                  <a:gd name="connsiteY2" fmla="*/ 228336 h 337544"/>
                  <a:gd name="connsiteX3" fmla="*/ 244206 w 306274"/>
                  <a:gd name="connsiteY3" fmla="*/ 32096 h 337544"/>
                  <a:gd name="connsiteX4" fmla="*/ 47903 w 306274"/>
                  <a:gd name="connsiteY4" fmla="*/ 50502 h 33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274" h="337544">
                    <a:moveTo>
                      <a:pt x="47903" y="50502"/>
                    </a:moveTo>
                    <a:cubicBezTo>
                      <a:pt x="-15564" y="138340"/>
                      <a:pt x="-9598" y="299927"/>
                      <a:pt x="28862" y="328614"/>
                    </a:cubicBezTo>
                    <a:cubicBezTo>
                      <a:pt x="69990" y="359649"/>
                      <a:pt x="234368" y="305829"/>
                      <a:pt x="284317" y="228336"/>
                    </a:cubicBezTo>
                    <a:cubicBezTo>
                      <a:pt x="324047" y="166646"/>
                      <a:pt x="309387" y="81156"/>
                      <a:pt x="244206" y="32096"/>
                    </a:cubicBezTo>
                    <a:cubicBezTo>
                      <a:pt x="179025" y="-16964"/>
                      <a:pt x="90679" y="-8967"/>
                      <a:pt x="47903" y="50502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8" name=""/>
              <p:cNvSpPr/>
              <p:nvPr/>
            </p:nvSpPr>
            <p:spPr>
              <a:xfrm>
                <a:off x="10291968" y="766860"/>
                <a:ext cx="85307" cy="507722"/>
              </a:xfrm>
              <a:custGeom>
                <a:avLst/>
                <a:gdLst>
                  <a:gd name="connsiteX0" fmla="*/ 9205 w 85300"/>
                  <a:gd name="connsiteY0" fmla="*/ 0 h 506720"/>
                  <a:gd name="connsiteX1" fmla="*/ 7111 w 85300"/>
                  <a:gd name="connsiteY1" fmla="*/ 84221 h 506720"/>
                  <a:gd name="connsiteX2" fmla="*/ 40875 w 85300"/>
                  <a:gd name="connsiteY2" fmla="*/ 392480 h 506720"/>
                  <a:gd name="connsiteX3" fmla="*/ 85302 w 85300"/>
                  <a:gd name="connsiteY3" fmla="*/ 506720 h 50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00" h="506720">
                    <a:moveTo>
                      <a:pt x="9205" y="0"/>
                    </a:moveTo>
                    <a:cubicBezTo>
                      <a:pt x="5143" y="29131"/>
                      <a:pt x="-8058" y="54582"/>
                      <a:pt x="7111" y="84221"/>
                    </a:cubicBezTo>
                    <a:cubicBezTo>
                      <a:pt x="54077" y="183737"/>
                      <a:pt x="39987" y="288140"/>
                      <a:pt x="40875" y="392480"/>
                    </a:cubicBezTo>
                    <a:cubicBezTo>
                      <a:pt x="42652" y="432654"/>
                      <a:pt x="65310" y="469719"/>
                      <a:pt x="85302" y="506720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9" name=""/>
              <p:cNvSpPr/>
              <p:nvPr/>
            </p:nvSpPr>
            <p:spPr>
              <a:xfrm>
                <a:off x="10280729" y="796749"/>
                <a:ext cx="35691" cy="27815"/>
              </a:xfrm>
              <a:custGeom>
                <a:avLst/>
                <a:gdLst>
                  <a:gd name="connsiteX0" fmla="*/ 21397 w 35688"/>
                  <a:gd name="connsiteY0" fmla="*/ 2602 h 27760"/>
                  <a:gd name="connsiteX1" fmla="*/ 33646 w 35688"/>
                  <a:gd name="connsiteY1" fmla="*/ 18596 h 27760"/>
                  <a:gd name="connsiteX2" fmla="*/ 35423 w 35688"/>
                  <a:gd name="connsiteY2" fmla="*/ 23991 h 27760"/>
                  <a:gd name="connsiteX3" fmla="*/ 22729 w 35688"/>
                  <a:gd name="connsiteY3" fmla="*/ 25323 h 27760"/>
                  <a:gd name="connsiteX4" fmla="*/ 10734 w 35688"/>
                  <a:gd name="connsiteY4" fmla="*/ 27164 h 27760"/>
                  <a:gd name="connsiteX5" fmla="*/ 4387 w 35688"/>
                  <a:gd name="connsiteY5" fmla="*/ 23991 h 27760"/>
                  <a:gd name="connsiteX6" fmla="*/ 199 w 35688"/>
                  <a:gd name="connsiteY6" fmla="*/ 21706 h 27760"/>
                  <a:gd name="connsiteX7" fmla="*/ 4387 w 35688"/>
                  <a:gd name="connsiteY7" fmla="*/ 12693 h 27760"/>
                  <a:gd name="connsiteX8" fmla="*/ 8831 w 35688"/>
                  <a:gd name="connsiteY8" fmla="*/ 0 h 27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688" h="27760">
                    <a:moveTo>
                      <a:pt x="21397" y="2602"/>
                    </a:moveTo>
                    <a:cubicBezTo>
                      <a:pt x="25395" y="7997"/>
                      <a:pt x="29711" y="13265"/>
                      <a:pt x="33646" y="18596"/>
                    </a:cubicBezTo>
                    <a:cubicBezTo>
                      <a:pt x="34788" y="20056"/>
                      <a:pt x="36311" y="22087"/>
                      <a:pt x="35423" y="23991"/>
                    </a:cubicBezTo>
                    <a:cubicBezTo>
                      <a:pt x="33519" y="28116"/>
                      <a:pt x="26411" y="23991"/>
                      <a:pt x="22729" y="25323"/>
                    </a:cubicBezTo>
                    <a:cubicBezTo>
                      <a:pt x="19049" y="26656"/>
                      <a:pt x="15621" y="28814"/>
                      <a:pt x="10734" y="27164"/>
                    </a:cubicBezTo>
                    <a:cubicBezTo>
                      <a:pt x="8322" y="26339"/>
                      <a:pt x="7180" y="24689"/>
                      <a:pt x="4387" y="23991"/>
                    </a:cubicBezTo>
                    <a:cubicBezTo>
                      <a:pt x="1595" y="23292"/>
                      <a:pt x="897" y="23991"/>
                      <a:pt x="199" y="21706"/>
                    </a:cubicBezTo>
                    <a:cubicBezTo>
                      <a:pt x="-944" y="18596"/>
                      <a:pt x="3182" y="15359"/>
                      <a:pt x="4387" y="12693"/>
                    </a:cubicBezTo>
                    <a:cubicBezTo>
                      <a:pt x="6799" y="8841"/>
                      <a:pt x="8322" y="4506"/>
                      <a:pt x="8831" y="0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1180412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0" name=""/>
              <p:cNvSpPr/>
              <p:nvPr/>
            </p:nvSpPr>
            <p:spPr>
              <a:xfrm>
                <a:off x="10195968" y="539507"/>
                <a:ext cx="215047" cy="267691"/>
              </a:xfrm>
              <a:custGeom>
                <a:avLst/>
                <a:gdLst>
                  <a:gd name="connsiteX0" fmla="*/ 34 w 215030"/>
                  <a:gd name="connsiteY0" fmla="*/ 92165 h 267163"/>
                  <a:gd name="connsiteX1" fmla="*/ 102978 w 215030"/>
                  <a:gd name="connsiteY1" fmla="*/ 267143 h 267163"/>
                  <a:gd name="connsiteX2" fmla="*/ 214997 w 215030"/>
                  <a:gd name="connsiteY2" fmla="*/ 101685 h 267163"/>
                  <a:gd name="connsiteX3" fmla="*/ 110086 w 215030"/>
                  <a:gd name="connsiteY3" fmla="*/ 138 h 267163"/>
                  <a:gd name="connsiteX4" fmla="*/ 34 w 215030"/>
                  <a:gd name="connsiteY4" fmla="*/ 92165 h 267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030" h="267163">
                    <a:moveTo>
                      <a:pt x="34" y="92165"/>
                    </a:moveTo>
                    <a:cubicBezTo>
                      <a:pt x="-1743" y="170928"/>
                      <a:pt x="68261" y="265557"/>
                      <a:pt x="102978" y="267143"/>
                    </a:cubicBezTo>
                    <a:cubicBezTo>
                      <a:pt x="140423" y="268794"/>
                      <a:pt x="216900" y="168770"/>
                      <a:pt x="214997" y="101685"/>
                    </a:cubicBezTo>
                    <a:cubicBezTo>
                      <a:pt x="213410" y="48309"/>
                      <a:pt x="169427" y="2994"/>
                      <a:pt x="110086" y="138"/>
                    </a:cubicBezTo>
                    <a:cubicBezTo>
                      <a:pt x="50744" y="-2718"/>
                      <a:pt x="1176" y="39107"/>
                      <a:pt x="34" y="92165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1" name=""/>
              <p:cNvSpPr/>
              <p:nvPr/>
            </p:nvSpPr>
            <p:spPr>
              <a:xfrm>
                <a:off x="11458076" y="4053573"/>
                <a:ext cx="515201" cy="667212"/>
              </a:xfrm>
              <a:custGeom>
                <a:avLst/>
                <a:gdLst>
                  <a:gd name="connsiteX0" fmla="*/ 1 w 515161"/>
                  <a:gd name="connsiteY0" fmla="*/ 665895 h 665895"/>
                  <a:gd name="connsiteX1" fmla="*/ 515163 w 515161"/>
                  <a:gd name="connsiteY1" fmla="*/ 515098 h 665895"/>
                  <a:gd name="connsiteX2" fmla="*/ 364365 w 515161"/>
                  <a:gd name="connsiteY2" fmla="*/ 0 h 665895"/>
                  <a:gd name="connsiteX3" fmla="*/ 216614 w 515161"/>
                  <a:gd name="connsiteY3" fmla="*/ 491679 h 665895"/>
                  <a:gd name="connsiteX4" fmla="*/ 334408 w 515161"/>
                  <a:gd name="connsiteY4" fmla="*/ 276526 h 665895"/>
                  <a:gd name="connsiteX5" fmla="*/ 383215 w 515161"/>
                  <a:gd name="connsiteY5" fmla="*/ 443126 h 665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161" h="665895">
                    <a:moveTo>
                      <a:pt x="1" y="665895"/>
                    </a:moveTo>
                    <a:lnTo>
                      <a:pt x="515163" y="515098"/>
                    </a:lnTo>
                    <a:lnTo>
                      <a:pt x="364365" y="0"/>
                    </a:lnTo>
                    <a:close/>
                    <a:moveTo>
                      <a:pt x="216614" y="491679"/>
                    </a:moveTo>
                    <a:lnTo>
                      <a:pt x="334408" y="276526"/>
                    </a:lnTo>
                    <a:lnTo>
                      <a:pt x="383215" y="443126"/>
                    </a:lnTo>
                    <a:close/>
                  </a:path>
                </a:pathLst>
              </a:custGeom>
              <a:solidFill>
                <a:srgbClr val="FB9D3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2" name=""/>
              <p:cNvSpPr/>
              <p:nvPr/>
            </p:nvSpPr>
            <p:spPr>
              <a:xfrm>
                <a:off x="1535133" y="4540990"/>
                <a:ext cx="2263967" cy="1014960"/>
              </a:xfrm>
              <a:custGeom>
                <a:avLst/>
                <a:gdLst>
                  <a:gd name="connsiteX0" fmla="*/ 618486 w 2263790"/>
                  <a:gd name="connsiteY0" fmla="*/ 602891 h 1012957"/>
                  <a:gd name="connsiteX1" fmla="*/ 504246 w 2263790"/>
                  <a:gd name="connsiteY1" fmla="*/ 507310 h 1012957"/>
                  <a:gd name="connsiteX2" fmla="*/ 330600 w 2263790"/>
                  <a:gd name="connsiteY2" fmla="*/ 311832 h 1012957"/>
                  <a:gd name="connsiteX3" fmla="*/ 28434 w 2263790"/>
                  <a:gd name="connsiteY3" fmla="*/ 60249 h 1012957"/>
                  <a:gd name="connsiteX4" fmla="*/ 1143 w 2263790"/>
                  <a:gd name="connsiteY4" fmla="*/ 3954 h 1012957"/>
                  <a:gd name="connsiteX5" fmla="*/ 44364 w 2263790"/>
                  <a:gd name="connsiteY5" fmla="*/ 2811 h 1012957"/>
                  <a:gd name="connsiteX6" fmla="*/ 485015 w 2263790"/>
                  <a:gd name="connsiteY6" fmla="*/ 91094 h 1012957"/>
                  <a:gd name="connsiteX7" fmla="*/ 825071 w 2263790"/>
                  <a:gd name="connsiteY7" fmla="*/ 175505 h 1012957"/>
                  <a:gd name="connsiteX8" fmla="*/ 1150149 w 2263790"/>
                  <a:gd name="connsiteY8" fmla="*/ 292538 h 1012957"/>
                  <a:gd name="connsiteX9" fmla="*/ 1770094 w 2263790"/>
                  <a:gd name="connsiteY9" fmla="*/ 535426 h 1012957"/>
                  <a:gd name="connsiteX10" fmla="*/ 2171840 w 2263790"/>
                  <a:gd name="connsiteY10" fmla="*/ 697203 h 1012957"/>
                  <a:gd name="connsiteX11" fmla="*/ 2239178 w 2263790"/>
                  <a:gd name="connsiteY11" fmla="*/ 823502 h 1012957"/>
                  <a:gd name="connsiteX12" fmla="*/ 2237909 w 2263790"/>
                  <a:gd name="connsiteY12" fmla="*/ 1000829 h 1012957"/>
                  <a:gd name="connsiteX13" fmla="*/ 1992228 w 2263790"/>
                  <a:gd name="connsiteY13" fmla="*/ 972523 h 1012957"/>
                  <a:gd name="connsiteX14" fmla="*/ 1652172 w 2263790"/>
                  <a:gd name="connsiteY14" fmla="*/ 870975 h 1012957"/>
                  <a:gd name="connsiteX15" fmla="*/ 1390498 w 2263790"/>
                  <a:gd name="connsiteY15" fmla="*/ 810809 h 1012957"/>
                  <a:gd name="connsiteX16" fmla="*/ 1069355 w 2263790"/>
                  <a:gd name="connsiteY16" fmla="*/ 714720 h 1012957"/>
                  <a:gd name="connsiteX17" fmla="*/ 736915 w 2263790"/>
                  <a:gd name="connsiteY17" fmla="*/ 632657 h 1012957"/>
                  <a:gd name="connsiteX18" fmla="*/ 618486 w 2263790"/>
                  <a:gd name="connsiteY18" fmla="*/ 602891 h 101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63790" h="1012957">
                    <a:moveTo>
                      <a:pt x="618486" y="602891"/>
                    </a:moveTo>
                    <a:cubicBezTo>
                      <a:pt x="579200" y="627897"/>
                      <a:pt x="525571" y="530666"/>
                      <a:pt x="504246" y="507310"/>
                    </a:cubicBezTo>
                    <a:cubicBezTo>
                      <a:pt x="445983" y="442954"/>
                      <a:pt x="388736" y="376568"/>
                      <a:pt x="330600" y="311832"/>
                    </a:cubicBezTo>
                    <a:cubicBezTo>
                      <a:pt x="240413" y="211364"/>
                      <a:pt x="141342" y="125683"/>
                      <a:pt x="28434" y="60249"/>
                    </a:cubicBezTo>
                    <a:cubicBezTo>
                      <a:pt x="3047" y="45651"/>
                      <a:pt x="-2855" y="14553"/>
                      <a:pt x="1143" y="3954"/>
                    </a:cubicBezTo>
                    <a:cubicBezTo>
                      <a:pt x="4697" y="-5376"/>
                      <a:pt x="14725" y="5032"/>
                      <a:pt x="44364" y="2811"/>
                    </a:cubicBezTo>
                    <a:cubicBezTo>
                      <a:pt x="187799" y="-7724"/>
                      <a:pt x="346721" y="61518"/>
                      <a:pt x="485015" y="91094"/>
                    </a:cubicBezTo>
                    <a:cubicBezTo>
                      <a:pt x="599256" y="115529"/>
                      <a:pt x="713877" y="138884"/>
                      <a:pt x="825071" y="175505"/>
                    </a:cubicBezTo>
                    <a:cubicBezTo>
                      <a:pt x="934424" y="211491"/>
                      <a:pt x="1040859" y="255283"/>
                      <a:pt x="1150149" y="292538"/>
                    </a:cubicBezTo>
                    <a:cubicBezTo>
                      <a:pt x="1360034" y="364255"/>
                      <a:pt x="1561224" y="460979"/>
                      <a:pt x="1770094" y="535426"/>
                    </a:cubicBezTo>
                    <a:cubicBezTo>
                      <a:pt x="1902549" y="582582"/>
                      <a:pt x="2048967" y="625993"/>
                      <a:pt x="2171840" y="697203"/>
                    </a:cubicBezTo>
                    <a:cubicBezTo>
                      <a:pt x="2218742" y="724430"/>
                      <a:pt x="2227056" y="769619"/>
                      <a:pt x="2239178" y="823502"/>
                    </a:cubicBezTo>
                    <a:cubicBezTo>
                      <a:pt x="2249079" y="867485"/>
                      <a:pt x="2289952" y="977219"/>
                      <a:pt x="2237909" y="1000829"/>
                    </a:cubicBezTo>
                    <a:cubicBezTo>
                      <a:pt x="2168095" y="1032562"/>
                      <a:pt x="2058487" y="994482"/>
                      <a:pt x="1992228" y="972523"/>
                    </a:cubicBezTo>
                    <a:cubicBezTo>
                      <a:pt x="1879892" y="935648"/>
                      <a:pt x="1765651" y="904105"/>
                      <a:pt x="1652172" y="870975"/>
                    </a:cubicBezTo>
                    <a:cubicBezTo>
                      <a:pt x="1565032" y="845589"/>
                      <a:pt x="1478336" y="831245"/>
                      <a:pt x="1390498" y="810809"/>
                    </a:cubicBezTo>
                    <a:cubicBezTo>
                      <a:pt x="1281779" y="785422"/>
                      <a:pt x="1177313" y="743788"/>
                      <a:pt x="1069355" y="714720"/>
                    </a:cubicBezTo>
                    <a:cubicBezTo>
                      <a:pt x="959304" y="685081"/>
                      <a:pt x="845254" y="667183"/>
                      <a:pt x="736915" y="632657"/>
                    </a:cubicBezTo>
                    <a:cubicBezTo>
                      <a:pt x="704801" y="622376"/>
                      <a:pt x="657455" y="592102"/>
                      <a:pt x="618486" y="602891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3" name=""/>
              <p:cNvSpPr/>
              <p:nvPr/>
            </p:nvSpPr>
            <p:spPr>
              <a:xfrm>
                <a:off x="1535953" y="4524040"/>
                <a:ext cx="2269303" cy="1013543"/>
              </a:xfrm>
              <a:custGeom>
                <a:avLst/>
                <a:gdLst>
                  <a:gd name="connsiteX0" fmla="*/ 623886 w 2269126"/>
                  <a:gd name="connsiteY0" fmla="*/ 601149 h 1011543"/>
                  <a:gd name="connsiteX1" fmla="*/ 509645 w 2269126"/>
                  <a:gd name="connsiteY1" fmla="*/ 505568 h 1011543"/>
                  <a:gd name="connsiteX2" fmla="*/ 336000 w 2269126"/>
                  <a:gd name="connsiteY2" fmla="*/ 310090 h 1011543"/>
                  <a:gd name="connsiteX3" fmla="*/ 33834 w 2269126"/>
                  <a:gd name="connsiteY3" fmla="*/ 58570 h 1011543"/>
                  <a:gd name="connsiteX4" fmla="*/ 49764 w 2269126"/>
                  <a:gd name="connsiteY4" fmla="*/ 1069 h 1011543"/>
                  <a:gd name="connsiteX5" fmla="*/ 490351 w 2269126"/>
                  <a:gd name="connsiteY5" fmla="*/ 89352 h 1011543"/>
                  <a:gd name="connsiteX6" fmla="*/ 830471 w 2269126"/>
                  <a:gd name="connsiteY6" fmla="*/ 173763 h 1011543"/>
                  <a:gd name="connsiteX7" fmla="*/ 1155485 w 2269126"/>
                  <a:gd name="connsiteY7" fmla="*/ 290796 h 1011543"/>
                  <a:gd name="connsiteX8" fmla="*/ 1775494 w 2269126"/>
                  <a:gd name="connsiteY8" fmla="*/ 533684 h 1011543"/>
                  <a:gd name="connsiteX9" fmla="*/ 2177176 w 2269126"/>
                  <a:gd name="connsiteY9" fmla="*/ 695524 h 1011543"/>
                  <a:gd name="connsiteX10" fmla="*/ 2244514 w 2269126"/>
                  <a:gd name="connsiteY10" fmla="*/ 821760 h 1011543"/>
                  <a:gd name="connsiteX11" fmla="*/ 2243245 w 2269126"/>
                  <a:gd name="connsiteY11" fmla="*/ 999468 h 1011543"/>
                  <a:gd name="connsiteX12" fmla="*/ 1997564 w 2269126"/>
                  <a:gd name="connsiteY12" fmla="*/ 971098 h 1011543"/>
                  <a:gd name="connsiteX13" fmla="*/ 1657572 w 2269126"/>
                  <a:gd name="connsiteY13" fmla="*/ 869551 h 1011543"/>
                  <a:gd name="connsiteX14" fmla="*/ 1395898 w 2269126"/>
                  <a:gd name="connsiteY14" fmla="*/ 809384 h 1011543"/>
                  <a:gd name="connsiteX15" fmla="*/ 1074755 w 2269126"/>
                  <a:gd name="connsiteY15" fmla="*/ 713295 h 1011543"/>
                  <a:gd name="connsiteX16" fmla="*/ 742252 w 2269126"/>
                  <a:gd name="connsiteY16" fmla="*/ 631232 h 1011543"/>
                  <a:gd name="connsiteX17" fmla="*/ 623886 w 2269126"/>
                  <a:gd name="connsiteY17" fmla="*/ 601149 h 101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9126" h="1011543">
                    <a:moveTo>
                      <a:pt x="623886" y="601149"/>
                    </a:moveTo>
                    <a:cubicBezTo>
                      <a:pt x="584600" y="626536"/>
                      <a:pt x="530970" y="528987"/>
                      <a:pt x="509645" y="505568"/>
                    </a:cubicBezTo>
                    <a:cubicBezTo>
                      <a:pt x="451319" y="441212"/>
                      <a:pt x="394135" y="374826"/>
                      <a:pt x="336000" y="310090"/>
                    </a:cubicBezTo>
                    <a:cubicBezTo>
                      <a:pt x="245750" y="209622"/>
                      <a:pt x="146741" y="123941"/>
                      <a:pt x="33834" y="58570"/>
                    </a:cubicBezTo>
                    <a:cubicBezTo>
                      <a:pt x="-13703" y="31025"/>
                      <a:pt x="-13576" y="5766"/>
                      <a:pt x="49764" y="1069"/>
                    </a:cubicBezTo>
                    <a:cubicBezTo>
                      <a:pt x="193136" y="-9403"/>
                      <a:pt x="352057" y="59776"/>
                      <a:pt x="490351" y="89352"/>
                    </a:cubicBezTo>
                    <a:cubicBezTo>
                      <a:pt x="604592" y="113787"/>
                      <a:pt x="719277" y="137206"/>
                      <a:pt x="830471" y="173763"/>
                    </a:cubicBezTo>
                    <a:cubicBezTo>
                      <a:pt x="939761" y="209749"/>
                      <a:pt x="1046258" y="253604"/>
                      <a:pt x="1155485" y="290796"/>
                    </a:cubicBezTo>
                    <a:cubicBezTo>
                      <a:pt x="1365370" y="362514"/>
                      <a:pt x="1566560" y="459237"/>
                      <a:pt x="1775494" y="533684"/>
                    </a:cubicBezTo>
                    <a:cubicBezTo>
                      <a:pt x="1907886" y="580903"/>
                      <a:pt x="2054367" y="624251"/>
                      <a:pt x="2177176" y="695524"/>
                    </a:cubicBezTo>
                    <a:cubicBezTo>
                      <a:pt x="2224142" y="722689"/>
                      <a:pt x="2232392" y="767940"/>
                      <a:pt x="2244514" y="821760"/>
                    </a:cubicBezTo>
                    <a:cubicBezTo>
                      <a:pt x="2254415" y="865743"/>
                      <a:pt x="2295288" y="975477"/>
                      <a:pt x="2243245" y="999468"/>
                    </a:cubicBezTo>
                    <a:cubicBezTo>
                      <a:pt x="2173431" y="1031201"/>
                      <a:pt x="2063824" y="992804"/>
                      <a:pt x="1997564" y="971098"/>
                    </a:cubicBezTo>
                    <a:cubicBezTo>
                      <a:pt x="1885228" y="934224"/>
                      <a:pt x="1770987" y="902681"/>
                      <a:pt x="1657572" y="869551"/>
                    </a:cubicBezTo>
                    <a:cubicBezTo>
                      <a:pt x="1570432" y="844164"/>
                      <a:pt x="1483736" y="829820"/>
                      <a:pt x="1395898" y="809384"/>
                    </a:cubicBezTo>
                    <a:cubicBezTo>
                      <a:pt x="1287115" y="783997"/>
                      <a:pt x="1182649" y="742363"/>
                      <a:pt x="1074755" y="713295"/>
                    </a:cubicBezTo>
                    <a:cubicBezTo>
                      <a:pt x="964640" y="683656"/>
                      <a:pt x="850590" y="665758"/>
                      <a:pt x="742252" y="631232"/>
                    </a:cubicBezTo>
                    <a:cubicBezTo>
                      <a:pt x="710137" y="620697"/>
                      <a:pt x="662791" y="590360"/>
                      <a:pt x="623886" y="60114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4" name=""/>
              <p:cNvSpPr/>
              <p:nvPr/>
            </p:nvSpPr>
            <p:spPr>
              <a:xfrm>
                <a:off x="1600127" y="4469786"/>
                <a:ext cx="2266264" cy="1101357"/>
              </a:xfrm>
              <a:custGeom>
                <a:avLst/>
                <a:gdLst>
                  <a:gd name="connsiteX0" fmla="*/ 529887 w 2266087"/>
                  <a:gd name="connsiteY0" fmla="*/ 666212 h 1099183"/>
                  <a:gd name="connsiteX1" fmla="*/ 375979 w 2266087"/>
                  <a:gd name="connsiteY1" fmla="*/ 357763 h 1099183"/>
                  <a:gd name="connsiteX2" fmla="*/ 118431 w 2266087"/>
                  <a:gd name="connsiteY2" fmla="*/ 70575 h 1099183"/>
                  <a:gd name="connsiteX3" fmla="*/ 1 w 2266087"/>
                  <a:gd name="connsiteY3" fmla="*/ 1587 h 1099183"/>
                  <a:gd name="connsiteX4" fmla="*/ 173329 w 2266087"/>
                  <a:gd name="connsiteY4" fmla="*/ 20627 h 1099183"/>
                  <a:gd name="connsiteX5" fmla="*/ 658915 w 2266087"/>
                  <a:gd name="connsiteY5" fmla="*/ 132709 h 1099183"/>
                  <a:gd name="connsiteX6" fmla="*/ 1211585 w 2266087"/>
                  <a:gd name="connsiteY6" fmla="*/ 288584 h 1099183"/>
                  <a:gd name="connsiteX7" fmla="*/ 1522573 w 2266087"/>
                  <a:gd name="connsiteY7" fmla="*/ 401492 h 1099183"/>
                  <a:gd name="connsiteX8" fmla="*/ 1891761 w 2266087"/>
                  <a:gd name="connsiteY8" fmla="*/ 547085 h 1099183"/>
                  <a:gd name="connsiteX9" fmla="*/ 2062106 w 2266087"/>
                  <a:gd name="connsiteY9" fmla="*/ 628576 h 1099183"/>
                  <a:gd name="connsiteX10" fmla="*/ 2208968 w 2266087"/>
                  <a:gd name="connsiteY10" fmla="*/ 909798 h 1099183"/>
                  <a:gd name="connsiteX11" fmla="*/ 2266089 w 2266087"/>
                  <a:gd name="connsiteY11" fmla="*/ 1099184 h 1099183"/>
                  <a:gd name="connsiteX12" fmla="*/ 1173886 w 2266087"/>
                  <a:gd name="connsiteY12" fmla="*/ 858010 h 1099183"/>
                  <a:gd name="connsiteX13" fmla="*/ 702961 w 2266087"/>
                  <a:gd name="connsiteY13" fmla="*/ 692551 h 1099183"/>
                  <a:gd name="connsiteX14" fmla="*/ 529887 w 2266087"/>
                  <a:gd name="connsiteY14" fmla="*/ 666212 h 1099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66087" h="1099183">
                    <a:moveTo>
                      <a:pt x="529887" y="666212"/>
                    </a:moveTo>
                    <a:cubicBezTo>
                      <a:pt x="522271" y="566823"/>
                      <a:pt x="428847" y="439001"/>
                      <a:pt x="375979" y="357763"/>
                    </a:cubicBezTo>
                    <a:cubicBezTo>
                      <a:pt x="305404" y="249425"/>
                      <a:pt x="222897" y="149020"/>
                      <a:pt x="118431" y="70575"/>
                    </a:cubicBezTo>
                    <a:cubicBezTo>
                      <a:pt x="82191" y="43221"/>
                      <a:pt x="39668" y="24308"/>
                      <a:pt x="1" y="1587"/>
                    </a:cubicBezTo>
                    <a:cubicBezTo>
                      <a:pt x="52298" y="-5395"/>
                      <a:pt x="119890" y="12440"/>
                      <a:pt x="173329" y="20627"/>
                    </a:cubicBezTo>
                    <a:cubicBezTo>
                      <a:pt x="337328" y="45379"/>
                      <a:pt x="498598" y="91265"/>
                      <a:pt x="658915" y="132709"/>
                    </a:cubicBezTo>
                    <a:cubicBezTo>
                      <a:pt x="844175" y="180563"/>
                      <a:pt x="1033751" y="216866"/>
                      <a:pt x="1211585" y="288584"/>
                    </a:cubicBezTo>
                    <a:cubicBezTo>
                      <a:pt x="1313831" y="329774"/>
                      <a:pt x="1417472" y="367727"/>
                      <a:pt x="1522573" y="401492"/>
                    </a:cubicBezTo>
                    <a:cubicBezTo>
                      <a:pt x="1651157" y="442872"/>
                      <a:pt x="1761526" y="522841"/>
                      <a:pt x="1891761" y="547085"/>
                    </a:cubicBezTo>
                    <a:cubicBezTo>
                      <a:pt x="1953577" y="558636"/>
                      <a:pt x="2018694" y="582055"/>
                      <a:pt x="2062106" y="628576"/>
                    </a:cubicBezTo>
                    <a:cubicBezTo>
                      <a:pt x="2131158" y="702515"/>
                      <a:pt x="2173681" y="815931"/>
                      <a:pt x="2208968" y="909798"/>
                    </a:cubicBezTo>
                    <a:cubicBezTo>
                      <a:pt x="2231245" y="969204"/>
                      <a:pt x="2262915" y="1035082"/>
                      <a:pt x="2266089" y="1099184"/>
                    </a:cubicBezTo>
                    <a:cubicBezTo>
                      <a:pt x="1893664" y="1009124"/>
                      <a:pt x="1544787" y="938358"/>
                      <a:pt x="1173886" y="858010"/>
                    </a:cubicBezTo>
                    <a:cubicBezTo>
                      <a:pt x="1005698" y="821389"/>
                      <a:pt x="871149" y="729806"/>
                      <a:pt x="702961" y="692551"/>
                    </a:cubicBezTo>
                    <a:cubicBezTo>
                      <a:pt x="659359" y="682142"/>
                      <a:pt x="529887" y="666212"/>
                      <a:pt x="529887" y="666212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5" name=""/>
              <p:cNvSpPr/>
              <p:nvPr/>
            </p:nvSpPr>
            <p:spPr>
              <a:xfrm>
                <a:off x="1652745" y="4394127"/>
                <a:ext cx="2219866" cy="1251356"/>
              </a:xfrm>
              <a:custGeom>
                <a:avLst/>
                <a:gdLst>
                  <a:gd name="connsiteX0" fmla="*/ 502469 w 2219692"/>
                  <a:gd name="connsiteY0" fmla="*/ 713733 h 1248886"/>
                  <a:gd name="connsiteX1" fmla="*/ 361191 w 2219692"/>
                  <a:gd name="connsiteY1" fmla="*/ 387640 h 1248886"/>
                  <a:gd name="connsiteX2" fmla="*/ 115511 w 2219692"/>
                  <a:gd name="connsiteY2" fmla="*/ 77794 h 1248886"/>
                  <a:gd name="connsiteX3" fmla="*/ 1 w 2219692"/>
                  <a:gd name="connsiteY3" fmla="*/ 618 h 1248886"/>
                  <a:gd name="connsiteX4" fmla="*/ 172377 w 2219692"/>
                  <a:gd name="connsiteY4" fmla="*/ 28988 h 1248886"/>
                  <a:gd name="connsiteX5" fmla="*/ 652949 w 2219692"/>
                  <a:gd name="connsiteY5" fmla="*/ 169440 h 1248886"/>
                  <a:gd name="connsiteX6" fmla="*/ 1198765 w 2219692"/>
                  <a:gd name="connsiteY6" fmla="*/ 358572 h 1248886"/>
                  <a:gd name="connsiteX7" fmla="*/ 1504866 w 2219692"/>
                  <a:gd name="connsiteY7" fmla="*/ 490964 h 1248886"/>
                  <a:gd name="connsiteX8" fmla="*/ 1867833 w 2219692"/>
                  <a:gd name="connsiteY8" fmla="*/ 660103 h 1248886"/>
                  <a:gd name="connsiteX9" fmla="*/ 2034688 w 2219692"/>
                  <a:gd name="connsiteY9" fmla="*/ 752828 h 1248886"/>
                  <a:gd name="connsiteX10" fmla="*/ 2170000 w 2219692"/>
                  <a:gd name="connsiteY10" fmla="*/ 1050552 h 1248886"/>
                  <a:gd name="connsiteX11" fmla="*/ 2219694 w 2219692"/>
                  <a:gd name="connsiteY11" fmla="*/ 1248886 h 1248886"/>
                  <a:gd name="connsiteX12" fmla="*/ 1138344 w 2219692"/>
                  <a:gd name="connsiteY12" fmla="*/ 943864 h 1248886"/>
                  <a:gd name="connsiteX13" fmla="*/ 641081 w 2219692"/>
                  <a:gd name="connsiteY13" fmla="*/ 779992 h 1248886"/>
                  <a:gd name="connsiteX14" fmla="*/ 502469 w 2219692"/>
                  <a:gd name="connsiteY14" fmla="*/ 713733 h 1248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19692" h="1248886">
                    <a:moveTo>
                      <a:pt x="502469" y="713733"/>
                    </a:moveTo>
                    <a:cubicBezTo>
                      <a:pt x="498851" y="610853"/>
                      <a:pt x="410696" y="474145"/>
                      <a:pt x="361191" y="387640"/>
                    </a:cubicBezTo>
                    <a:cubicBezTo>
                      <a:pt x="295249" y="272257"/>
                      <a:pt x="216677" y="164426"/>
                      <a:pt x="115511" y="77794"/>
                    </a:cubicBezTo>
                    <a:cubicBezTo>
                      <a:pt x="80414" y="47774"/>
                      <a:pt x="38716" y="26069"/>
                      <a:pt x="1" y="618"/>
                    </a:cubicBezTo>
                    <a:cubicBezTo>
                      <a:pt x="52552" y="-3952"/>
                      <a:pt x="119319" y="17945"/>
                      <a:pt x="172377" y="28988"/>
                    </a:cubicBezTo>
                    <a:cubicBezTo>
                      <a:pt x="335233" y="62943"/>
                      <a:pt x="494472" y="118476"/>
                      <a:pt x="652949" y="169440"/>
                    </a:cubicBezTo>
                    <a:cubicBezTo>
                      <a:pt x="836115" y="228338"/>
                      <a:pt x="1024040" y="275494"/>
                      <a:pt x="1198765" y="358572"/>
                    </a:cubicBezTo>
                    <a:cubicBezTo>
                      <a:pt x="1299233" y="406299"/>
                      <a:pt x="1401542" y="450726"/>
                      <a:pt x="1504866" y="490964"/>
                    </a:cubicBezTo>
                    <a:cubicBezTo>
                      <a:pt x="1631800" y="540214"/>
                      <a:pt x="1738678" y="628370"/>
                      <a:pt x="1867833" y="660103"/>
                    </a:cubicBezTo>
                    <a:cubicBezTo>
                      <a:pt x="1929079" y="675145"/>
                      <a:pt x="1993180" y="702626"/>
                      <a:pt x="2034688" y="752828"/>
                    </a:cubicBezTo>
                    <a:cubicBezTo>
                      <a:pt x="2100630" y="832670"/>
                      <a:pt x="2138583" y="951861"/>
                      <a:pt x="2170000" y="1050552"/>
                    </a:cubicBezTo>
                    <a:cubicBezTo>
                      <a:pt x="2189865" y="1113003"/>
                      <a:pt x="2218869" y="1182563"/>
                      <a:pt x="2219694" y="1248886"/>
                    </a:cubicBezTo>
                    <a:cubicBezTo>
                      <a:pt x="1851586" y="1136930"/>
                      <a:pt x="1505564" y="1045792"/>
                      <a:pt x="1138344" y="943864"/>
                    </a:cubicBezTo>
                    <a:cubicBezTo>
                      <a:pt x="971744" y="897533"/>
                      <a:pt x="807618" y="827085"/>
                      <a:pt x="641081" y="779992"/>
                    </a:cubicBezTo>
                    <a:cubicBezTo>
                      <a:pt x="597733" y="768060"/>
                      <a:pt x="557431" y="679778"/>
                      <a:pt x="502469" y="713733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6" name=""/>
              <p:cNvSpPr/>
              <p:nvPr/>
            </p:nvSpPr>
            <p:spPr>
              <a:xfrm>
                <a:off x="1816186" y="4346588"/>
                <a:ext cx="2118826" cy="1274966"/>
              </a:xfrm>
              <a:custGeom>
                <a:avLst/>
                <a:gdLst>
                  <a:gd name="connsiteX0" fmla="*/ 387657 w 2118660"/>
                  <a:gd name="connsiteY0" fmla="*/ 783771 h 1272450"/>
                  <a:gd name="connsiteX1" fmla="*/ 1 w 2118660"/>
                  <a:gd name="connsiteY1" fmla="*/ 589 h 1272450"/>
                  <a:gd name="connsiteX2" fmla="*/ 298804 w 2118660"/>
                  <a:gd name="connsiteY2" fmla="*/ 80367 h 1272450"/>
                  <a:gd name="connsiteX3" fmla="*/ 797336 w 2118660"/>
                  <a:gd name="connsiteY3" fmla="*/ 186167 h 1272450"/>
                  <a:gd name="connsiteX4" fmla="*/ 1303676 w 2118660"/>
                  <a:gd name="connsiteY4" fmla="*/ 341343 h 1272450"/>
                  <a:gd name="connsiteX5" fmla="*/ 1707579 w 2118660"/>
                  <a:gd name="connsiteY5" fmla="*/ 495377 h 1272450"/>
                  <a:gd name="connsiteX6" fmla="*/ 2108183 w 2118660"/>
                  <a:gd name="connsiteY6" fmla="*/ 1177013 h 1272450"/>
                  <a:gd name="connsiteX7" fmla="*/ 2110468 w 2118660"/>
                  <a:gd name="connsiteY7" fmla="*/ 1264660 h 1272450"/>
                  <a:gd name="connsiteX8" fmla="*/ 1897092 w 2118660"/>
                  <a:gd name="connsiteY8" fmla="*/ 1214585 h 1272450"/>
                  <a:gd name="connsiteX9" fmla="*/ 1578170 w 2118660"/>
                  <a:gd name="connsiteY9" fmla="*/ 1135632 h 1272450"/>
                  <a:gd name="connsiteX10" fmla="*/ 1313005 w 2118660"/>
                  <a:gd name="connsiteY10" fmla="*/ 1051602 h 1272450"/>
                  <a:gd name="connsiteX11" fmla="*/ 715654 w 2118660"/>
                  <a:gd name="connsiteY11" fmla="*/ 869896 h 1272450"/>
                  <a:gd name="connsiteX12" fmla="*/ 387657 w 2118660"/>
                  <a:gd name="connsiteY12" fmla="*/ 78377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18660" h="1272450">
                    <a:moveTo>
                      <a:pt x="387657" y="783771"/>
                    </a:moveTo>
                    <a:cubicBezTo>
                      <a:pt x="361065" y="482050"/>
                      <a:pt x="209188" y="204064"/>
                      <a:pt x="1" y="589"/>
                    </a:cubicBezTo>
                    <a:cubicBezTo>
                      <a:pt x="94313" y="-6900"/>
                      <a:pt x="207094" y="59106"/>
                      <a:pt x="298804" y="80367"/>
                    </a:cubicBezTo>
                    <a:cubicBezTo>
                      <a:pt x="463310" y="118447"/>
                      <a:pt x="634099" y="139010"/>
                      <a:pt x="797336" y="186167"/>
                    </a:cubicBezTo>
                    <a:cubicBezTo>
                      <a:pt x="967491" y="235354"/>
                      <a:pt x="1132442" y="296091"/>
                      <a:pt x="1303676" y="341343"/>
                    </a:cubicBezTo>
                    <a:cubicBezTo>
                      <a:pt x="1437464" y="376631"/>
                      <a:pt x="1588579" y="421121"/>
                      <a:pt x="1707579" y="495377"/>
                    </a:cubicBezTo>
                    <a:cubicBezTo>
                      <a:pt x="1929079" y="633735"/>
                      <a:pt x="2070420" y="919337"/>
                      <a:pt x="2108183" y="1177013"/>
                    </a:cubicBezTo>
                    <a:cubicBezTo>
                      <a:pt x="2111166" y="1197576"/>
                      <a:pt x="2128746" y="1247397"/>
                      <a:pt x="2110468" y="1264660"/>
                    </a:cubicBezTo>
                    <a:cubicBezTo>
                      <a:pt x="2077274" y="1295950"/>
                      <a:pt x="1930729" y="1223470"/>
                      <a:pt x="1897092" y="1214585"/>
                    </a:cubicBezTo>
                    <a:cubicBezTo>
                      <a:pt x="1791165" y="1186596"/>
                      <a:pt x="1683589" y="1163811"/>
                      <a:pt x="1578170" y="1135632"/>
                    </a:cubicBezTo>
                    <a:cubicBezTo>
                      <a:pt x="1488047" y="1111197"/>
                      <a:pt x="1404461" y="1073244"/>
                      <a:pt x="1313005" y="1051602"/>
                    </a:cubicBezTo>
                    <a:cubicBezTo>
                      <a:pt x="1110990" y="1003748"/>
                      <a:pt x="912592" y="936981"/>
                      <a:pt x="715654" y="869896"/>
                    </a:cubicBezTo>
                    <a:cubicBezTo>
                      <a:pt x="678463" y="857012"/>
                      <a:pt x="414567" y="804969"/>
                      <a:pt x="387657" y="783771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7" name=""/>
              <p:cNvSpPr/>
              <p:nvPr/>
            </p:nvSpPr>
            <p:spPr>
              <a:xfrm>
                <a:off x="2180831" y="4159876"/>
                <a:ext cx="2598285" cy="1275242"/>
              </a:xfrm>
              <a:custGeom>
                <a:avLst/>
                <a:gdLst>
                  <a:gd name="connsiteX0" fmla="*/ 4634 w 2598082"/>
                  <a:gd name="connsiteY0" fmla="*/ 881262 h 1272725"/>
                  <a:gd name="connsiteX1" fmla="*/ 53504 w 2598082"/>
                  <a:gd name="connsiteY1" fmla="*/ 712694 h 1272725"/>
                  <a:gd name="connsiteX2" fmla="*/ 138740 w 2598082"/>
                  <a:gd name="connsiteY2" fmla="*/ 466569 h 1272725"/>
                  <a:gd name="connsiteX3" fmla="*/ 472576 w 2598082"/>
                  <a:gd name="connsiteY3" fmla="*/ 27441 h 1272725"/>
                  <a:gd name="connsiteX4" fmla="*/ 633211 w 2598082"/>
                  <a:gd name="connsiteY4" fmla="*/ 16080 h 1272725"/>
                  <a:gd name="connsiteX5" fmla="*/ 1050697 w 2598082"/>
                  <a:gd name="connsiteY5" fmla="*/ 97064 h 1272725"/>
                  <a:gd name="connsiteX6" fmla="*/ 1606667 w 2598082"/>
                  <a:gd name="connsiteY6" fmla="*/ 221206 h 1272725"/>
                  <a:gd name="connsiteX7" fmla="*/ 2153815 w 2598082"/>
                  <a:gd name="connsiteY7" fmla="*/ 390472 h 1272725"/>
                  <a:gd name="connsiteX8" fmla="*/ 2598084 w 2598082"/>
                  <a:gd name="connsiteY8" fmla="*/ 631202 h 1272725"/>
                  <a:gd name="connsiteX9" fmla="*/ 2332412 w 2598082"/>
                  <a:gd name="connsiteY9" fmla="*/ 737002 h 1272725"/>
                  <a:gd name="connsiteX10" fmla="*/ 2003208 w 2598082"/>
                  <a:gd name="connsiteY10" fmla="*/ 939334 h 1272725"/>
                  <a:gd name="connsiteX11" fmla="*/ 1592958 w 2598082"/>
                  <a:gd name="connsiteY11" fmla="*/ 1272726 h 1272725"/>
                  <a:gd name="connsiteX12" fmla="*/ 1137265 w 2598082"/>
                  <a:gd name="connsiteY12" fmla="*/ 1215161 h 1272725"/>
                  <a:gd name="connsiteX13" fmla="*/ 483556 w 2598082"/>
                  <a:gd name="connsiteY13" fmla="*/ 1133924 h 1272725"/>
                  <a:gd name="connsiteX14" fmla="*/ 1 w 2598082"/>
                  <a:gd name="connsiteY14" fmla="*/ 979382 h 1272725"/>
                  <a:gd name="connsiteX15" fmla="*/ 4634 w 2598082"/>
                  <a:gd name="connsiteY15" fmla="*/ 881262 h 127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98082" h="1272725">
                    <a:moveTo>
                      <a:pt x="4634" y="881262"/>
                    </a:moveTo>
                    <a:cubicBezTo>
                      <a:pt x="31925" y="841024"/>
                      <a:pt x="38399" y="762578"/>
                      <a:pt x="53504" y="712694"/>
                    </a:cubicBezTo>
                    <a:cubicBezTo>
                      <a:pt x="78891" y="629108"/>
                      <a:pt x="105547" y="547680"/>
                      <a:pt x="138740" y="466569"/>
                    </a:cubicBezTo>
                    <a:cubicBezTo>
                      <a:pt x="206777" y="300095"/>
                      <a:pt x="322794" y="131527"/>
                      <a:pt x="472576" y="27441"/>
                    </a:cubicBezTo>
                    <a:cubicBezTo>
                      <a:pt x="535535" y="-16351"/>
                      <a:pt x="562318" y="2054"/>
                      <a:pt x="633211" y="16080"/>
                    </a:cubicBezTo>
                    <a:cubicBezTo>
                      <a:pt x="772394" y="42927"/>
                      <a:pt x="912783" y="63681"/>
                      <a:pt x="1050697" y="97064"/>
                    </a:cubicBezTo>
                    <a:cubicBezTo>
                      <a:pt x="1235258" y="141491"/>
                      <a:pt x="1422105" y="174430"/>
                      <a:pt x="1606667" y="221206"/>
                    </a:cubicBezTo>
                    <a:cubicBezTo>
                      <a:pt x="1792162" y="267028"/>
                      <a:pt x="1974851" y="323546"/>
                      <a:pt x="2153815" y="390472"/>
                    </a:cubicBezTo>
                    <a:cubicBezTo>
                      <a:pt x="2317306" y="452543"/>
                      <a:pt x="2464169" y="519373"/>
                      <a:pt x="2598084" y="631202"/>
                    </a:cubicBezTo>
                    <a:cubicBezTo>
                      <a:pt x="2512975" y="676390"/>
                      <a:pt x="2418536" y="692701"/>
                      <a:pt x="2332412" y="737002"/>
                    </a:cubicBezTo>
                    <a:cubicBezTo>
                      <a:pt x="2216775" y="796534"/>
                      <a:pt x="2111102" y="867680"/>
                      <a:pt x="2003208" y="939334"/>
                    </a:cubicBezTo>
                    <a:cubicBezTo>
                      <a:pt x="1863581" y="1031932"/>
                      <a:pt x="1699773" y="1142428"/>
                      <a:pt x="1592958" y="1272726"/>
                    </a:cubicBezTo>
                    <a:cubicBezTo>
                      <a:pt x="1450792" y="1221191"/>
                      <a:pt x="1287174" y="1229949"/>
                      <a:pt x="1137265" y="1215161"/>
                    </a:cubicBezTo>
                    <a:cubicBezTo>
                      <a:pt x="918178" y="1193665"/>
                      <a:pt x="700277" y="1166590"/>
                      <a:pt x="483556" y="1133924"/>
                    </a:cubicBezTo>
                    <a:cubicBezTo>
                      <a:pt x="314988" y="1108537"/>
                      <a:pt x="153528" y="1044435"/>
                      <a:pt x="1" y="979382"/>
                    </a:cubicBezTo>
                    <a:cubicBezTo>
                      <a:pt x="4698" y="953614"/>
                      <a:pt x="18597" y="916486"/>
                      <a:pt x="4634" y="881262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8" name=""/>
              <p:cNvSpPr/>
              <p:nvPr/>
            </p:nvSpPr>
            <p:spPr>
              <a:xfrm>
                <a:off x="2192320" y="4243626"/>
                <a:ext cx="2533734" cy="1280798"/>
              </a:xfrm>
              <a:custGeom>
                <a:avLst/>
                <a:gdLst>
                  <a:gd name="connsiteX0" fmla="*/ 1 w 2533536"/>
                  <a:gd name="connsiteY0" fmla="*/ 858542 h 1278270"/>
                  <a:gd name="connsiteX1" fmla="*/ 154670 w 2533536"/>
                  <a:gd name="connsiteY1" fmla="*/ 483770 h 1278270"/>
                  <a:gd name="connsiteX2" fmla="*/ 482160 w 2533536"/>
                  <a:gd name="connsiteY2" fmla="*/ 57145 h 1278270"/>
                  <a:gd name="connsiteX3" fmla="*/ 598748 w 2533536"/>
                  <a:gd name="connsiteY3" fmla="*/ 533 h 1278270"/>
                  <a:gd name="connsiteX4" fmla="*/ 934235 w 2533536"/>
                  <a:gd name="connsiteY4" fmla="*/ 54225 h 1278270"/>
                  <a:gd name="connsiteX5" fmla="*/ 1937013 w 2533536"/>
                  <a:gd name="connsiteY5" fmla="*/ 315836 h 1278270"/>
                  <a:gd name="connsiteX6" fmla="*/ 2369159 w 2533536"/>
                  <a:gd name="connsiteY6" fmla="*/ 522104 h 1278270"/>
                  <a:gd name="connsiteX7" fmla="*/ 2533538 w 2533536"/>
                  <a:gd name="connsiteY7" fmla="*/ 649482 h 1278270"/>
                  <a:gd name="connsiteX8" fmla="*/ 1930285 w 2533536"/>
                  <a:gd name="connsiteY8" fmla="*/ 952600 h 1278270"/>
                  <a:gd name="connsiteX9" fmla="*/ 1749594 w 2533536"/>
                  <a:gd name="connsiteY9" fmla="*/ 1153156 h 1278270"/>
                  <a:gd name="connsiteX10" fmla="*/ 1651538 w 2533536"/>
                  <a:gd name="connsiteY10" fmla="*/ 1274758 h 1278270"/>
                  <a:gd name="connsiteX11" fmla="*/ 1543010 w 2533536"/>
                  <a:gd name="connsiteY11" fmla="*/ 1256670 h 1278270"/>
                  <a:gd name="connsiteX12" fmla="*/ 1271117 w 2533536"/>
                  <a:gd name="connsiteY12" fmla="*/ 1226587 h 1278270"/>
                  <a:gd name="connsiteX13" fmla="*/ 887333 w 2533536"/>
                  <a:gd name="connsiteY13" fmla="*/ 1161914 h 1278270"/>
                  <a:gd name="connsiteX14" fmla="*/ 268213 w 2533536"/>
                  <a:gd name="connsiteY14" fmla="*/ 1005785 h 1278270"/>
                  <a:gd name="connsiteX15" fmla="*/ 81874 w 2533536"/>
                  <a:gd name="connsiteY15" fmla="*/ 932481 h 1278270"/>
                  <a:gd name="connsiteX16" fmla="*/ 1 w 2533536"/>
                  <a:gd name="connsiteY16" fmla="*/ 858542 h 127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33536" h="1278270">
                    <a:moveTo>
                      <a:pt x="1" y="858542"/>
                    </a:moveTo>
                    <a:cubicBezTo>
                      <a:pt x="19803" y="731037"/>
                      <a:pt x="89236" y="594583"/>
                      <a:pt x="154670" y="483770"/>
                    </a:cubicBezTo>
                    <a:cubicBezTo>
                      <a:pt x="247142" y="327324"/>
                      <a:pt x="351798" y="182619"/>
                      <a:pt x="482160" y="57145"/>
                    </a:cubicBezTo>
                    <a:cubicBezTo>
                      <a:pt x="524619" y="16336"/>
                      <a:pt x="542390" y="-3593"/>
                      <a:pt x="598748" y="533"/>
                    </a:cubicBezTo>
                    <a:cubicBezTo>
                      <a:pt x="711802" y="9691"/>
                      <a:pt x="823967" y="27646"/>
                      <a:pt x="934235" y="54225"/>
                    </a:cubicBezTo>
                    <a:cubicBezTo>
                      <a:pt x="1271054" y="132671"/>
                      <a:pt x="1611744" y="186554"/>
                      <a:pt x="1937013" y="315836"/>
                    </a:cubicBezTo>
                    <a:cubicBezTo>
                      <a:pt x="2085278" y="375387"/>
                      <a:pt x="2229614" y="444281"/>
                      <a:pt x="2369159" y="522104"/>
                    </a:cubicBezTo>
                    <a:cubicBezTo>
                      <a:pt x="2431991" y="556884"/>
                      <a:pt x="2477053" y="605563"/>
                      <a:pt x="2533538" y="649482"/>
                    </a:cubicBezTo>
                    <a:cubicBezTo>
                      <a:pt x="2324605" y="680517"/>
                      <a:pt x="2078924" y="791267"/>
                      <a:pt x="1930285" y="952600"/>
                    </a:cubicBezTo>
                    <a:cubicBezTo>
                      <a:pt x="1869230" y="1018923"/>
                      <a:pt x="1810840" y="1087023"/>
                      <a:pt x="1749594" y="1153156"/>
                    </a:cubicBezTo>
                    <a:cubicBezTo>
                      <a:pt x="1721415" y="1183556"/>
                      <a:pt x="1686127" y="1259336"/>
                      <a:pt x="1651538" y="1274758"/>
                    </a:cubicBezTo>
                    <a:cubicBezTo>
                      <a:pt x="1623930" y="1287452"/>
                      <a:pt x="1569031" y="1262065"/>
                      <a:pt x="1543010" y="1256670"/>
                    </a:cubicBezTo>
                    <a:cubicBezTo>
                      <a:pt x="1453267" y="1238963"/>
                      <a:pt x="1361939" y="1235536"/>
                      <a:pt x="1271117" y="1226587"/>
                    </a:cubicBezTo>
                    <a:cubicBezTo>
                      <a:pt x="1141073" y="1213894"/>
                      <a:pt x="1014774" y="1187238"/>
                      <a:pt x="887333" y="1161914"/>
                    </a:cubicBezTo>
                    <a:cubicBezTo>
                      <a:pt x="676559" y="1119963"/>
                      <a:pt x="474099" y="1066714"/>
                      <a:pt x="268213" y="1005785"/>
                    </a:cubicBezTo>
                    <a:cubicBezTo>
                      <a:pt x="203286" y="986745"/>
                      <a:pt x="143310" y="959074"/>
                      <a:pt x="81874" y="932481"/>
                    </a:cubicBezTo>
                    <a:cubicBezTo>
                      <a:pt x="57439" y="922009"/>
                      <a:pt x="12504" y="913632"/>
                      <a:pt x="1" y="85854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9" name=""/>
              <p:cNvSpPr/>
              <p:nvPr/>
            </p:nvSpPr>
            <p:spPr>
              <a:xfrm>
                <a:off x="2159886" y="4371637"/>
                <a:ext cx="2604405" cy="1240172"/>
              </a:xfrm>
              <a:custGeom>
                <a:avLst/>
                <a:gdLst>
                  <a:gd name="connsiteX0" fmla="*/ 249426 w 2604201"/>
                  <a:gd name="connsiteY0" fmla="*/ 379367 h 1237724"/>
                  <a:gd name="connsiteX1" fmla="*/ 6348 w 2604201"/>
                  <a:gd name="connsiteY1" fmla="*/ 736496 h 1237724"/>
                  <a:gd name="connsiteX2" fmla="*/ 1 w 2604201"/>
                  <a:gd name="connsiteY2" fmla="*/ 784858 h 1237724"/>
                  <a:gd name="connsiteX3" fmla="*/ 1323160 w 2604201"/>
                  <a:gd name="connsiteY3" fmla="*/ 1132213 h 1237724"/>
                  <a:gd name="connsiteX4" fmla="*/ 1648872 w 2604201"/>
                  <a:gd name="connsiteY4" fmla="*/ 1201518 h 1237724"/>
                  <a:gd name="connsiteX5" fmla="*/ 1837687 w 2604201"/>
                  <a:gd name="connsiteY5" fmla="*/ 1202153 h 1237724"/>
                  <a:gd name="connsiteX6" fmla="*/ 1895188 w 2604201"/>
                  <a:gd name="connsiteY6" fmla="*/ 1101939 h 1237724"/>
                  <a:gd name="connsiteX7" fmla="*/ 1953767 w 2604201"/>
                  <a:gd name="connsiteY7" fmla="*/ 1009785 h 1237724"/>
                  <a:gd name="connsiteX8" fmla="*/ 2364081 w 2604201"/>
                  <a:gd name="connsiteY8" fmla="*/ 760740 h 1237724"/>
                  <a:gd name="connsiteX9" fmla="*/ 2367255 w 2604201"/>
                  <a:gd name="connsiteY9" fmla="*/ 759661 h 1237724"/>
                  <a:gd name="connsiteX10" fmla="*/ 2594530 w 2604201"/>
                  <a:gd name="connsiteY10" fmla="*/ 710792 h 1237724"/>
                  <a:gd name="connsiteX11" fmla="*/ 2600877 w 2604201"/>
                  <a:gd name="connsiteY11" fmla="*/ 662494 h 1237724"/>
                  <a:gd name="connsiteX12" fmla="*/ 1138344 w 2604201"/>
                  <a:gd name="connsiteY12" fmla="*/ 47435 h 1237724"/>
                  <a:gd name="connsiteX13" fmla="*/ 656376 w 2604201"/>
                  <a:gd name="connsiteY13" fmla="*/ 26872 h 1237724"/>
                  <a:gd name="connsiteX14" fmla="*/ 249426 w 2604201"/>
                  <a:gd name="connsiteY14" fmla="*/ 379367 h 123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04201" h="1237724">
                    <a:moveTo>
                      <a:pt x="249426" y="379367"/>
                    </a:moveTo>
                    <a:cubicBezTo>
                      <a:pt x="169585" y="481486"/>
                      <a:pt x="39478" y="610958"/>
                      <a:pt x="6348" y="736496"/>
                    </a:cubicBezTo>
                    <a:lnTo>
                      <a:pt x="1" y="784858"/>
                    </a:lnTo>
                    <a:cubicBezTo>
                      <a:pt x="290616" y="866984"/>
                      <a:pt x="1035084" y="1037710"/>
                      <a:pt x="1323160" y="1132213"/>
                    </a:cubicBezTo>
                    <a:cubicBezTo>
                      <a:pt x="1430039" y="1167373"/>
                      <a:pt x="1541359" y="1171117"/>
                      <a:pt x="1648872" y="1201518"/>
                    </a:cubicBezTo>
                    <a:cubicBezTo>
                      <a:pt x="1718242" y="1221129"/>
                      <a:pt x="1775806" y="1271776"/>
                      <a:pt x="1837687" y="1202153"/>
                    </a:cubicBezTo>
                    <a:cubicBezTo>
                      <a:pt x="1863073" y="1173403"/>
                      <a:pt x="1877861" y="1136528"/>
                      <a:pt x="1895188" y="1101939"/>
                    </a:cubicBezTo>
                    <a:cubicBezTo>
                      <a:pt x="1911752" y="1069431"/>
                      <a:pt x="1931364" y="1038579"/>
                      <a:pt x="1953767" y="1009785"/>
                    </a:cubicBezTo>
                    <a:cubicBezTo>
                      <a:pt x="2044526" y="891673"/>
                      <a:pt x="2205097" y="809864"/>
                      <a:pt x="2364081" y="760740"/>
                    </a:cubicBezTo>
                    <a:cubicBezTo>
                      <a:pt x="2365065" y="760195"/>
                      <a:pt x="2366138" y="759827"/>
                      <a:pt x="2367255" y="759661"/>
                    </a:cubicBezTo>
                    <a:cubicBezTo>
                      <a:pt x="2444938" y="730530"/>
                      <a:pt x="2522939" y="713267"/>
                      <a:pt x="2594530" y="710792"/>
                    </a:cubicBezTo>
                    <a:cubicBezTo>
                      <a:pt x="2611603" y="708634"/>
                      <a:pt x="2600877" y="662494"/>
                      <a:pt x="2600877" y="662494"/>
                    </a:cubicBezTo>
                    <a:cubicBezTo>
                      <a:pt x="2159083" y="404120"/>
                      <a:pt x="1659979" y="109760"/>
                      <a:pt x="1138344" y="47435"/>
                    </a:cubicBezTo>
                    <a:cubicBezTo>
                      <a:pt x="999542" y="30680"/>
                      <a:pt x="781851" y="-36912"/>
                      <a:pt x="656376" y="26872"/>
                    </a:cubicBezTo>
                    <a:cubicBezTo>
                      <a:pt x="656376" y="26872"/>
                      <a:pt x="348625" y="252497"/>
                      <a:pt x="249426" y="379367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0" name=""/>
              <p:cNvSpPr/>
              <p:nvPr/>
            </p:nvSpPr>
            <p:spPr>
              <a:xfrm>
                <a:off x="2159632" y="4420403"/>
                <a:ext cx="2594731" cy="1259290"/>
              </a:xfrm>
              <a:custGeom>
                <a:avLst/>
                <a:gdLst>
                  <a:gd name="connsiteX0" fmla="*/ 242889 w 2594528"/>
                  <a:gd name="connsiteY0" fmla="*/ 378869 h 1256805"/>
                  <a:gd name="connsiteX1" fmla="*/ 1 w 2594528"/>
                  <a:gd name="connsiteY1" fmla="*/ 736188 h 1256805"/>
                  <a:gd name="connsiteX2" fmla="*/ 447062 w 2594528"/>
                  <a:gd name="connsiteY2" fmla="*/ 928619 h 1256805"/>
                  <a:gd name="connsiteX3" fmla="*/ 1306405 w 2594528"/>
                  <a:gd name="connsiteY3" fmla="*/ 1166240 h 1256805"/>
                  <a:gd name="connsiteX4" fmla="*/ 1635481 w 2594528"/>
                  <a:gd name="connsiteY4" fmla="*/ 1242400 h 1256805"/>
                  <a:gd name="connsiteX5" fmla="*/ 1830896 w 2594528"/>
                  <a:gd name="connsiteY5" fmla="*/ 1202225 h 1256805"/>
                  <a:gd name="connsiteX6" fmla="*/ 1888587 w 2594528"/>
                  <a:gd name="connsiteY6" fmla="*/ 1101821 h 1256805"/>
                  <a:gd name="connsiteX7" fmla="*/ 1947167 w 2594528"/>
                  <a:gd name="connsiteY7" fmla="*/ 1009730 h 1256805"/>
                  <a:gd name="connsiteX8" fmla="*/ 2364082 w 2594528"/>
                  <a:gd name="connsiteY8" fmla="*/ 712324 h 1256805"/>
                  <a:gd name="connsiteX9" fmla="*/ 2367255 w 2594528"/>
                  <a:gd name="connsiteY9" fmla="*/ 711245 h 1256805"/>
                  <a:gd name="connsiteX10" fmla="*/ 2594530 w 2594528"/>
                  <a:gd name="connsiteY10" fmla="*/ 662376 h 1256805"/>
                  <a:gd name="connsiteX11" fmla="*/ 1131998 w 2594528"/>
                  <a:gd name="connsiteY11" fmla="*/ 47318 h 1256805"/>
                  <a:gd name="connsiteX12" fmla="*/ 650030 w 2594528"/>
                  <a:gd name="connsiteY12" fmla="*/ 26818 h 1256805"/>
                  <a:gd name="connsiteX13" fmla="*/ 242889 w 2594528"/>
                  <a:gd name="connsiteY13" fmla="*/ 378869 h 125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94528" h="1256805">
                    <a:moveTo>
                      <a:pt x="242889" y="378869"/>
                    </a:moveTo>
                    <a:cubicBezTo>
                      <a:pt x="163238" y="481178"/>
                      <a:pt x="33004" y="610460"/>
                      <a:pt x="1" y="736188"/>
                    </a:cubicBezTo>
                    <a:cubicBezTo>
                      <a:pt x="134805" y="811333"/>
                      <a:pt x="298740" y="886668"/>
                      <a:pt x="447062" y="928619"/>
                    </a:cubicBezTo>
                    <a:cubicBezTo>
                      <a:pt x="737868" y="1010556"/>
                      <a:pt x="1018265" y="1071737"/>
                      <a:pt x="1306405" y="1166240"/>
                    </a:cubicBezTo>
                    <a:cubicBezTo>
                      <a:pt x="1413283" y="1201400"/>
                      <a:pt x="1527968" y="1211745"/>
                      <a:pt x="1635481" y="1242400"/>
                    </a:cubicBezTo>
                    <a:cubicBezTo>
                      <a:pt x="1704851" y="1262265"/>
                      <a:pt x="1769396" y="1271532"/>
                      <a:pt x="1830896" y="1202225"/>
                    </a:cubicBezTo>
                    <a:cubicBezTo>
                      <a:pt x="1856283" y="1173284"/>
                      <a:pt x="1871261" y="1136474"/>
                      <a:pt x="1888587" y="1101821"/>
                    </a:cubicBezTo>
                    <a:cubicBezTo>
                      <a:pt x="1905076" y="1069294"/>
                      <a:pt x="1924694" y="1038449"/>
                      <a:pt x="1947167" y="1009730"/>
                    </a:cubicBezTo>
                    <a:cubicBezTo>
                      <a:pt x="2046176" y="881273"/>
                      <a:pt x="2204462" y="772364"/>
                      <a:pt x="2364082" y="712324"/>
                    </a:cubicBezTo>
                    <a:cubicBezTo>
                      <a:pt x="2365065" y="711778"/>
                      <a:pt x="2366138" y="711410"/>
                      <a:pt x="2367255" y="711245"/>
                    </a:cubicBezTo>
                    <a:cubicBezTo>
                      <a:pt x="2444939" y="682114"/>
                      <a:pt x="2522939" y="664851"/>
                      <a:pt x="2594530" y="662376"/>
                    </a:cubicBezTo>
                    <a:cubicBezTo>
                      <a:pt x="2152736" y="404065"/>
                      <a:pt x="1653633" y="109706"/>
                      <a:pt x="1131998" y="47318"/>
                    </a:cubicBezTo>
                    <a:cubicBezTo>
                      <a:pt x="993195" y="30626"/>
                      <a:pt x="775313" y="-36840"/>
                      <a:pt x="650030" y="26818"/>
                    </a:cubicBezTo>
                    <a:cubicBezTo>
                      <a:pt x="650030" y="26564"/>
                      <a:pt x="341961" y="252189"/>
                      <a:pt x="242889" y="37886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1" name=""/>
              <p:cNvSpPr/>
              <p:nvPr/>
            </p:nvSpPr>
            <p:spPr>
              <a:xfrm>
                <a:off x="2204538" y="4461036"/>
                <a:ext cx="2458933" cy="1190152"/>
              </a:xfrm>
              <a:custGeom>
                <a:avLst/>
                <a:gdLst>
                  <a:gd name="connsiteX0" fmla="*/ 1302 w 2458741"/>
                  <a:gd name="connsiteY0" fmla="*/ 683068 h 1187803"/>
                  <a:gd name="connsiteX1" fmla="*/ 4031 w 2458741"/>
                  <a:gd name="connsiteY1" fmla="*/ 657681 h 1187803"/>
                  <a:gd name="connsiteX2" fmla="*/ 4031 w 2458741"/>
                  <a:gd name="connsiteY2" fmla="*/ 657681 h 1187803"/>
                  <a:gd name="connsiteX3" fmla="*/ 619216 w 2458741"/>
                  <a:gd name="connsiteY3" fmla="*/ 10318 h 1187803"/>
                  <a:gd name="connsiteX4" fmla="*/ 1051490 w 2458741"/>
                  <a:gd name="connsiteY4" fmla="*/ 30247 h 1187803"/>
                  <a:gd name="connsiteX5" fmla="*/ 1094203 w 2458741"/>
                  <a:gd name="connsiteY5" fmla="*/ 35451 h 1187803"/>
                  <a:gd name="connsiteX6" fmla="*/ 2458742 w 2458741"/>
                  <a:gd name="connsiteY6" fmla="*/ 601132 h 1187803"/>
                  <a:gd name="connsiteX7" fmla="*/ 2457092 w 2458741"/>
                  <a:gd name="connsiteY7" fmla="*/ 606400 h 1187803"/>
                  <a:gd name="connsiteX8" fmla="*/ 2403463 w 2458741"/>
                  <a:gd name="connsiteY8" fmla="*/ 608621 h 1187803"/>
                  <a:gd name="connsiteX9" fmla="*/ 1869071 w 2458741"/>
                  <a:gd name="connsiteY9" fmla="*/ 952612 h 1187803"/>
                  <a:gd name="connsiteX10" fmla="*/ 1813791 w 2458741"/>
                  <a:gd name="connsiteY10" fmla="*/ 1039498 h 1187803"/>
                  <a:gd name="connsiteX11" fmla="*/ 1804271 w 2458741"/>
                  <a:gd name="connsiteY11" fmla="*/ 1059046 h 1187803"/>
                  <a:gd name="connsiteX12" fmla="*/ 1758702 w 2458741"/>
                  <a:gd name="connsiteY12" fmla="*/ 1135206 h 1187803"/>
                  <a:gd name="connsiteX13" fmla="*/ 1570586 w 2458741"/>
                  <a:gd name="connsiteY13" fmla="*/ 1174112 h 1187803"/>
                  <a:gd name="connsiteX14" fmla="*/ 1430959 w 2458741"/>
                  <a:gd name="connsiteY14" fmla="*/ 1143013 h 1187803"/>
                  <a:gd name="connsiteX15" fmla="*/ 1258646 w 2458741"/>
                  <a:gd name="connsiteY15" fmla="*/ 1102140 h 1187803"/>
                  <a:gd name="connsiteX16" fmla="*/ 743485 w 2458741"/>
                  <a:gd name="connsiteY16" fmla="*/ 956737 h 1187803"/>
                  <a:gd name="connsiteX17" fmla="*/ 443730 w 2458741"/>
                  <a:gd name="connsiteY17" fmla="*/ 876769 h 1187803"/>
                  <a:gd name="connsiteX18" fmla="*/ 17296 w 2458741"/>
                  <a:gd name="connsiteY18" fmla="*/ 702742 h 1187803"/>
                  <a:gd name="connsiteX19" fmla="*/ 8283 w 2458741"/>
                  <a:gd name="connsiteY19" fmla="*/ 695571 h 1187803"/>
                  <a:gd name="connsiteX20" fmla="*/ 1302 w 2458741"/>
                  <a:gd name="connsiteY20" fmla="*/ 683068 h 1187803"/>
                  <a:gd name="connsiteX21" fmla="*/ 1093568 w 2458741"/>
                  <a:gd name="connsiteY21" fmla="*/ 41227 h 1187803"/>
                  <a:gd name="connsiteX22" fmla="*/ 1050792 w 2458741"/>
                  <a:gd name="connsiteY22" fmla="*/ 36022 h 1187803"/>
                  <a:gd name="connsiteX23" fmla="*/ 621501 w 2458741"/>
                  <a:gd name="connsiteY23" fmla="*/ 15523 h 1187803"/>
                  <a:gd name="connsiteX24" fmla="*/ 8791 w 2458741"/>
                  <a:gd name="connsiteY24" fmla="*/ 660410 h 1187803"/>
                  <a:gd name="connsiteX25" fmla="*/ 6443 w 2458741"/>
                  <a:gd name="connsiteY25" fmla="*/ 659077 h 1187803"/>
                  <a:gd name="connsiteX26" fmla="*/ 8791 w 2458741"/>
                  <a:gd name="connsiteY26" fmla="*/ 660410 h 1187803"/>
                  <a:gd name="connsiteX27" fmla="*/ 6570 w 2458741"/>
                  <a:gd name="connsiteY27" fmla="*/ 681671 h 1187803"/>
                  <a:gd name="connsiteX28" fmla="*/ 19644 w 2458741"/>
                  <a:gd name="connsiteY28" fmla="*/ 698046 h 1187803"/>
                  <a:gd name="connsiteX29" fmla="*/ 444873 w 2458741"/>
                  <a:gd name="connsiteY29" fmla="*/ 871691 h 1187803"/>
                  <a:gd name="connsiteX30" fmla="*/ 744500 w 2458741"/>
                  <a:gd name="connsiteY30" fmla="*/ 951596 h 1187803"/>
                  <a:gd name="connsiteX31" fmla="*/ 1259915 w 2458741"/>
                  <a:gd name="connsiteY31" fmla="*/ 1097126 h 1187803"/>
                  <a:gd name="connsiteX32" fmla="*/ 1431657 w 2458741"/>
                  <a:gd name="connsiteY32" fmla="*/ 1137809 h 1187803"/>
                  <a:gd name="connsiteX33" fmla="*/ 1571919 w 2458741"/>
                  <a:gd name="connsiteY33" fmla="*/ 1169034 h 1187803"/>
                  <a:gd name="connsiteX34" fmla="*/ 1754513 w 2458741"/>
                  <a:gd name="connsiteY34" fmla="*/ 1131779 h 1187803"/>
                  <a:gd name="connsiteX35" fmla="*/ 1798940 w 2458741"/>
                  <a:gd name="connsiteY35" fmla="*/ 1056825 h 1187803"/>
                  <a:gd name="connsiteX36" fmla="*/ 1808523 w 2458741"/>
                  <a:gd name="connsiteY36" fmla="*/ 1037150 h 1187803"/>
                  <a:gd name="connsiteX37" fmla="*/ 1864374 w 2458741"/>
                  <a:gd name="connsiteY37" fmla="*/ 949375 h 1187803"/>
                  <a:gd name="connsiteX38" fmla="*/ 2401812 w 2458741"/>
                  <a:gd name="connsiteY38" fmla="*/ 603163 h 1187803"/>
                  <a:gd name="connsiteX39" fmla="*/ 2445097 w 2458741"/>
                  <a:gd name="connsiteY39" fmla="*/ 600116 h 1187803"/>
                  <a:gd name="connsiteX40" fmla="*/ 1093568 w 2458741"/>
                  <a:gd name="connsiteY40" fmla="*/ 41227 h 118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458741" h="1187803">
                    <a:moveTo>
                      <a:pt x="1302" y="683068"/>
                    </a:moveTo>
                    <a:cubicBezTo>
                      <a:pt x="-1116" y="674570"/>
                      <a:pt x="-139" y="665468"/>
                      <a:pt x="4031" y="657681"/>
                    </a:cubicBezTo>
                    <a:lnTo>
                      <a:pt x="4031" y="657681"/>
                    </a:lnTo>
                    <a:cubicBezTo>
                      <a:pt x="224769" y="248890"/>
                      <a:pt x="614837" y="12984"/>
                      <a:pt x="619216" y="10318"/>
                    </a:cubicBezTo>
                    <a:cubicBezTo>
                      <a:pt x="684524" y="-15069"/>
                      <a:pt x="905389" y="12159"/>
                      <a:pt x="1051490" y="30247"/>
                    </a:cubicBezTo>
                    <a:lnTo>
                      <a:pt x="1094203" y="35451"/>
                    </a:lnTo>
                    <a:cubicBezTo>
                      <a:pt x="1550276" y="90033"/>
                      <a:pt x="1999876" y="334127"/>
                      <a:pt x="2458742" y="601132"/>
                    </a:cubicBezTo>
                    <a:lnTo>
                      <a:pt x="2457092" y="606400"/>
                    </a:lnTo>
                    <a:cubicBezTo>
                      <a:pt x="2439194" y="604800"/>
                      <a:pt x="2421163" y="605549"/>
                      <a:pt x="2403463" y="608621"/>
                    </a:cubicBezTo>
                    <a:cubicBezTo>
                      <a:pt x="2298933" y="631469"/>
                      <a:pt x="1961479" y="832659"/>
                      <a:pt x="1869071" y="952612"/>
                    </a:cubicBezTo>
                    <a:cubicBezTo>
                      <a:pt x="1847886" y="979725"/>
                      <a:pt x="1829372" y="1008818"/>
                      <a:pt x="1813791" y="1039498"/>
                    </a:cubicBezTo>
                    <a:cubicBezTo>
                      <a:pt x="1810554" y="1045845"/>
                      <a:pt x="1807445" y="1052509"/>
                      <a:pt x="1804271" y="1059046"/>
                    </a:cubicBezTo>
                    <a:cubicBezTo>
                      <a:pt x="1791578" y="1085575"/>
                      <a:pt x="1778440" y="1112993"/>
                      <a:pt x="1758702" y="1135206"/>
                    </a:cubicBezTo>
                    <a:cubicBezTo>
                      <a:pt x="1698091" y="1203560"/>
                      <a:pt x="1632530" y="1191882"/>
                      <a:pt x="1570586" y="1174112"/>
                    </a:cubicBezTo>
                    <a:cubicBezTo>
                      <a:pt x="1524953" y="1161418"/>
                      <a:pt x="1477099" y="1151962"/>
                      <a:pt x="1430959" y="1143013"/>
                    </a:cubicBezTo>
                    <a:cubicBezTo>
                      <a:pt x="1373838" y="1131969"/>
                      <a:pt x="1314687" y="1120545"/>
                      <a:pt x="1258646" y="1102140"/>
                    </a:cubicBezTo>
                    <a:cubicBezTo>
                      <a:pt x="1085508" y="1045337"/>
                      <a:pt x="911608" y="1000593"/>
                      <a:pt x="743485" y="956737"/>
                    </a:cubicBezTo>
                    <a:cubicBezTo>
                      <a:pt x="645746" y="931350"/>
                      <a:pt x="544706" y="905202"/>
                      <a:pt x="443730" y="876769"/>
                    </a:cubicBezTo>
                    <a:cubicBezTo>
                      <a:pt x="314575" y="840276"/>
                      <a:pt x="147149" y="771922"/>
                      <a:pt x="17296" y="702742"/>
                    </a:cubicBezTo>
                    <a:cubicBezTo>
                      <a:pt x="13881" y="700915"/>
                      <a:pt x="10829" y="698484"/>
                      <a:pt x="8283" y="695571"/>
                    </a:cubicBezTo>
                    <a:cubicBezTo>
                      <a:pt x="5078" y="691960"/>
                      <a:pt x="2698" y="687695"/>
                      <a:pt x="1302" y="683068"/>
                    </a:cubicBezTo>
                    <a:close/>
                    <a:moveTo>
                      <a:pt x="1093568" y="41227"/>
                    </a:moveTo>
                    <a:lnTo>
                      <a:pt x="1050792" y="36022"/>
                    </a:lnTo>
                    <a:cubicBezTo>
                      <a:pt x="914084" y="19077"/>
                      <a:pt x="685158" y="-9230"/>
                      <a:pt x="621501" y="15523"/>
                    </a:cubicBezTo>
                    <a:cubicBezTo>
                      <a:pt x="617566" y="17871"/>
                      <a:pt x="228831" y="253079"/>
                      <a:pt x="8791" y="660410"/>
                    </a:cubicBezTo>
                    <a:lnTo>
                      <a:pt x="6443" y="659077"/>
                    </a:lnTo>
                    <a:lnTo>
                      <a:pt x="8791" y="660410"/>
                    </a:lnTo>
                    <a:cubicBezTo>
                      <a:pt x="5288" y="666928"/>
                      <a:pt x="4488" y="674570"/>
                      <a:pt x="6570" y="681671"/>
                    </a:cubicBezTo>
                    <a:cubicBezTo>
                      <a:pt x="8537" y="688672"/>
                      <a:pt x="13253" y="694580"/>
                      <a:pt x="19644" y="698046"/>
                    </a:cubicBezTo>
                    <a:cubicBezTo>
                      <a:pt x="149244" y="767098"/>
                      <a:pt x="316225" y="835261"/>
                      <a:pt x="444873" y="871691"/>
                    </a:cubicBezTo>
                    <a:cubicBezTo>
                      <a:pt x="545722" y="900125"/>
                      <a:pt x="646761" y="926273"/>
                      <a:pt x="744500" y="951596"/>
                    </a:cubicBezTo>
                    <a:cubicBezTo>
                      <a:pt x="912687" y="995198"/>
                      <a:pt x="1086650" y="1040450"/>
                      <a:pt x="1259915" y="1097126"/>
                    </a:cubicBezTo>
                    <a:cubicBezTo>
                      <a:pt x="1315702" y="1115468"/>
                      <a:pt x="1374600" y="1126829"/>
                      <a:pt x="1431657" y="1137809"/>
                    </a:cubicBezTo>
                    <a:cubicBezTo>
                      <a:pt x="1478051" y="1146821"/>
                      <a:pt x="1526032" y="1156087"/>
                      <a:pt x="1571919" y="1169034"/>
                    </a:cubicBezTo>
                    <a:cubicBezTo>
                      <a:pt x="1634687" y="1187059"/>
                      <a:pt x="1695933" y="1197785"/>
                      <a:pt x="1754513" y="1131779"/>
                    </a:cubicBezTo>
                    <a:cubicBezTo>
                      <a:pt x="1773553" y="1110073"/>
                      <a:pt x="1786627" y="1082973"/>
                      <a:pt x="1798940" y="1056825"/>
                    </a:cubicBezTo>
                    <a:cubicBezTo>
                      <a:pt x="1802113" y="1050478"/>
                      <a:pt x="1805287" y="1043687"/>
                      <a:pt x="1808523" y="1037150"/>
                    </a:cubicBezTo>
                    <a:cubicBezTo>
                      <a:pt x="1824257" y="1006153"/>
                      <a:pt x="1842961" y="976755"/>
                      <a:pt x="1864374" y="949375"/>
                    </a:cubicBezTo>
                    <a:cubicBezTo>
                      <a:pt x="1959575" y="825868"/>
                      <a:pt x="2294046" y="626900"/>
                      <a:pt x="2401812" y="603163"/>
                    </a:cubicBezTo>
                    <a:cubicBezTo>
                      <a:pt x="2416073" y="600472"/>
                      <a:pt x="2430601" y="599450"/>
                      <a:pt x="2445097" y="600116"/>
                    </a:cubicBezTo>
                    <a:cubicBezTo>
                      <a:pt x="1990864" y="335586"/>
                      <a:pt x="1545136" y="94983"/>
                      <a:pt x="1093568" y="41227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2" name=""/>
              <p:cNvSpPr/>
              <p:nvPr/>
            </p:nvSpPr>
            <p:spPr>
              <a:xfrm>
                <a:off x="2254705" y="4490225"/>
                <a:ext cx="2306703" cy="1144025"/>
              </a:xfrm>
              <a:custGeom>
                <a:avLst/>
                <a:gdLst>
                  <a:gd name="connsiteX0" fmla="*/ 1342 w 2306523"/>
                  <a:gd name="connsiteY0" fmla="*/ 636166 h 1141767"/>
                  <a:gd name="connsiteX1" fmla="*/ 3754 w 2306523"/>
                  <a:gd name="connsiteY1" fmla="*/ 611795 h 1141767"/>
                  <a:gd name="connsiteX2" fmla="*/ 3754 w 2306523"/>
                  <a:gd name="connsiteY2" fmla="*/ 611795 h 1141767"/>
                  <a:gd name="connsiteX3" fmla="*/ 564675 w 2306523"/>
                  <a:gd name="connsiteY3" fmla="*/ 8859 h 1141767"/>
                  <a:gd name="connsiteX4" fmla="*/ 979558 w 2306523"/>
                  <a:gd name="connsiteY4" fmla="*/ 33357 h 1141767"/>
                  <a:gd name="connsiteX5" fmla="*/ 1020241 w 2306523"/>
                  <a:gd name="connsiteY5" fmla="*/ 38815 h 1141767"/>
                  <a:gd name="connsiteX6" fmla="*/ 2306525 w 2306523"/>
                  <a:gd name="connsiteY6" fmla="*/ 568320 h 1141767"/>
                  <a:gd name="connsiteX7" fmla="*/ 2304685 w 2306523"/>
                  <a:gd name="connsiteY7" fmla="*/ 573524 h 1141767"/>
                  <a:gd name="connsiteX8" fmla="*/ 2276315 w 2306523"/>
                  <a:gd name="connsiteY8" fmla="*/ 575111 h 1141767"/>
                  <a:gd name="connsiteX9" fmla="*/ 1794347 w 2306523"/>
                  <a:gd name="connsiteY9" fmla="*/ 918213 h 1141767"/>
                  <a:gd name="connsiteX10" fmla="*/ 1742367 w 2306523"/>
                  <a:gd name="connsiteY10" fmla="*/ 1000720 h 1141767"/>
                  <a:gd name="connsiteX11" fmla="*/ 1733482 w 2306523"/>
                  <a:gd name="connsiteY11" fmla="*/ 1019760 h 1141767"/>
                  <a:gd name="connsiteX12" fmla="*/ 1690642 w 2306523"/>
                  <a:gd name="connsiteY12" fmla="*/ 1092493 h 1141767"/>
                  <a:gd name="connsiteX13" fmla="*/ 1510713 w 2306523"/>
                  <a:gd name="connsiteY13" fmla="*/ 1127654 h 1141767"/>
                  <a:gd name="connsiteX14" fmla="*/ 1376417 w 2306523"/>
                  <a:gd name="connsiteY14" fmla="*/ 1095921 h 1141767"/>
                  <a:gd name="connsiteX15" fmla="*/ 1210769 w 2306523"/>
                  <a:gd name="connsiteY15" fmla="*/ 1054540 h 1141767"/>
                  <a:gd name="connsiteX16" fmla="*/ 715726 w 2306523"/>
                  <a:gd name="connsiteY16" fmla="*/ 908566 h 1141767"/>
                  <a:gd name="connsiteX17" fmla="*/ 427523 w 2306523"/>
                  <a:gd name="connsiteY17" fmla="*/ 828090 h 1141767"/>
                  <a:gd name="connsiteX18" fmla="*/ 16892 w 2306523"/>
                  <a:gd name="connsiteY18" fmla="*/ 655651 h 1141767"/>
                  <a:gd name="connsiteX19" fmla="*/ 8197 w 2306523"/>
                  <a:gd name="connsiteY19" fmla="*/ 648669 h 1141767"/>
                  <a:gd name="connsiteX20" fmla="*/ 1342 w 2306523"/>
                  <a:gd name="connsiteY20" fmla="*/ 636166 h 1141767"/>
                  <a:gd name="connsiteX21" fmla="*/ 1019479 w 2306523"/>
                  <a:gd name="connsiteY21" fmla="*/ 44273 h 1141767"/>
                  <a:gd name="connsiteX22" fmla="*/ 978797 w 2306523"/>
                  <a:gd name="connsiteY22" fmla="*/ 38752 h 1141767"/>
                  <a:gd name="connsiteX23" fmla="*/ 566960 w 2306523"/>
                  <a:gd name="connsiteY23" fmla="*/ 13809 h 1141767"/>
                  <a:gd name="connsiteX24" fmla="*/ 8451 w 2306523"/>
                  <a:gd name="connsiteY24" fmla="*/ 614460 h 1141767"/>
                  <a:gd name="connsiteX25" fmla="*/ 8451 w 2306523"/>
                  <a:gd name="connsiteY25" fmla="*/ 614460 h 1141767"/>
                  <a:gd name="connsiteX26" fmla="*/ 19240 w 2306523"/>
                  <a:gd name="connsiteY26" fmla="*/ 650636 h 1141767"/>
                  <a:gd name="connsiteX27" fmla="*/ 428792 w 2306523"/>
                  <a:gd name="connsiteY27" fmla="*/ 822632 h 1141767"/>
                  <a:gd name="connsiteX28" fmla="*/ 716869 w 2306523"/>
                  <a:gd name="connsiteY28" fmla="*/ 903045 h 1141767"/>
                  <a:gd name="connsiteX29" fmla="*/ 1212418 w 2306523"/>
                  <a:gd name="connsiteY29" fmla="*/ 1049019 h 1141767"/>
                  <a:gd name="connsiteX30" fmla="*/ 1377432 w 2306523"/>
                  <a:gd name="connsiteY30" fmla="*/ 1090209 h 1141767"/>
                  <a:gd name="connsiteX31" fmla="*/ 1512173 w 2306523"/>
                  <a:gd name="connsiteY31" fmla="*/ 1121942 h 1141767"/>
                  <a:gd name="connsiteX32" fmla="*/ 1686580 w 2306523"/>
                  <a:gd name="connsiteY32" fmla="*/ 1088432 h 1141767"/>
                  <a:gd name="connsiteX33" fmla="*/ 1728468 w 2306523"/>
                  <a:gd name="connsiteY33" fmla="*/ 1017094 h 1141767"/>
                  <a:gd name="connsiteX34" fmla="*/ 1737481 w 2306523"/>
                  <a:gd name="connsiteY34" fmla="*/ 998054 h 1141767"/>
                  <a:gd name="connsiteX35" fmla="*/ 1789968 w 2306523"/>
                  <a:gd name="connsiteY35" fmla="*/ 914341 h 1141767"/>
                  <a:gd name="connsiteX36" fmla="*/ 2275045 w 2306523"/>
                  <a:gd name="connsiteY36" fmla="*/ 569209 h 1141767"/>
                  <a:gd name="connsiteX37" fmla="*/ 2293578 w 2306523"/>
                  <a:gd name="connsiteY37" fmla="*/ 566860 h 1141767"/>
                  <a:gd name="connsiteX38" fmla="*/ 1019479 w 2306523"/>
                  <a:gd name="connsiteY38" fmla="*/ 44273 h 114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306523" h="1141767">
                    <a:moveTo>
                      <a:pt x="1342" y="636166"/>
                    </a:moveTo>
                    <a:cubicBezTo>
                      <a:pt x="-1069" y="628042"/>
                      <a:pt x="-206" y="619290"/>
                      <a:pt x="3754" y="611795"/>
                    </a:cubicBezTo>
                    <a:lnTo>
                      <a:pt x="3754" y="611795"/>
                    </a:lnTo>
                    <a:cubicBezTo>
                      <a:pt x="210656" y="221664"/>
                      <a:pt x="560740" y="10953"/>
                      <a:pt x="564675" y="8859"/>
                    </a:cubicBezTo>
                    <a:cubicBezTo>
                      <a:pt x="627063" y="-14751"/>
                      <a:pt x="839170" y="14190"/>
                      <a:pt x="979558" y="33357"/>
                    </a:cubicBezTo>
                    <a:lnTo>
                      <a:pt x="1020241" y="38815"/>
                    </a:lnTo>
                    <a:cubicBezTo>
                      <a:pt x="1486025" y="100505"/>
                      <a:pt x="1928453" y="344472"/>
                      <a:pt x="2306525" y="568320"/>
                    </a:cubicBezTo>
                    <a:lnTo>
                      <a:pt x="2304685" y="573524"/>
                    </a:lnTo>
                    <a:cubicBezTo>
                      <a:pt x="2295209" y="572318"/>
                      <a:pt x="2285594" y="572858"/>
                      <a:pt x="2276315" y="575111"/>
                    </a:cubicBezTo>
                    <a:cubicBezTo>
                      <a:pt x="2160805" y="602655"/>
                      <a:pt x="1886057" y="798261"/>
                      <a:pt x="1794347" y="918213"/>
                    </a:cubicBezTo>
                    <a:cubicBezTo>
                      <a:pt x="1774361" y="943949"/>
                      <a:pt x="1756952" y="971583"/>
                      <a:pt x="1742367" y="1000720"/>
                    </a:cubicBezTo>
                    <a:cubicBezTo>
                      <a:pt x="1739385" y="1007067"/>
                      <a:pt x="1736402" y="1013414"/>
                      <a:pt x="1733482" y="1019760"/>
                    </a:cubicBezTo>
                    <a:cubicBezTo>
                      <a:pt x="1721614" y="1045147"/>
                      <a:pt x="1709301" y="1071296"/>
                      <a:pt x="1690642" y="1092493"/>
                    </a:cubicBezTo>
                    <a:cubicBezTo>
                      <a:pt x="1633522" y="1157483"/>
                      <a:pt x="1570055" y="1145488"/>
                      <a:pt x="1510713" y="1127654"/>
                    </a:cubicBezTo>
                    <a:cubicBezTo>
                      <a:pt x="1466858" y="1114961"/>
                      <a:pt x="1420844" y="1105250"/>
                      <a:pt x="1376417" y="1095921"/>
                    </a:cubicBezTo>
                    <a:cubicBezTo>
                      <a:pt x="1321455" y="1084623"/>
                      <a:pt x="1264716" y="1072946"/>
                      <a:pt x="1210769" y="1054540"/>
                    </a:cubicBezTo>
                    <a:cubicBezTo>
                      <a:pt x="1044231" y="997864"/>
                      <a:pt x="877123" y="952485"/>
                      <a:pt x="715726" y="908566"/>
                    </a:cubicBezTo>
                    <a:cubicBezTo>
                      <a:pt x="621732" y="883179"/>
                      <a:pt x="524627" y="856650"/>
                      <a:pt x="427523" y="828090"/>
                    </a:cubicBezTo>
                    <a:cubicBezTo>
                      <a:pt x="303318" y="791406"/>
                      <a:pt x="141922" y="723750"/>
                      <a:pt x="16892" y="655651"/>
                    </a:cubicBezTo>
                    <a:cubicBezTo>
                      <a:pt x="13598" y="653867"/>
                      <a:pt x="10647" y="651506"/>
                      <a:pt x="8197" y="648669"/>
                    </a:cubicBezTo>
                    <a:cubicBezTo>
                      <a:pt x="5030" y="645051"/>
                      <a:pt x="2694" y="640780"/>
                      <a:pt x="1342" y="636166"/>
                    </a:cubicBezTo>
                    <a:close/>
                    <a:moveTo>
                      <a:pt x="1019479" y="44273"/>
                    </a:moveTo>
                    <a:lnTo>
                      <a:pt x="978797" y="38752"/>
                    </a:lnTo>
                    <a:cubicBezTo>
                      <a:pt x="847420" y="20854"/>
                      <a:pt x="627634" y="-9166"/>
                      <a:pt x="566960" y="13809"/>
                    </a:cubicBezTo>
                    <a:cubicBezTo>
                      <a:pt x="563469" y="15903"/>
                      <a:pt x="214718" y="225789"/>
                      <a:pt x="8451" y="614460"/>
                    </a:cubicBezTo>
                    <a:lnTo>
                      <a:pt x="8451" y="614460"/>
                    </a:lnTo>
                    <a:cubicBezTo>
                      <a:pt x="1710" y="627458"/>
                      <a:pt x="6483" y="643452"/>
                      <a:pt x="19240" y="650636"/>
                    </a:cubicBezTo>
                    <a:cubicBezTo>
                      <a:pt x="144206" y="718546"/>
                      <a:pt x="304841" y="786075"/>
                      <a:pt x="428792" y="822632"/>
                    </a:cubicBezTo>
                    <a:cubicBezTo>
                      <a:pt x="525833" y="851192"/>
                      <a:pt x="622938" y="877531"/>
                      <a:pt x="716869" y="903045"/>
                    </a:cubicBezTo>
                    <a:cubicBezTo>
                      <a:pt x="878519" y="946964"/>
                      <a:pt x="1045691" y="992343"/>
                      <a:pt x="1212418" y="1049019"/>
                    </a:cubicBezTo>
                    <a:cubicBezTo>
                      <a:pt x="1265985" y="1067297"/>
                      <a:pt x="1322660" y="1078975"/>
                      <a:pt x="1377432" y="1090209"/>
                    </a:cubicBezTo>
                    <a:cubicBezTo>
                      <a:pt x="1421859" y="1099411"/>
                      <a:pt x="1468127" y="1108868"/>
                      <a:pt x="1512173" y="1121942"/>
                    </a:cubicBezTo>
                    <a:cubicBezTo>
                      <a:pt x="1572530" y="1140030"/>
                      <a:pt x="1631237" y="1151074"/>
                      <a:pt x="1686580" y="1088432"/>
                    </a:cubicBezTo>
                    <a:cubicBezTo>
                      <a:pt x="1704668" y="1067805"/>
                      <a:pt x="1716790" y="1042037"/>
                      <a:pt x="1728468" y="1017094"/>
                    </a:cubicBezTo>
                    <a:cubicBezTo>
                      <a:pt x="1731451" y="1010748"/>
                      <a:pt x="1734371" y="1004401"/>
                      <a:pt x="1737481" y="998054"/>
                    </a:cubicBezTo>
                    <a:cubicBezTo>
                      <a:pt x="1752199" y="968498"/>
                      <a:pt x="1769779" y="940465"/>
                      <a:pt x="1789968" y="914341"/>
                    </a:cubicBezTo>
                    <a:cubicBezTo>
                      <a:pt x="1882185" y="793754"/>
                      <a:pt x="2158711" y="597007"/>
                      <a:pt x="2275045" y="569209"/>
                    </a:cubicBezTo>
                    <a:cubicBezTo>
                      <a:pt x="2281119" y="567768"/>
                      <a:pt x="2287333" y="566981"/>
                      <a:pt x="2293578" y="566860"/>
                    </a:cubicBezTo>
                    <a:cubicBezTo>
                      <a:pt x="1918234" y="345106"/>
                      <a:pt x="1480122" y="105265"/>
                      <a:pt x="1019479" y="442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3" name=""/>
              <p:cNvSpPr/>
              <p:nvPr/>
            </p:nvSpPr>
            <p:spPr>
              <a:xfrm>
                <a:off x="2105380" y="5120389"/>
                <a:ext cx="73572" cy="40996"/>
              </a:xfrm>
              <a:custGeom>
                <a:avLst/>
                <a:gdLst>
                  <a:gd name="connsiteX0" fmla="*/ 70878 w 73566"/>
                  <a:gd name="connsiteY0" fmla="*/ 34981 h 40915"/>
                  <a:gd name="connsiteX1" fmla="*/ 52853 w 73566"/>
                  <a:gd name="connsiteY1" fmla="*/ 40503 h 40915"/>
                  <a:gd name="connsiteX2" fmla="*/ 12361 w 73566"/>
                  <a:gd name="connsiteY2" fmla="*/ 28190 h 40915"/>
                  <a:gd name="connsiteX3" fmla="*/ 239 w 73566"/>
                  <a:gd name="connsiteY3" fmla="*/ 10991 h 40915"/>
                  <a:gd name="connsiteX4" fmla="*/ 15090 w 73566"/>
                  <a:gd name="connsiteY4" fmla="*/ 2169 h 40915"/>
                  <a:gd name="connsiteX5" fmla="*/ 24801 w 73566"/>
                  <a:gd name="connsiteY5" fmla="*/ 9975 h 40915"/>
                  <a:gd name="connsiteX6" fmla="*/ 54059 w 73566"/>
                  <a:gd name="connsiteY6" fmla="*/ 19813 h 40915"/>
                  <a:gd name="connsiteX7" fmla="*/ 71957 w 73566"/>
                  <a:gd name="connsiteY7" fmla="*/ 33712 h 40915"/>
                  <a:gd name="connsiteX8" fmla="*/ 70878 w 73566"/>
                  <a:gd name="connsiteY8" fmla="*/ 34981 h 4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566" h="40915">
                    <a:moveTo>
                      <a:pt x="70878" y="34981"/>
                    </a:moveTo>
                    <a:cubicBezTo>
                      <a:pt x="65439" y="38326"/>
                      <a:pt x="59232" y="40224"/>
                      <a:pt x="52853" y="40503"/>
                    </a:cubicBezTo>
                    <a:cubicBezTo>
                      <a:pt x="38218" y="42362"/>
                      <a:pt x="23487" y="37882"/>
                      <a:pt x="12361" y="28190"/>
                    </a:cubicBezTo>
                    <a:cubicBezTo>
                      <a:pt x="6694" y="23798"/>
                      <a:pt x="2467" y="17807"/>
                      <a:pt x="239" y="10991"/>
                    </a:cubicBezTo>
                    <a:cubicBezTo>
                      <a:pt x="-1538" y="836"/>
                      <a:pt x="6966" y="-2718"/>
                      <a:pt x="15090" y="2169"/>
                    </a:cubicBezTo>
                    <a:cubicBezTo>
                      <a:pt x="18511" y="4536"/>
                      <a:pt x="21754" y="7145"/>
                      <a:pt x="24801" y="9975"/>
                    </a:cubicBezTo>
                    <a:cubicBezTo>
                      <a:pt x="33090" y="16595"/>
                      <a:pt x="43454" y="20079"/>
                      <a:pt x="54059" y="19813"/>
                    </a:cubicBezTo>
                    <a:cubicBezTo>
                      <a:pt x="60406" y="19813"/>
                      <a:pt x="79129" y="21399"/>
                      <a:pt x="71957" y="33712"/>
                    </a:cubicBezTo>
                    <a:cubicBezTo>
                      <a:pt x="71671" y="34194"/>
                      <a:pt x="71303" y="34619"/>
                      <a:pt x="70878" y="3498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9" name=""/>
            <p:cNvGrpSpPr/>
            <p:nvPr/>
          </p:nvGrpSpPr>
          <p:grpSpPr>
            <a:xfrm flipH="1">
              <a:off x="1018476" y="3544388"/>
              <a:ext cx="792319" cy="735955"/>
              <a:chOff x="3113234" y="3544388"/>
              <a:chExt cx="792319" cy="735955"/>
            </a:xfrm>
          </p:grpSpPr>
          <p:sp>
            <p:nvSpPr>
              <p:cNvPr id="10" name=""/>
              <p:cNvSpPr/>
              <p:nvPr/>
            </p:nvSpPr>
            <p:spPr>
              <a:xfrm>
                <a:off x="3113234" y="3544388"/>
                <a:ext cx="156311" cy="158755"/>
              </a:xfrm>
              <a:custGeom>
                <a:avLst/>
                <a:gdLst>
                  <a:gd name="connsiteX0" fmla="*/ 1 w 156299"/>
                  <a:gd name="connsiteY0" fmla="*/ 0 h 158442"/>
                  <a:gd name="connsiteX1" fmla="*/ 46015 w 156299"/>
                  <a:gd name="connsiteY1" fmla="*/ 156700 h 158442"/>
                  <a:gd name="connsiteX2" fmla="*/ 133155 w 156299"/>
                  <a:gd name="connsiteY2" fmla="*/ 132773 h 158442"/>
                  <a:gd name="connsiteX3" fmla="*/ 144642 w 156299"/>
                  <a:gd name="connsiteY3" fmla="*/ 19865 h 15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99" h="158442">
                    <a:moveTo>
                      <a:pt x="1" y="0"/>
                    </a:moveTo>
                    <a:lnTo>
                      <a:pt x="46015" y="156700"/>
                    </a:lnTo>
                    <a:cubicBezTo>
                      <a:pt x="52361" y="157842"/>
                      <a:pt x="101231" y="166156"/>
                      <a:pt x="133155" y="132773"/>
                    </a:cubicBezTo>
                    <a:cubicBezTo>
                      <a:pt x="159176" y="105609"/>
                      <a:pt x="163619" y="61563"/>
                      <a:pt x="144642" y="19865"/>
                    </a:cubicBezTo>
                    <a:close/>
                  </a:path>
                </a:pathLst>
              </a:custGeom>
              <a:solidFill>
                <a:srgbClr val="FF6B3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159378" y="3564547"/>
                <a:ext cx="746175" cy="715796"/>
              </a:xfrm>
              <a:custGeom>
                <a:avLst/>
                <a:gdLst>
                  <a:gd name="connsiteX0" fmla="*/ 746118 w 746117"/>
                  <a:gd name="connsiteY0" fmla="*/ 599572 h 714383"/>
                  <a:gd name="connsiteX1" fmla="*/ 676305 w 746117"/>
                  <a:gd name="connsiteY1" fmla="*/ 694772 h 714383"/>
                  <a:gd name="connsiteX2" fmla="*/ 630863 w 746117"/>
                  <a:gd name="connsiteY2" fmla="*/ 714384 h 714383"/>
                  <a:gd name="connsiteX3" fmla="*/ 1 w 746117"/>
                  <a:gd name="connsiteY3" fmla="*/ 136835 h 714383"/>
                  <a:gd name="connsiteX4" fmla="*/ 77367 w 746117"/>
                  <a:gd name="connsiteY4" fmla="*/ 94566 h 714383"/>
                  <a:gd name="connsiteX5" fmla="*/ 98629 w 746117"/>
                  <a:gd name="connsiteY5" fmla="*/ 0 h 71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6117" h="714383">
                    <a:moveTo>
                      <a:pt x="746118" y="599572"/>
                    </a:moveTo>
                    <a:cubicBezTo>
                      <a:pt x="735158" y="638719"/>
                      <a:pt x="710349" y="672553"/>
                      <a:pt x="676305" y="694772"/>
                    </a:cubicBezTo>
                    <a:cubicBezTo>
                      <a:pt x="662247" y="703588"/>
                      <a:pt x="646920" y="710201"/>
                      <a:pt x="630863" y="714384"/>
                    </a:cubicBezTo>
                    <a:lnTo>
                      <a:pt x="1" y="136835"/>
                    </a:lnTo>
                    <a:cubicBezTo>
                      <a:pt x="30389" y="133610"/>
                      <a:pt x="58238" y="118397"/>
                      <a:pt x="77367" y="94566"/>
                    </a:cubicBezTo>
                    <a:cubicBezTo>
                      <a:pt x="106816" y="56485"/>
                      <a:pt x="100342" y="10345"/>
                      <a:pt x="98629" y="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2" name=""/>
              <p:cNvSpPr/>
              <p:nvPr/>
            </p:nvSpPr>
            <p:spPr>
              <a:xfrm>
                <a:off x="3205967" y="3619682"/>
                <a:ext cx="687020" cy="626194"/>
              </a:xfrm>
              <a:custGeom>
                <a:avLst/>
                <a:gdLst>
                  <a:gd name="connsiteX0" fmla="*/ 49823 w 686966"/>
                  <a:gd name="connsiteY0" fmla="*/ 0 h 624958"/>
                  <a:gd name="connsiteX1" fmla="*/ 30783 w 686966"/>
                  <a:gd name="connsiteY1" fmla="*/ 39540 h 624958"/>
                  <a:gd name="connsiteX2" fmla="*/ 1 w 686966"/>
                  <a:gd name="connsiteY2" fmla="*/ 66323 h 624958"/>
                  <a:gd name="connsiteX3" fmla="*/ 48871 w 686966"/>
                  <a:gd name="connsiteY3" fmla="*/ 110750 h 624958"/>
                  <a:gd name="connsiteX4" fmla="*/ 562509 w 686966"/>
                  <a:gd name="connsiteY4" fmla="*/ 548037 h 624958"/>
                  <a:gd name="connsiteX5" fmla="*/ 648887 w 686966"/>
                  <a:gd name="connsiteY5" fmla="*/ 624959 h 624958"/>
                  <a:gd name="connsiteX6" fmla="*/ 686967 w 686966"/>
                  <a:gd name="connsiteY6" fmla="*/ 575391 h 624958"/>
                  <a:gd name="connsiteX7" fmla="*/ 49823 w 686966"/>
                  <a:gd name="connsiteY7" fmla="*/ 0 h 62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6966" h="624958">
                    <a:moveTo>
                      <a:pt x="49823" y="0"/>
                    </a:moveTo>
                    <a:cubicBezTo>
                      <a:pt x="46250" y="14344"/>
                      <a:pt x="39770" y="27805"/>
                      <a:pt x="30783" y="39540"/>
                    </a:cubicBezTo>
                    <a:cubicBezTo>
                      <a:pt x="22373" y="50399"/>
                      <a:pt x="11914" y="59500"/>
                      <a:pt x="1" y="66323"/>
                    </a:cubicBezTo>
                    <a:cubicBezTo>
                      <a:pt x="16249" y="81238"/>
                      <a:pt x="32623" y="96026"/>
                      <a:pt x="48871" y="110750"/>
                    </a:cubicBezTo>
                    <a:cubicBezTo>
                      <a:pt x="223532" y="252408"/>
                      <a:pt x="394194" y="398890"/>
                      <a:pt x="562509" y="548037"/>
                    </a:cubicBezTo>
                    <a:cubicBezTo>
                      <a:pt x="591405" y="573424"/>
                      <a:pt x="620200" y="599065"/>
                      <a:pt x="648887" y="624959"/>
                    </a:cubicBezTo>
                    <a:cubicBezTo>
                      <a:pt x="664640" y="611028"/>
                      <a:pt x="677568" y="594203"/>
                      <a:pt x="686967" y="575391"/>
                    </a:cubicBezTo>
                    <a:cubicBezTo>
                      <a:pt x="476321" y="381817"/>
                      <a:pt x="264722" y="189131"/>
                      <a:pt x="49823" y="0"/>
                    </a:cubicBezTo>
                    <a:close/>
                  </a:path>
                </a:pathLst>
              </a:custGeom>
              <a:solidFill>
                <a:srgbClr val="C5F2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3113234" y="3544388"/>
                <a:ext cx="49698" cy="53990"/>
              </a:xfrm>
              <a:custGeom>
                <a:avLst/>
                <a:gdLst>
                  <a:gd name="connsiteX0" fmla="*/ 0 w 49694"/>
                  <a:gd name="connsiteY0" fmla="*/ 0 h 53883"/>
                  <a:gd name="connsiteX1" fmla="*/ 15803 w 49694"/>
                  <a:gd name="connsiteY1" fmla="*/ 53883 h 53883"/>
                  <a:gd name="connsiteX2" fmla="*/ 49695 w 49694"/>
                  <a:gd name="connsiteY2" fmla="*/ 6855 h 53883"/>
                  <a:gd name="connsiteX3" fmla="*/ 0 w 49694"/>
                  <a:gd name="connsiteY3" fmla="*/ 0 h 53883"/>
                  <a:gd name="connsiteX4" fmla="*/ 0 w 49694"/>
                  <a:gd name="connsiteY4" fmla="*/ 0 h 53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694" h="53883">
                    <a:moveTo>
                      <a:pt x="0" y="0"/>
                    </a:moveTo>
                    <a:lnTo>
                      <a:pt x="15803" y="53883"/>
                    </a:lnTo>
                    <a:lnTo>
                      <a:pt x="49695" y="685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277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>
          <a:xfrm>
            <a:off x="1878023" y="1951182"/>
            <a:ext cx="5011745" cy="951057"/>
          </a:xfrm>
        </p:spPr>
        <p:txBody>
          <a:bodyPr anchor="b">
            <a:normAutofit/>
          </a:bodyPr>
          <a:lstStyle>
            <a:lvl1pPr lvl="0" algn="ctr" defTabSz="914354">
              <a:defRPr lang="zh-CN" altLang="en-US" sz="4400" dirty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"/>
          <p:cNvSpPr>
            <a:spLocks noGrp="1"/>
          </p:cNvSpPr>
          <p:nvPr>
            <p:ph type="body" idx="1" hasCustomPrompt="1"/>
          </p:nvPr>
        </p:nvSpPr>
        <p:spPr>
          <a:xfrm>
            <a:off x="1878023" y="2902239"/>
            <a:ext cx="5011745" cy="1148989"/>
          </a:xfrm>
        </p:spPr>
        <p:txBody>
          <a:bodyPr>
            <a:normAutofit/>
          </a:bodyPr>
          <a:lstStyle>
            <a:lvl1pPr marL="0" lvl="0" indent="0" algn="ctr">
              <a:buNone/>
              <a:defRPr lang="zh-CN" altLang="en-US" sz="2000" kern="1200" dirty="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>
          <a:xfrm>
            <a:off x="660400" y="0"/>
            <a:ext cx="10858500" cy="1028700"/>
          </a:xfrm>
        </p:spPr>
        <p:txBody>
          <a:bodyPr/>
          <a:lstStyle>
            <a:lvl1pPr lvl="0" defTabSz="914354">
              <a:defRPr lang="zh-CN" altLang="en-US" dirty="0"/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>
  <p:cSld name="Cl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"/>
          <p:cNvGrpSpPr/>
          <p:nvPr/>
        </p:nvGrpSpPr>
        <p:grpSpPr>
          <a:xfrm>
            <a:off x="1" y="0"/>
            <a:ext cx="12192000" cy="6858000"/>
            <a:chOff x="1" y="0"/>
            <a:chExt cx="12192000" cy="6858000"/>
          </a:xfrm>
        </p:grpSpPr>
        <p:grpSp>
          <p:nvGrpSpPr>
            <p:cNvPr id="6" name=""/>
            <p:cNvGrpSpPr/>
            <p:nvPr/>
          </p:nvGrpSpPr>
          <p:grpSpPr>
            <a:xfrm>
              <a:off x="1" y="0"/>
              <a:ext cx="12192000" cy="6858000"/>
              <a:chOff x="1" y="0"/>
              <a:chExt cx="12192000" cy="6858000"/>
            </a:xfrm>
          </p:grpSpPr>
          <p:sp>
            <p:nvSpPr>
              <p:cNvPr id="12" name="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3" name=""/>
              <p:cNvSpPr/>
              <p:nvPr/>
            </p:nvSpPr>
            <p:spPr>
              <a:xfrm>
                <a:off x="7744" y="0"/>
                <a:ext cx="12184003" cy="6857745"/>
              </a:xfrm>
              <a:custGeom>
                <a:avLst/>
                <a:gdLst>
                  <a:gd name="connsiteX0" fmla="*/ 0 w 12183051"/>
                  <a:gd name="connsiteY0" fmla="*/ 0 h 6844211"/>
                  <a:gd name="connsiteX1" fmla="*/ 12183052 w 12183051"/>
                  <a:gd name="connsiteY1" fmla="*/ 0 h 6844211"/>
                  <a:gd name="connsiteX2" fmla="*/ 12183052 w 12183051"/>
                  <a:gd name="connsiteY2" fmla="*/ 6844212 h 6844211"/>
                  <a:gd name="connsiteX3" fmla="*/ 0 w 12183051"/>
                  <a:gd name="connsiteY3" fmla="*/ 6844212 h 68442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2183051" h="6844211">
                    <a:moveTo>
                      <a:pt x="0" y="0"/>
                    </a:moveTo>
                    <a:lnTo>
                      <a:pt x="12183052" y="0"/>
                    </a:lnTo>
                    <a:lnTo>
                      <a:pt x="12183052" y="6844212"/>
                    </a:lnTo>
                    <a:lnTo>
                      <a:pt x="0" y="6844212"/>
                    </a:lnTo>
                    <a:close/>
                  </a:path>
                </a:pathLst>
              </a:custGeom>
              <a:gradFill>
                <a:gsLst>
                  <a:gs pos="0">
                    <a:srgbClr val="FFEFDB"/>
                  </a:gs>
                  <a:gs pos="100000">
                    <a:srgbClr val="FFFAF5"/>
                  </a:gs>
                </a:gsLst>
                <a:lin ang="5400000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4" name=""/>
              <p:cNvSpPr/>
              <p:nvPr/>
            </p:nvSpPr>
            <p:spPr>
              <a:xfrm>
                <a:off x="9576769" y="1392675"/>
                <a:ext cx="2614978" cy="5465008"/>
              </a:xfrm>
              <a:custGeom>
                <a:avLst/>
                <a:gdLst>
                  <a:gd name="connsiteX0" fmla="*/ 2614776 w 2614774"/>
                  <a:gd name="connsiteY0" fmla="*/ 0 h 5454222"/>
                  <a:gd name="connsiteX1" fmla="*/ 1953831 w 2614774"/>
                  <a:gd name="connsiteY1" fmla="*/ 109544 h 5454222"/>
                  <a:gd name="connsiteX2" fmla="*/ 1947484 w 2614774"/>
                  <a:gd name="connsiteY2" fmla="*/ 400921 h 5454222"/>
                  <a:gd name="connsiteX3" fmla="*/ 1916576 w 2614774"/>
                  <a:gd name="connsiteY3" fmla="*/ 1072020 h 5454222"/>
                  <a:gd name="connsiteX4" fmla="*/ 1902931 w 2614774"/>
                  <a:gd name="connsiteY4" fmla="*/ 1003349 h 5454222"/>
                  <a:gd name="connsiteX5" fmla="*/ 1886683 w 2614774"/>
                  <a:gd name="connsiteY5" fmla="*/ 1018581 h 5454222"/>
                  <a:gd name="connsiteX6" fmla="*/ 1881606 w 2614774"/>
                  <a:gd name="connsiteY6" fmla="*/ 1013186 h 5454222"/>
                  <a:gd name="connsiteX7" fmla="*/ 1546628 w 2614774"/>
                  <a:gd name="connsiteY7" fmla="*/ 635495 h 5454222"/>
                  <a:gd name="connsiteX8" fmla="*/ 829832 w 2614774"/>
                  <a:gd name="connsiteY8" fmla="*/ 897169 h 5454222"/>
                  <a:gd name="connsiteX9" fmla="*/ 840621 w 2614774"/>
                  <a:gd name="connsiteY9" fmla="*/ 1406808 h 5454222"/>
                  <a:gd name="connsiteX10" fmla="*/ 736154 w 2614774"/>
                  <a:gd name="connsiteY10" fmla="*/ 1387768 h 5454222"/>
                  <a:gd name="connsiteX11" fmla="*/ 726190 w 2614774"/>
                  <a:gd name="connsiteY11" fmla="*/ 1371711 h 5454222"/>
                  <a:gd name="connsiteX12" fmla="*/ 726190 w 2614774"/>
                  <a:gd name="connsiteY12" fmla="*/ 1369553 h 5454222"/>
                  <a:gd name="connsiteX13" fmla="*/ 726190 w 2614774"/>
                  <a:gd name="connsiteY13" fmla="*/ 1366507 h 5454222"/>
                  <a:gd name="connsiteX14" fmla="*/ 442747 w 2614774"/>
                  <a:gd name="connsiteY14" fmla="*/ 1536408 h 5454222"/>
                  <a:gd name="connsiteX15" fmla="*/ 426563 w 2614774"/>
                  <a:gd name="connsiteY15" fmla="*/ 2585961 h 5454222"/>
                  <a:gd name="connsiteX16" fmla="*/ 58455 w 2614774"/>
                  <a:gd name="connsiteY16" fmla="*/ 2784739 h 5454222"/>
                  <a:gd name="connsiteX17" fmla="*/ 1 w 2614774"/>
                  <a:gd name="connsiteY17" fmla="*/ 5224282 h 5454222"/>
                  <a:gd name="connsiteX18" fmla="*/ 1239066 w 2614774"/>
                  <a:gd name="connsiteY18" fmla="*/ 5454222 h 5454222"/>
                  <a:gd name="connsiteX19" fmla="*/ 2614649 w 2614774"/>
                  <a:gd name="connsiteY19" fmla="*/ 5454222 h 54542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614774" h="5454222">
                    <a:moveTo>
                      <a:pt x="2614776" y="0"/>
                    </a:moveTo>
                    <a:cubicBezTo>
                      <a:pt x="2395371" y="42904"/>
                      <a:pt x="2175458" y="81872"/>
                      <a:pt x="1953831" y="109544"/>
                    </a:cubicBezTo>
                    <a:cubicBezTo>
                      <a:pt x="1952244" y="193892"/>
                      <a:pt x="1950214" y="292011"/>
                      <a:pt x="1947484" y="400921"/>
                    </a:cubicBezTo>
                    <a:cubicBezTo>
                      <a:pt x="1947484" y="400921"/>
                      <a:pt x="1931808" y="1072465"/>
                      <a:pt x="1916576" y="1072020"/>
                    </a:cubicBezTo>
                    <a:cubicBezTo>
                      <a:pt x="1914418" y="1072020"/>
                      <a:pt x="1912577" y="1003857"/>
                      <a:pt x="1902931" y="1003349"/>
                    </a:cubicBezTo>
                    <a:cubicBezTo>
                      <a:pt x="1898108" y="1003349"/>
                      <a:pt x="1893221" y="1019660"/>
                      <a:pt x="1886683" y="1018581"/>
                    </a:cubicBezTo>
                    <a:cubicBezTo>
                      <a:pt x="1883573" y="1018073"/>
                      <a:pt x="1881923" y="1013821"/>
                      <a:pt x="1881606" y="1013186"/>
                    </a:cubicBezTo>
                    <a:cubicBezTo>
                      <a:pt x="1877481" y="1003857"/>
                      <a:pt x="1775616" y="888537"/>
                      <a:pt x="1546628" y="635495"/>
                    </a:cubicBezTo>
                    <a:lnTo>
                      <a:pt x="829832" y="897169"/>
                    </a:lnTo>
                    <a:cubicBezTo>
                      <a:pt x="833450" y="1067051"/>
                      <a:pt x="837067" y="1236926"/>
                      <a:pt x="840621" y="1406808"/>
                    </a:cubicBezTo>
                    <a:cubicBezTo>
                      <a:pt x="784834" y="1403445"/>
                      <a:pt x="744722" y="1395194"/>
                      <a:pt x="736154" y="1387768"/>
                    </a:cubicBezTo>
                    <a:cubicBezTo>
                      <a:pt x="731014" y="1383802"/>
                      <a:pt x="727459" y="1378096"/>
                      <a:pt x="726190" y="1371711"/>
                    </a:cubicBezTo>
                    <a:cubicBezTo>
                      <a:pt x="726127" y="1370994"/>
                      <a:pt x="726127" y="1370270"/>
                      <a:pt x="726190" y="1369553"/>
                    </a:cubicBezTo>
                    <a:cubicBezTo>
                      <a:pt x="726190" y="1367522"/>
                      <a:pt x="726190" y="1366570"/>
                      <a:pt x="726190" y="1366507"/>
                    </a:cubicBezTo>
                    <a:cubicBezTo>
                      <a:pt x="725365" y="1365110"/>
                      <a:pt x="596147" y="1443111"/>
                      <a:pt x="442747" y="1536408"/>
                    </a:cubicBezTo>
                    <a:lnTo>
                      <a:pt x="426563" y="2585961"/>
                    </a:lnTo>
                    <a:lnTo>
                      <a:pt x="58455" y="2784739"/>
                    </a:lnTo>
                    <a:lnTo>
                      <a:pt x="1" y="5224282"/>
                    </a:lnTo>
                    <a:lnTo>
                      <a:pt x="1239066" y="5454222"/>
                    </a:lnTo>
                    <a:lnTo>
                      <a:pt x="2614649" y="5454222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5" name=""/>
              <p:cNvSpPr/>
              <p:nvPr/>
            </p:nvSpPr>
            <p:spPr>
              <a:xfrm>
                <a:off x="10289113" y="2759808"/>
                <a:ext cx="154871" cy="1107247"/>
              </a:xfrm>
              <a:custGeom>
                <a:avLst/>
                <a:gdLst>
                  <a:gd name="connsiteX0" fmla="*/ 48046 w 154859"/>
                  <a:gd name="connsiteY0" fmla="*/ 611 h 1105062"/>
                  <a:gd name="connsiteX1" fmla="*/ 19993 w 154859"/>
                  <a:gd name="connsiteY1" fmla="*/ 2007 h 1105062"/>
                  <a:gd name="connsiteX2" fmla="*/ 12695 w 154859"/>
                  <a:gd name="connsiteY2" fmla="*/ 2515 h 1105062"/>
                  <a:gd name="connsiteX3" fmla="*/ 1 w 154859"/>
                  <a:gd name="connsiteY3" fmla="*/ 5879 h 1105062"/>
                  <a:gd name="connsiteX4" fmla="*/ 27927 w 154859"/>
                  <a:gd name="connsiteY4" fmla="*/ 1105063 h 1105062"/>
                  <a:gd name="connsiteX5" fmla="*/ 154861 w 154859"/>
                  <a:gd name="connsiteY5" fmla="*/ 1084436 h 1105062"/>
                  <a:gd name="connsiteX6" fmla="*/ 129537 w 154859"/>
                  <a:gd name="connsiteY6" fmla="*/ 104 h 1105062"/>
                  <a:gd name="connsiteX7" fmla="*/ 48046 w 154859"/>
                  <a:gd name="connsiteY7" fmla="*/ 611 h 1105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859" h="1105062">
                    <a:moveTo>
                      <a:pt x="48046" y="611"/>
                    </a:moveTo>
                    <a:cubicBezTo>
                      <a:pt x="38717" y="611"/>
                      <a:pt x="29006" y="1309"/>
                      <a:pt x="19993" y="2007"/>
                    </a:cubicBezTo>
                    <a:lnTo>
                      <a:pt x="12695" y="2515"/>
                    </a:lnTo>
                    <a:cubicBezTo>
                      <a:pt x="8443" y="3531"/>
                      <a:pt x="4127" y="4673"/>
                      <a:pt x="1" y="5879"/>
                    </a:cubicBezTo>
                    <a:lnTo>
                      <a:pt x="27927" y="1105063"/>
                    </a:lnTo>
                    <a:lnTo>
                      <a:pt x="154861" y="1084436"/>
                    </a:lnTo>
                    <a:lnTo>
                      <a:pt x="129537" y="104"/>
                    </a:lnTo>
                    <a:cubicBezTo>
                      <a:pt x="102628" y="104"/>
                      <a:pt x="75210" y="-341"/>
                      <a:pt x="48046" y="611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6" name=""/>
              <p:cNvSpPr/>
              <p:nvPr/>
            </p:nvSpPr>
            <p:spPr>
              <a:xfrm>
                <a:off x="11096286" y="2027581"/>
                <a:ext cx="424627" cy="1426633"/>
              </a:xfrm>
              <a:custGeom>
                <a:avLst/>
                <a:gdLst>
                  <a:gd name="connsiteX0" fmla="*/ 424595 w 424594"/>
                  <a:gd name="connsiteY0" fmla="*/ 61182 h 1423817"/>
                  <a:gd name="connsiteX1" fmla="*/ 395274 w 424594"/>
                  <a:gd name="connsiteY1" fmla="*/ 1198637 h 1423817"/>
                  <a:gd name="connsiteX2" fmla="*/ 1 w 424594"/>
                  <a:gd name="connsiteY2" fmla="*/ 1423817 h 1423817"/>
                  <a:gd name="connsiteX3" fmla="*/ 11806 w 424594"/>
                  <a:gd name="connsiteY3" fmla="*/ 0 h 14238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24594" h="1423817">
                    <a:moveTo>
                      <a:pt x="424595" y="61182"/>
                    </a:moveTo>
                    <a:lnTo>
                      <a:pt x="395274" y="1198637"/>
                    </a:lnTo>
                    <a:lnTo>
                      <a:pt x="1" y="1423817"/>
                    </a:lnTo>
                    <a:lnTo>
                      <a:pt x="11806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" name=""/>
              <p:cNvSpPr/>
              <p:nvPr/>
            </p:nvSpPr>
            <p:spPr>
              <a:xfrm>
                <a:off x="9196826" y="4530262"/>
                <a:ext cx="2184829" cy="1979696"/>
              </a:xfrm>
              <a:custGeom>
                <a:avLst/>
                <a:gdLst>
                  <a:gd name="connsiteX0" fmla="*/ 2106469 w 2184658"/>
                  <a:gd name="connsiteY0" fmla="*/ 752781 h 1975789"/>
                  <a:gd name="connsiteX1" fmla="*/ 2104502 w 2184658"/>
                  <a:gd name="connsiteY1" fmla="*/ 734630 h 1975789"/>
                  <a:gd name="connsiteX2" fmla="*/ 2099869 w 2184658"/>
                  <a:gd name="connsiteY2" fmla="*/ 694201 h 1975789"/>
                  <a:gd name="connsiteX3" fmla="*/ 2096315 w 2184658"/>
                  <a:gd name="connsiteY3" fmla="*/ 666149 h 1975789"/>
                  <a:gd name="connsiteX4" fmla="*/ 2001114 w 2184658"/>
                  <a:gd name="connsiteY4" fmla="*/ 361000 h 1975789"/>
                  <a:gd name="connsiteX5" fmla="*/ 1988865 w 2184658"/>
                  <a:gd name="connsiteY5" fmla="*/ 440587 h 1975789"/>
                  <a:gd name="connsiteX6" fmla="*/ 1969825 w 2184658"/>
                  <a:gd name="connsiteY6" fmla="*/ 371726 h 1975789"/>
                  <a:gd name="connsiteX7" fmla="*/ 1948182 w 2184658"/>
                  <a:gd name="connsiteY7" fmla="*/ 386831 h 1975789"/>
                  <a:gd name="connsiteX8" fmla="*/ 1941265 w 2184658"/>
                  <a:gd name="connsiteY8" fmla="*/ 381373 h 1975789"/>
                  <a:gd name="connsiteX9" fmla="*/ 1486334 w 2184658"/>
                  <a:gd name="connsiteY9" fmla="*/ 0 h 1975789"/>
                  <a:gd name="connsiteX10" fmla="*/ 524302 w 2184658"/>
                  <a:gd name="connsiteY10" fmla="*/ 254249 h 1975789"/>
                  <a:gd name="connsiteX11" fmla="*/ 544103 w 2184658"/>
                  <a:gd name="connsiteY11" fmla="*/ 764142 h 1975789"/>
                  <a:gd name="connsiteX12" fmla="*/ 403334 w 2184658"/>
                  <a:gd name="connsiteY12" fmla="*/ 744086 h 1975789"/>
                  <a:gd name="connsiteX13" fmla="*/ 389688 w 2184658"/>
                  <a:gd name="connsiteY13" fmla="*/ 727966 h 1975789"/>
                  <a:gd name="connsiteX14" fmla="*/ 389688 w 2184658"/>
                  <a:gd name="connsiteY14" fmla="*/ 725744 h 1975789"/>
                  <a:gd name="connsiteX15" fmla="*/ 389688 w 2184658"/>
                  <a:gd name="connsiteY15" fmla="*/ 722698 h 1975789"/>
                  <a:gd name="connsiteX16" fmla="*/ 9902 w 2184658"/>
                  <a:gd name="connsiteY16" fmla="*/ 889680 h 1975789"/>
                  <a:gd name="connsiteX17" fmla="*/ 1 w 2184658"/>
                  <a:gd name="connsiteY17" fmla="*/ 1858820 h 1975789"/>
                  <a:gd name="connsiteX18" fmla="*/ 153909 w 2184658"/>
                  <a:gd name="connsiteY18" fmla="*/ 1863580 h 1975789"/>
                  <a:gd name="connsiteX19" fmla="*/ 1026706 w 2184658"/>
                  <a:gd name="connsiteY19" fmla="*/ 1939169 h 1975789"/>
                  <a:gd name="connsiteX20" fmla="*/ 1905914 w 2184658"/>
                  <a:gd name="connsiteY20" fmla="*/ 1973695 h 1975789"/>
                  <a:gd name="connsiteX21" fmla="*/ 2184660 w 2184658"/>
                  <a:gd name="connsiteY21" fmla="*/ 1975789 h 1975789"/>
                  <a:gd name="connsiteX22" fmla="*/ 2119734 w 2184658"/>
                  <a:gd name="connsiteY22" fmla="*/ 949465 h 1975789"/>
                  <a:gd name="connsiteX23" fmla="*/ 2106469 w 2184658"/>
                  <a:gd name="connsiteY23" fmla="*/ 752781 h 1975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2184658" h="1975789">
                    <a:moveTo>
                      <a:pt x="2106469" y="752781"/>
                    </a:moveTo>
                    <a:cubicBezTo>
                      <a:pt x="2105581" y="744404"/>
                      <a:pt x="2104756" y="736470"/>
                      <a:pt x="2104502" y="734630"/>
                    </a:cubicBezTo>
                    <a:cubicBezTo>
                      <a:pt x="2102978" y="721092"/>
                      <a:pt x="2101455" y="707612"/>
                      <a:pt x="2099869" y="694201"/>
                    </a:cubicBezTo>
                    <a:cubicBezTo>
                      <a:pt x="2098727" y="684872"/>
                      <a:pt x="2097520" y="675542"/>
                      <a:pt x="2096315" y="666149"/>
                    </a:cubicBezTo>
                    <a:cubicBezTo>
                      <a:pt x="2061217" y="565490"/>
                      <a:pt x="2029484" y="463772"/>
                      <a:pt x="2001114" y="361000"/>
                    </a:cubicBezTo>
                    <a:cubicBezTo>
                      <a:pt x="1997369" y="409679"/>
                      <a:pt x="1993245" y="440714"/>
                      <a:pt x="1988865" y="440587"/>
                    </a:cubicBezTo>
                    <a:cubicBezTo>
                      <a:pt x="1985946" y="440587"/>
                      <a:pt x="1982518" y="372360"/>
                      <a:pt x="1969825" y="371726"/>
                    </a:cubicBezTo>
                    <a:cubicBezTo>
                      <a:pt x="1963478" y="371726"/>
                      <a:pt x="1957131" y="387973"/>
                      <a:pt x="1948182" y="386831"/>
                    </a:cubicBezTo>
                    <a:cubicBezTo>
                      <a:pt x="1945200" y="386152"/>
                      <a:pt x="1942597" y="384146"/>
                      <a:pt x="1941265" y="381373"/>
                    </a:cubicBezTo>
                    <a:cubicBezTo>
                      <a:pt x="1935616" y="371980"/>
                      <a:pt x="1797259" y="255581"/>
                      <a:pt x="1486334" y="0"/>
                    </a:cubicBezTo>
                    <a:lnTo>
                      <a:pt x="524302" y="254249"/>
                    </a:lnTo>
                    <a:lnTo>
                      <a:pt x="544103" y="764142"/>
                    </a:lnTo>
                    <a:cubicBezTo>
                      <a:pt x="469022" y="760207"/>
                      <a:pt x="414885" y="751448"/>
                      <a:pt x="403334" y="744086"/>
                    </a:cubicBezTo>
                    <a:cubicBezTo>
                      <a:pt x="390641" y="736026"/>
                      <a:pt x="389688" y="727966"/>
                      <a:pt x="389688" y="727966"/>
                    </a:cubicBezTo>
                    <a:cubicBezTo>
                      <a:pt x="389625" y="727230"/>
                      <a:pt x="389625" y="726481"/>
                      <a:pt x="389688" y="725744"/>
                    </a:cubicBezTo>
                    <a:cubicBezTo>
                      <a:pt x="389688" y="723713"/>
                      <a:pt x="389688" y="722762"/>
                      <a:pt x="389688" y="722698"/>
                    </a:cubicBezTo>
                    <a:cubicBezTo>
                      <a:pt x="388546" y="721302"/>
                      <a:pt x="215471" y="797970"/>
                      <a:pt x="9902" y="889680"/>
                    </a:cubicBezTo>
                    <a:lnTo>
                      <a:pt x="1" y="1858820"/>
                    </a:lnTo>
                    <a:cubicBezTo>
                      <a:pt x="51346" y="1859708"/>
                      <a:pt x="102628" y="1861295"/>
                      <a:pt x="153909" y="1863580"/>
                    </a:cubicBezTo>
                    <a:cubicBezTo>
                      <a:pt x="445857" y="1876908"/>
                      <a:pt x="735266" y="1918161"/>
                      <a:pt x="1026706" y="1939169"/>
                    </a:cubicBezTo>
                    <a:cubicBezTo>
                      <a:pt x="1319225" y="1960303"/>
                      <a:pt x="1612569" y="1969823"/>
                      <a:pt x="1905914" y="1973695"/>
                    </a:cubicBezTo>
                    <a:cubicBezTo>
                      <a:pt x="1999019" y="1974901"/>
                      <a:pt x="2091935" y="1975599"/>
                      <a:pt x="2184660" y="1975789"/>
                    </a:cubicBezTo>
                    <a:cubicBezTo>
                      <a:pt x="2163019" y="1633702"/>
                      <a:pt x="2141376" y="1291596"/>
                      <a:pt x="2119734" y="949465"/>
                    </a:cubicBezTo>
                    <a:cubicBezTo>
                      <a:pt x="2115482" y="884094"/>
                      <a:pt x="2111039" y="818533"/>
                      <a:pt x="2106469" y="752781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" name=""/>
              <p:cNvSpPr/>
              <p:nvPr/>
            </p:nvSpPr>
            <p:spPr>
              <a:xfrm>
                <a:off x="9566804" y="5253363"/>
                <a:ext cx="213709" cy="943403"/>
              </a:xfrm>
              <a:custGeom>
                <a:avLst/>
                <a:gdLst>
                  <a:gd name="connsiteX0" fmla="*/ 201699 w 213692"/>
                  <a:gd name="connsiteY0" fmla="*/ 939447 h 941541"/>
                  <a:gd name="connsiteX1" fmla="*/ 213694 w 213692"/>
                  <a:gd name="connsiteY1" fmla="*/ 940208 h 941541"/>
                  <a:gd name="connsiteX2" fmla="*/ 174662 w 213692"/>
                  <a:gd name="connsiteY2" fmla="*/ 898 h 941541"/>
                  <a:gd name="connsiteX3" fmla="*/ 64991 w 213692"/>
                  <a:gd name="connsiteY3" fmla="*/ 263 h 941541"/>
                  <a:gd name="connsiteX4" fmla="*/ 26911 w 213692"/>
                  <a:gd name="connsiteY4" fmla="*/ 1342 h 941541"/>
                  <a:gd name="connsiteX5" fmla="*/ 17073 w 213692"/>
                  <a:gd name="connsiteY5" fmla="*/ 1786 h 941541"/>
                  <a:gd name="connsiteX6" fmla="*/ 1 w 213692"/>
                  <a:gd name="connsiteY6" fmla="*/ 5023 h 941541"/>
                  <a:gd name="connsiteX7" fmla="*/ 41889 w 213692"/>
                  <a:gd name="connsiteY7" fmla="*/ 941541 h 941541"/>
                  <a:gd name="connsiteX8" fmla="*/ 201699 w 213692"/>
                  <a:gd name="connsiteY8" fmla="*/ 939447 h 941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692" h="941541">
                    <a:moveTo>
                      <a:pt x="201699" y="939447"/>
                    </a:moveTo>
                    <a:cubicBezTo>
                      <a:pt x="205761" y="939447"/>
                      <a:pt x="209759" y="939891"/>
                      <a:pt x="213694" y="940208"/>
                    </a:cubicBezTo>
                    <a:lnTo>
                      <a:pt x="174662" y="898"/>
                    </a:lnTo>
                    <a:cubicBezTo>
                      <a:pt x="138105" y="263"/>
                      <a:pt x="101485" y="-372"/>
                      <a:pt x="64991" y="263"/>
                    </a:cubicBezTo>
                    <a:cubicBezTo>
                      <a:pt x="52298" y="263"/>
                      <a:pt x="39605" y="625"/>
                      <a:pt x="26911" y="1342"/>
                    </a:cubicBezTo>
                    <a:lnTo>
                      <a:pt x="17073" y="1786"/>
                    </a:lnTo>
                    <a:cubicBezTo>
                      <a:pt x="11361" y="2738"/>
                      <a:pt x="5586" y="3881"/>
                      <a:pt x="1" y="5023"/>
                    </a:cubicBezTo>
                    <a:lnTo>
                      <a:pt x="41889" y="941541"/>
                    </a:lnTo>
                    <a:cubicBezTo>
                      <a:pt x="94630" y="931799"/>
                      <a:pt x="148704" y="931095"/>
                      <a:pt x="201699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" name=""/>
              <p:cNvSpPr/>
              <p:nvPr/>
            </p:nvSpPr>
            <p:spPr>
              <a:xfrm>
                <a:off x="10611296" y="4528545"/>
                <a:ext cx="606854" cy="2248311"/>
              </a:xfrm>
              <a:custGeom>
                <a:avLst/>
                <a:gdLst>
                  <a:gd name="connsiteX0" fmla="*/ 606809 w 606807"/>
                  <a:gd name="connsiteY0" fmla="*/ 65561 h 2243874"/>
                  <a:gd name="connsiteX1" fmla="*/ 591132 w 606807"/>
                  <a:gd name="connsiteY1" fmla="*/ 2243874 h 2243874"/>
                  <a:gd name="connsiteX2" fmla="*/ 1 w 606807"/>
                  <a:gd name="connsiteY2" fmla="*/ 2204905 h 2243874"/>
                  <a:gd name="connsiteX3" fmla="*/ 50394 w 606807"/>
                  <a:gd name="connsiteY3" fmla="*/ 0 h 22438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06807" h="2243874">
                    <a:moveTo>
                      <a:pt x="606809" y="65561"/>
                    </a:moveTo>
                    <a:cubicBezTo>
                      <a:pt x="601605" y="791623"/>
                      <a:pt x="596401" y="1517730"/>
                      <a:pt x="591132" y="2243874"/>
                    </a:cubicBezTo>
                    <a:lnTo>
                      <a:pt x="1" y="2204905"/>
                    </a:lnTo>
                    <a:cubicBezTo>
                      <a:pt x="16947" y="1469958"/>
                      <a:pt x="33703" y="734992"/>
                      <a:pt x="50394" y="0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" name=""/>
              <p:cNvSpPr/>
              <p:nvPr/>
            </p:nvSpPr>
            <p:spPr>
              <a:xfrm>
                <a:off x="9739764" y="4755062"/>
                <a:ext cx="47094" cy="1526218"/>
              </a:xfrm>
              <a:custGeom>
                <a:avLst/>
                <a:gdLst>
                  <a:gd name="connsiteX0" fmla="*/ 1 w 47090"/>
                  <a:gd name="connsiteY0" fmla="*/ 23737 h 1523206"/>
                  <a:gd name="connsiteX1" fmla="*/ 45380 w 47090"/>
                  <a:gd name="connsiteY1" fmla="*/ 1523207 h 1523206"/>
                  <a:gd name="connsiteX2" fmla="*/ 28752 w 47090"/>
                  <a:gd name="connsiteY2" fmla="*/ 0 h 15232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7090" h="1523206">
                    <a:moveTo>
                      <a:pt x="1" y="23737"/>
                    </a:moveTo>
                    <a:cubicBezTo>
                      <a:pt x="25388" y="1023423"/>
                      <a:pt x="40493" y="1523251"/>
                      <a:pt x="45380" y="1523207"/>
                    </a:cubicBezTo>
                    <a:cubicBezTo>
                      <a:pt x="50267" y="1523162"/>
                      <a:pt x="44681" y="1015427"/>
                      <a:pt x="28752" y="0"/>
                    </a:cubicBezTo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" name=""/>
              <p:cNvSpPr/>
              <p:nvPr/>
            </p:nvSpPr>
            <p:spPr>
              <a:xfrm>
                <a:off x="9866644" y="5894193"/>
                <a:ext cx="354744" cy="442412"/>
              </a:xfrm>
              <a:custGeom>
                <a:avLst/>
                <a:gdLst>
                  <a:gd name="connsiteX0" fmla="*/ 0 w 354716"/>
                  <a:gd name="connsiteY0" fmla="*/ 10789 h 441539"/>
                  <a:gd name="connsiteX1" fmla="*/ 7870 w 354716"/>
                  <a:gd name="connsiteY1" fmla="*/ 441540 h 441539"/>
                  <a:gd name="connsiteX2" fmla="*/ 354717 w 354716"/>
                  <a:gd name="connsiteY2" fmla="*/ 431067 h 441539"/>
                  <a:gd name="connsiteX3" fmla="*/ 336311 w 354716"/>
                  <a:gd name="connsiteY3" fmla="*/ 0 h 441539"/>
                  <a:gd name="connsiteX4" fmla="*/ 0 w 354716"/>
                  <a:gd name="connsiteY4" fmla="*/ 10789 h 441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539">
                    <a:moveTo>
                      <a:pt x="0" y="10789"/>
                    </a:moveTo>
                    <a:lnTo>
                      <a:pt x="7870" y="441540"/>
                    </a:lnTo>
                    <a:lnTo>
                      <a:pt x="354717" y="431067"/>
                    </a:lnTo>
                    <a:lnTo>
                      <a:pt x="336311" y="0"/>
                    </a:lnTo>
                    <a:lnTo>
                      <a:pt x="0" y="10789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2" name=""/>
              <p:cNvSpPr/>
              <p:nvPr/>
            </p:nvSpPr>
            <p:spPr>
              <a:xfrm>
                <a:off x="9133100" y="6168785"/>
                <a:ext cx="739892" cy="31987"/>
              </a:xfrm>
              <a:custGeom>
                <a:avLst/>
                <a:gdLst>
                  <a:gd name="connsiteX0" fmla="*/ 736663 w 739834"/>
                  <a:gd name="connsiteY0" fmla="*/ 0 h 31924"/>
                  <a:gd name="connsiteX1" fmla="*/ 1 w 739834"/>
                  <a:gd name="connsiteY1" fmla="*/ 29385 h 31924"/>
                  <a:gd name="connsiteX2" fmla="*/ 739836 w 739834"/>
                  <a:gd name="connsiteY2" fmla="*/ 31924 h 31924"/>
                  <a:gd name="connsiteX3" fmla="*/ 736663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736663" y="0"/>
                    </a:moveTo>
                    <a:lnTo>
                      <a:pt x="1" y="29385"/>
                    </a:lnTo>
                    <a:lnTo>
                      <a:pt x="739836" y="31924"/>
                    </a:lnTo>
                    <a:cubicBezTo>
                      <a:pt x="738693" y="21325"/>
                      <a:pt x="737678" y="10662"/>
                      <a:pt x="736663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3" name=""/>
              <p:cNvSpPr/>
              <p:nvPr/>
            </p:nvSpPr>
            <p:spPr>
              <a:xfrm>
                <a:off x="7744" y="0"/>
                <a:ext cx="1603236" cy="4688480"/>
              </a:xfrm>
              <a:custGeom>
                <a:avLst/>
                <a:gdLst>
                  <a:gd name="connsiteX0" fmla="*/ 1 w 1603111"/>
                  <a:gd name="connsiteY0" fmla="*/ 4679228 h 4679227"/>
                  <a:gd name="connsiteX1" fmla="*/ 1603113 w 1603111"/>
                  <a:gd name="connsiteY1" fmla="*/ 4381758 h 4679227"/>
                  <a:gd name="connsiteX2" fmla="*/ 1544660 w 1603111"/>
                  <a:gd name="connsiteY2" fmla="*/ 1942088 h 4679227"/>
                  <a:gd name="connsiteX3" fmla="*/ 1176552 w 1603111"/>
                  <a:gd name="connsiteY3" fmla="*/ 1743310 h 4679227"/>
                  <a:gd name="connsiteX4" fmla="*/ 1160177 w 1603111"/>
                  <a:gd name="connsiteY4" fmla="*/ 693821 h 4679227"/>
                  <a:gd name="connsiteX5" fmla="*/ 876734 w 1603111"/>
                  <a:gd name="connsiteY5" fmla="*/ 523920 h 4679227"/>
                  <a:gd name="connsiteX6" fmla="*/ 876734 w 1603111"/>
                  <a:gd name="connsiteY6" fmla="*/ 526966 h 4679227"/>
                  <a:gd name="connsiteX7" fmla="*/ 876734 w 1603111"/>
                  <a:gd name="connsiteY7" fmla="*/ 529187 h 4679227"/>
                  <a:gd name="connsiteX8" fmla="*/ 866769 w 1603111"/>
                  <a:gd name="connsiteY8" fmla="*/ 545245 h 4679227"/>
                  <a:gd name="connsiteX9" fmla="*/ 762303 w 1603111"/>
                  <a:gd name="connsiteY9" fmla="*/ 564285 h 4679227"/>
                  <a:gd name="connsiteX10" fmla="*/ 773092 w 1603111"/>
                  <a:gd name="connsiteY10" fmla="*/ 54709 h 4679227"/>
                  <a:gd name="connsiteX11" fmla="*/ 623754 w 1603111"/>
                  <a:gd name="connsiteY11" fmla="*/ 0 h 4679227"/>
                  <a:gd name="connsiteX12" fmla="*/ 1 w 1603111"/>
                  <a:gd name="connsiteY12" fmla="*/ 0 h 4679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603111" h="4679227">
                    <a:moveTo>
                      <a:pt x="1" y="4679228"/>
                    </a:moveTo>
                    <a:lnTo>
                      <a:pt x="1603113" y="4381758"/>
                    </a:lnTo>
                    <a:lnTo>
                      <a:pt x="1544660" y="1942088"/>
                    </a:lnTo>
                    <a:lnTo>
                      <a:pt x="1176552" y="1743310"/>
                    </a:lnTo>
                    <a:lnTo>
                      <a:pt x="1160177" y="693821"/>
                    </a:lnTo>
                    <a:cubicBezTo>
                      <a:pt x="1006777" y="600588"/>
                      <a:pt x="877559" y="522460"/>
                      <a:pt x="876734" y="523920"/>
                    </a:cubicBezTo>
                    <a:cubicBezTo>
                      <a:pt x="876734" y="523920"/>
                      <a:pt x="876734" y="524999"/>
                      <a:pt x="876734" y="526966"/>
                    </a:cubicBezTo>
                    <a:cubicBezTo>
                      <a:pt x="876829" y="527704"/>
                      <a:pt x="876829" y="528450"/>
                      <a:pt x="876734" y="529187"/>
                    </a:cubicBezTo>
                    <a:cubicBezTo>
                      <a:pt x="875502" y="535584"/>
                      <a:pt x="871955" y="541301"/>
                      <a:pt x="866769" y="545245"/>
                    </a:cubicBezTo>
                    <a:cubicBezTo>
                      <a:pt x="858201" y="552607"/>
                      <a:pt x="818090" y="560794"/>
                      <a:pt x="762303" y="564285"/>
                    </a:cubicBezTo>
                    <a:cubicBezTo>
                      <a:pt x="765939" y="394447"/>
                      <a:pt x="769538" y="224589"/>
                      <a:pt x="773092" y="54709"/>
                    </a:cubicBezTo>
                    <a:lnTo>
                      <a:pt x="62375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4" name=""/>
              <p:cNvSpPr/>
              <p:nvPr/>
            </p:nvSpPr>
            <p:spPr>
              <a:xfrm>
                <a:off x="744018" y="522887"/>
                <a:ext cx="154807" cy="1107240"/>
              </a:xfrm>
              <a:custGeom>
                <a:avLst/>
                <a:gdLst>
                  <a:gd name="connsiteX0" fmla="*/ 106689 w 154795"/>
                  <a:gd name="connsiteY0" fmla="*/ 604 h 1105055"/>
                  <a:gd name="connsiteX1" fmla="*/ 134742 w 154795"/>
                  <a:gd name="connsiteY1" fmla="*/ 1937 h 1105055"/>
                  <a:gd name="connsiteX2" fmla="*/ 142104 w 154795"/>
                  <a:gd name="connsiteY2" fmla="*/ 2445 h 1105055"/>
                  <a:gd name="connsiteX3" fmla="*/ 154797 w 154795"/>
                  <a:gd name="connsiteY3" fmla="*/ 5808 h 1105055"/>
                  <a:gd name="connsiteX4" fmla="*/ 126935 w 154795"/>
                  <a:gd name="connsiteY4" fmla="*/ 1105056 h 1105055"/>
                  <a:gd name="connsiteX5" fmla="*/ 1 w 154795"/>
                  <a:gd name="connsiteY5" fmla="*/ 1084366 h 1105055"/>
                  <a:gd name="connsiteX6" fmla="*/ 25388 w 154795"/>
                  <a:gd name="connsiteY6" fmla="*/ 350 h 1105055"/>
                  <a:gd name="connsiteX7" fmla="*/ 106689 w 154795"/>
                  <a:gd name="connsiteY7" fmla="*/ 604 h 11050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4795" h="1105055">
                    <a:moveTo>
                      <a:pt x="106689" y="604"/>
                    </a:moveTo>
                    <a:cubicBezTo>
                      <a:pt x="116082" y="604"/>
                      <a:pt x="125412" y="1302"/>
                      <a:pt x="134742" y="1937"/>
                    </a:cubicBezTo>
                    <a:lnTo>
                      <a:pt x="142104" y="2445"/>
                    </a:lnTo>
                    <a:cubicBezTo>
                      <a:pt x="146293" y="3460"/>
                      <a:pt x="150608" y="4666"/>
                      <a:pt x="154797" y="5808"/>
                    </a:cubicBezTo>
                    <a:lnTo>
                      <a:pt x="126935" y="1105056"/>
                    </a:lnTo>
                    <a:lnTo>
                      <a:pt x="1" y="1084366"/>
                    </a:lnTo>
                    <a:lnTo>
                      <a:pt x="25388" y="350"/>
                    </a:lnTo>
                    <a:cubicBezTo>
                      <a:pt x="52361" y="33"/>
                      <a:pt x="79525" y="-348"/>
                      <a:pt x="106689" y="604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5" name=""/>
              <p:cNvSpPr/>
              <p:nvPr/>
            </p:nvSpPr>
            <p:spPr>
              <a:xfrm>
                <a:off x="7744" y="0"/>
                <a:ext cx="83973" cy="1217222"/>
              </a:xfrm>
              <a:custGeom>
                <a:avLst/>
                <a:gdLst>
                  <a:gd name="connsiteX0" fmla="*/ 1 w 83966"/>
                  <a:gd name="connsiteY0" fmla="*/ 1167030 h 1214820"/>
                  <a:gd name="connsiteX1" fmla="*/ 83968 w 83966"/>
                  <a:gd name="connsiteY1" fmla="*/ 1214821 h 1214820"/>
                  <a:gd name="connsiteX2" fmla="*/ 73877 w 83966"/>
                  <a:gd name="connsiteY2" fmla="*/ 0 h 1214820"/>
                  <a:gd name="connsiteX3" fmla="*/ 1 w 83966"/>
                  <a:gd name="connsiteY3" fmla="*/ 0 h 1214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3966" h="1214820">
                    <a:moveTo>
                      <a:pt x="1" y="1167030"/>
                    </a:moveTo>
                    <a:lnTo>
                      <a:pt x="83968" y="1214821"/>
                    </a:lnTo>
                    <a:lnTo>
                      <a:pt x="73877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6" name=""/>
              <p:cNvSpPr/>
              <p:nvPr/>
            </p:nvSpPr>
            <p:spPr>
              <a:xfrm>
                <a:off x="1407363" y="3016371"/>
                <a:ext cx="213392" cy="943466"/>
              </a:xfrm>
              <a:custGeom>
                <a:avLst/>
                <a:gdLst>
                  <a:gd name="connsiteX0" fmla="*/ 11996 w 213375"/>
                  <a:gd name="connsiteY0" fmla="*/ 939447 h 941604"/>
                  <a:gd name="connsiteX1" fmla="*/ 1 w 213375"/>
                  <a:gd name="connsiteY1" fmla="*/ 940208 h 941604"/>
                  <a:gd name="connsiteX2" fmla="*/ 39033 w 213375"/>
                  <a:gd name="connsiteY2" fmla="*/ 898 h 941604"/>
                  <a:gd name="connsiteX3" fmla="*/ 148704 w 213375"/>
                  <a:gd name="connsiteY3" fmla="*/ 263 h 941604"/>
                  <a:gd name="connsiteX4" fmla="*/ 186467 w 213375"/>
                  <a:gd name="connsiteY4" fmla="*/ 1405 h 941604"/>
                  <a:gd name="connsiteX5" fmla="*/ 196305 w 213375"/>
                  <a:gd name="connsiteY5" fmla="*/ 1786 h 941604"/>
                  <a:gd name="connsiteX6" fmla="*/ 213377 w 213375"/>
                  <a:gd name="connsiteY6" fmla="*/ 5023 h 941604"/>
                  <a:gd name="connsiteX7" fmla="*/ 171489 w 213375"/>
                  <a:gd name="connsiteY7" fmla="*/ 941605 h 941604"/>
                  <a:gd name="connsiteX8" fmla="*/ 11996 w 213375"/>
                  <a:gd name="connsiteY8" fmla="*/ 939447 h 9416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3375" h="941604">
                    <a:moveTo>
                      <a:pt x="11996" y="939447"/>
                    </a:moveTo>
                    <a:cubicBezTo>
                      <a:pt x="7935" y="939447"/>
                      <a:pt x="3936" y="939891"/>
                      <a:pt x="1" y="940208"/>
                    </a:cubicBezTo>
                    <a:lnTo>
                      <a:pt x="39033" y="898"/>
                    </a:lnTo>
                    <a:cubicBezTo>
                      <a:pt x="75590" y="263"/>
                      <a:pt x="112211" y="-372"/>
                      <a:pt x="148704" y="263"/>
                    </a:cubicBezTo>
                    <a:cubicBezTo>
                      <a:pt x="161398" y="263"/>
                      <a:pt x="174091" y="771"/>
                      <a:pt x="186467" y="1405"/>
                    </a:cubicBezTo>
                    <a:lnTo>
                      <a:pt x="196305" y="1786"/>
                    </a:lnTo>
                    <a:cubicBezTo>
                      <a:pt x="202017" y="2802"/>
                      <a:pt x="207855" y="3881"/>
                      <a:pt x="213377" y="5023"/>
                    </a:cubicBezTo>
                    <a:lnTo>
                      <a:pt x="171489" y="941605"/>
                    </a:lnTo>
                    <a:cubicBezTo>
                      <a:pt x="118824" y="931913"/>
                      <a:pt x="64903" y="931183"/>
                      <a:pt x="11996" y="939447"/>
                    </a:cubicBez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7" name=""/>
              <p:cNvSpPr/>
              <p:nvPr/>
            </p:nvSpPr>
            <p:spPr>
              <a:xfrm>
                <a:off x="7744" y="2291554"/>
                <a:ext cx="568834" cy="2246912"/>
              </a:xfrm>
              <a:custGeom>
                <a:avLst/>
                <a:gdLst>
                  <a:gd name="connsiteX0" fmla="*/ 1 w 568790"/>
                  <a:gd name="connsiteY0" fmla="*/ 2242477 h 2242477"/>
                  <a:gd name="connsiteX1" fmla="*/ 568792 w 568790"/>
                  <a:gd name="connsiteY1" fmla="*/ 2204969 h 2242477"/>
                  <a:gd name="connsiteX2" fmla="*/ 518399 w 568790"/>
                  <a:gd name="connsiteY2" fmla="*/ 0 h 2242477"/>
                  <a:gd name="connsiteX3" fmla="*/ 1 w 568790"/>
                  <a:gd name="connsiteY3" fmla="*/ 61246 h 2242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68790" h="2242477">
                    <a:moveTo>
                      <a:pt x="1" y="2242477"/>
                    </a:moveTo>
                    <a:lnTo>
                      <a:pt x="568792" y="2204969"/>
                    </a:lnTo>
                    <a:cubicBezTo>
                      <a:pt x="551867" y="1469977"/>
                      <a:pt x="535070" y="734992"/>
                      <a:pt x="518399" y="0"/>
                    </a:cubicBezTo>
                    <a:lnTo>
                      <a:pt x="1" y="6124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8" name=""/>
              <p:cNvSpPr/>
              <p:nvPr/>
            </p:nvSpPr>
            <p:spPr>
              <a:xfrm>
                <a:off x="966538" y="3666422"/>
                <a:ext cx="1087858" cy="434143"/>
              </a:xfrm>
              <a:custGeom>
                <a:avLst/>
                <a:gdLst>
                  <a:gd name="connsiteX0" fmla="*/ 407155 w 1087773"/>
                  <a:gd name="connsiteY0" fmla="*/ 0 h 433286"/>
                  <a:gd name="connsiteX1" fmla="*/ 743530 w 1087773"/>
                  <a:gd name="connsiteY1" fmla="*/ 21262 h 433286"/>
                  <a:gd name="connsiteX2" fmla="*/ 768916 w 1087773"/>
                  <a:gd name="connsiteY2" fmla="*/ 167236 h 433286"/>
                  <a:gd name="connsiteX3" fmla="*/ 926568 w 1087773"/>
                  <a:gd name="connsiteY3" fmla="*/ 172947 h 433286"/>
                  <a:gd name="connsiteX4" fmla="*/ 930122 w 1087773"/>
                  <a:gd name="connsiteY4" fmla="*/ 288330 h 433286"/>
                  <a:gd name="connsiteX5" fmla="*/ 1087774 w 1087773"/>
                  <a:gd name="connsiteY5" fmla="*/ 294042 h 433286"/>
                  <a:gd name="connsiteX6" fmla="*/ 1080793 w 1087773"/>
                  <a:gd name="connsiteY6" fmla="*/ 409743 h 433286"/>
                  <a:gd name="connsiteX7" fmla="*/ 14 w 1087773"/>
                  <a:gd name="connsiteY7" fmla="*/ 421738 h 433286"/>
                  <a:gd name="connsiteX8" fmla="*/ 50407 w 1087773"/>
                  <a:gd name="connsiteY8" fmla="*/ 10853 h 4332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087773" h="433286">
                    <a:moveTo>
                      <a:pt x="407155" y="0"/>
                    </a:moveTo>
                    <a:lnTo>
                      <a:pt x="743530" y="21262"/>
                    </a:lnTo>
                    <a:lnTo>
                      <a:pt x="768916" y="167236"/>
                    </a:lnTo>
                    <a:lnTo>
                      <a:pt x="926568" y="172947"/>
                    </a:lnTo>
                    <a:lnTo>
                      <a:pt x="930122" y="288330"/>
                    </a:lnTo>
                    <a:lnTo>
                      <a:pt x="1087774" y="294042"/>
                    </a:lnTo>
                    <a:lnTo>
                      <a:pt x="1080793" y="409743"/>
                    </a:lnTo>
                    <a:cubicBezTo>
                      <a:pt x="1080793" y="409743"/>
                      <a:pt x="966" y="453471"/>
                      <a:pt x="14" y="421738"/>
                    </a:cubicBezTo>
                    <a:cubicBezTo>
                      <a:pt x="-938" y="390004"/>
                      <a:pt x="50407" y="10853"/>
                      <a:pt x="50407" y="10853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9" name=""/>
              <p:cNvSpPr/>
              <p:nvPr/>
            </p:nvSpPr>
            <p:spPr>
              <a:xfrm>
                <a:off x="966551" y="3657265"/>
                <a:ext cx="354744" cy="442349"/>
              </a:xfrm>
              <a:custGeom>
                <a:avLst/>
                <a:gdLst>
                  <a:gd name="connsiteX0" fmla="*/ 354717 w 354716"/>
                  <a:gd name="connsiteY0" fmla="*/ 10726 h 441476"/>
                  <a:gd name="connsiteX1" fmla="*/ 346847 w 354716"/>
                  <a:gd name="connsiteY1" fmla="*/ 441476 h 441476"/>
                  <a:gd name="connsiteX2" fmla="*/ 0 w 354716"/>
                  <a:gd name="connsiteY2" fmla="*/ 431068 h 441476"/>
                  <a:gd name="connsiteX3" fmla="*/ 18405 w 354716"/>
                  <a:gd name="connsiteY3" fmla="*/ 0 h 441476"/>
                  <a:gd name="connsiteX4" fmla="*/ 354717 w 354716"/>
                  <a:gd name="connsiteY4" fmla="*/ 10726 h 4414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54716" h="441476">
                    <a:moveTo>
                      <a:pt x="354717" y="10726"/>
                    </a:moveTo>
                    <a:lnTo>
                      <a:pt x="346847" y="441476"/>
                    </a:lnTo>
                    <a:lnTo>
                      <a:pt x="0" y="431068"/>
                    </a:lnTo>
                    <a:lnTo>
                      <a:pt x="18405" y="0"/>
                    </a:lnTo>
                    <a:lnTo>
                      <a:pt x="354717" y="10726"/>
                    </a:lnTo>
                    <a:close/>
                  </a:path>
                </a:pathLst>
              </a:custGeom>
              <a:solidFill>
                <a:srgbClr val="FFD7A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0" name=""/>
              <p:cNvSpPr/>
              <p:nvPr/>
            </p:nvSpPr>
            <p:spPr>
              <a:xfrm>
                <a:off x="1315583" y="3814766"/>
                <a:ext cx="577974" cy="25200"/>
              </a:xfrm>
              <a:custGeom>
                <a:avLst/>
                <a:gdLst>
                  <a:gd name="connsiteX0" fmla="*/ 577931 w 577929"/>
                  <a:gd name="connsiteY0" fmla="*/ 25151 h 25150"/>
                  <a:gd name="connsiteX1" fmla="*/ 1 w 577929"/>
                  <a:gd name="connsiteY1" fmla="*/ 11252 h 25150"/>
                  <a:gd name="connsiteX2" fmla="*/ 577931 w 577929"/>
                  <a:gd name="connsiteY2" fmla="*/ 25151 h 25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77929" h="25150">
                    <a:moveTo>
                      <a:pt x="577931" y="25151"/>
                    </a:moveTo>
                    <a:lnTo>
                      <a:pt x="1" y="11252"/>
                    </a:lnTo>
                    <a:cubicBezTo>
                      <a:pt x="9521" y="-20545"/>
                      <a:pt x="577931" y="25151"/>
                      <a:pt x="577931" y="25151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1" name=""/>
              <p:cNvSpPr/>
              <p:nvPr/>
            </p:nvSpPr>
            <p:spPr>
              <a:xfrm>
                <a:off x="1314885" y="3931857"/>
                <a:ext cx="739892" cy="31987"/>
              </a:xfrm>
              <a:custGeom>
                <a:avLst/>
                <a:gdLst>
                  <a:gd name="connsiteX0" fmla="*/ 3175 w 739834"/>
                  <a:gd name="connsiteY0" fmla="*/ 0 h 31924"/>
                  <a:gd name="connsiteX1" fmla="*/ 739835 w 739834"/>
                  <a:gd name="connsiteY1" fmla="*/ 29385 h 31924"/>
                  <a:gd name="connsiteX2" fmla="*/ 1 w 739834"/>
                  <a:gd name="connsiteY2" fmla="*/ 31924 h 31924"/>
                  <a:gd name="connsiteX3" fmla="*/ 3175 w 739834"/>
                  <a:gd name="connsiteY3" fmla="*/ 0 h 319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39834" h="31924">
                    <a:moveTo>
                      <a:pt x="3175" y="0"/>
                    </a:moveTo>
                    <a:lnTo>
                      <a:pt x="739835" y="29385"/>
                    </a:lnTo>
                    <a:lnTo>
                      <a:pt x="1" y="31924"/>
                    </a:lnTo>
                    <a:cubicBezTo>
                      <a:pt x="1144" y="21262"/>
                      <a:pt x="2159" y="10853"/>
                      <a:pt x="3175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4" name=""/>
              <p:cNvSpPr/>
              <p:nvPr/>
            </p:nvSpPr>
            <p:spPr>
              <a:xfrm>
                <a:off x="7744" y="1591944"/>
                <a:ext cx="3732809" cy="4101818"/>
              </a:xfrm>
              <a:custGeom>
                <a:avLst/>
                <a:gdLst>
                  <a:gd name="connsiteX0" fmla="*/ 3730335 w 3732517"/>
                  <a:gd name="connsiteY0" fmla="*/ 3058818 h 4093723"/>
                  <a:gd name="connsiteX1" fmla="*/ 3174174 w 3732517"/>
                  <a:gd name="connsiteY1" fmla="*/ 2244601 h 4093723"/>
                  <a:gd name="connsiteX2" fmla="*/ 2543249 w 3732517"/>
                  <a:gd name="connsiteY2" fmla="*/ 2196620 h 4093723"/>
                  <a:gd name="connsiteX3" fmla="*/ 2259234 w 3732517"/>
                  <a:gd name="connsiteY3" fmla="*/ 1827179 h 4093723"/>
                  <a:gd name="connsiteX4" fmla="*/ 1941899 w 3732517"/>
                  <a:gd name="connsiteY4" fmla="*/ 1897754 h 4093723"/>
                  <a:gd name="connsiteX5" fmla="*/ 1585977 w 3732517"/>
                  <a:gd name="connsiteY5" fmla="*/ 1097690 h 4093723"/>
                  <a:gd name="connsiteX6" fmla="*/ 1235893 w 3732517"/>
                  <a:gd name="connsiteY6" fmla="*/ 1071161 h 4093723"/>
                  <a:gd name="connsiteX7" fmla="*/ 276781 w 3732517"/>
                  <a:gd name="connsiteY7" fmla="*/ 3266 h 4093723"/>
                  <a:gd name="connsiteX8" fmla="*/ 1 w 3732517"/>
                  <a:gd name="connsiteY8" fmla="*/ 30557 h 4093723"/>
                  <a:gd name="connsiteX9" fmla="*/ 1 w 3732517"/>
                  <a:gd name="connsiteY9" fmla="*/ 2286870 h 4093723"/>
                  <a:gd name="connsiteX10" fmla="*/ 3418141 w 3732517"/>
                  <a:gd name="connsiteY10" fmla="*/ 4058677 h 4093723"/>
                  <a:gd name="connsiteX11" fmla="*/ 3407415 w 3732517"/>
                  <a:gd name="connsiteY11" fmla="*/ 3843334 h 4093723"/>
                  <a:gd name="connsiteX12" fmla="*/ 3730335 w 3732517"/>
                  <a:gd name="connsiteY12" fmla="*/ 3058818 h 40937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732517" h="4093723">
                    <a:moveTo>
                      <a:pt x="3730335" y="3058818"/>
                    </a:moveTo>
                    <a:cubicBezTo>
                      <a:pt x="3706471" y="2717303"/>
                      <a:pt x="3492778" y="2382197"/>
                      <a:pt x="3174174" y="2244601"/>
                    </a:cubicBezTo>
                    <a:cubicBezTo>
                      <a:pt x="2965558" y="2154288"/>
                      <a:pt x="2713848" y="2149020"/>
                      <a:pt x="2543249" y="2196620"/>
                    </a:cubicBezTo>
                    <a:cubicBezTo>
                      <a:pt x="2492158" y="2030019"/>
                      <a:pt x="2399496" y="1869258"/>
                      <a:pt x="2259234" y="1827179"/>
                    </a:cubicBezTo>
                    <a:cubicBezTo>
                      <a:pt x="2211570" y="1812899"/>
                      <a:pt x="2104819" y="1796271"/>
                      <a:pt x="1941899" y="1897754"/>
                    </a:cubicBezTo>
                    <a:cubicBezTo>
                      <a:pt x="2147088" y="1582451"/>
                      <a:pt x="1900646" y="1207044"/>
                      <a:pt x="1585977" y="1097690"/>
                    </a:cubicBezTo>
                    <a:cubicBezTo>
                      <a:pt x="1473386" y="1059464"/>
                      <a:pt x="1352958" y="1050337"/>
                      <a:pt x="1235893" y="1071161"/>
                    </a:cubicBezTo>
                    <a:cubicBezTo>
                      <a:pt x="1387071" y="500022"/>
                      <a:pt x="785722" y="51184"/>
                      <a:pt x="276781" y="3266"/>
                    </a:cubicBezTo>
                    <a:cubicBezTo>
                      <a:pt x="183624" y="-5613"/>
                      <a:pt x="89630" y="3653"/>
                      <a:pt x="1" y="30557"/>
                    </a:cubicBezTo>
                    <a:lnTo>
                      <a:pt x="1" y="2286870"/>
                    </a:lnTo>
                    <a:cubicBezTo>
                      <a:pt x="1090046" y="3154908"/>
                      <a:pt x="3287906" y="4310197"/>
                      <a:pt x="3418141" y="4058677"/>
                    </a:cubicBezTo>
                    <a:cubicBezTo>
                      <a:pt x="3443527" y="4010061"/>
                      <a:pt x="3436546" y="3935107"/>
                      <a:pt x="3407415" y="3843334"/>
                    </a:cubicBezTo>
                    <a:cubicBezTo>
                      <a:pt x="3560497" y="3688855"/>
                      <a:pt x="3755341" y="3418740"/>
                      <a:pt x="3730335" y="3058818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825" name=""/>
              <p:cNvSpPr/>
              <p:nvPr/>
            </p:nvSpPr>
            <p:spPr>
              <a:xfrm>
                <a:off x="7871" y="2404379"/>
                <a:ext cx="3523789" cy="3221645"/>
              </a:xfrm>
              <a:custGeom>
                <a:avLst/>
                <a:gdLst>
                  <a:gd name="connsiteX0" fmla="*/ 3505027 w 3523514"/>
                  <a:gd name="connsiteY0" fmla="*/ 2246844 h 3215287"/>
                  <a:gd name="connsiteX1" fmla="*/ 2908755 w 3523514"/>
                  <a:gd name="connsiteY1" fmla="*/ 1600750 h 3215287"/>
                  <a:gd name="connsiteX2" fmla="*/ 2346247 w 3523514"/>
                  <a:gd name="connsiteY2" fmla="*/ 1640417 h 3215287"/>
                  <a:gd name="connsiteX3" fmla="*/ 2047826 w 3523514"/>
                  <a:gd name="connsiteY3" fmla="*/ 1351262 h 3215287"/>
                  <a:gd name="connsiteX4" fmla="*/ 1776949 w 3523514"/>
                  <a:gd name="connsiteY4" fmla="*/ 1454776 h 3215287"/>
                  <a:gd name="connsiteX5" fmla="*/ 1359146 w 3523514"/>
                  <a:gd name="connsiteY5" fmla="*/ 795481 h 3215287"/>
                  <a:gd name="connsiteX6" fmla="*/ 1047079 w 3523514"/>
                  <a:gd name="connsiteY6" fmla="*/ 818139 h 3215287"/>
                  <a:gd name="connsiteX7" fmla="*/ 62960 w 3523514"/>
                  <a:gd name="connsiteY7" fmla="*/ 1256 h 3215287"/>
                  <a:gd name="connsiteX8" fmla="*/ 1 w 3523514"/>
                  <a:gd name="connsiteY8" fmla="*/ 7603 h 3215287"/>
                  <a:gd name="connsiteX9" fmla="*/ 1 w 3523514"/>
                  <a:gd name="connsiteY9" fmla="*/ 1981425 h 3215287"/>
                  <a:gd name="connsiteX10" fmla="*/ 3359560 w 3523514"/>
                  <a:gd name="connsiteY10" fmla="*/ 3169082 h 3215287"/>
                  <a:gd name="connsiteX11" fmla="*/ 3322178 w 3523514"/>
                  <a:gd name="connsiteY11" fmla="*/ 2980522 h 3215287"/>
                  <a:gd name="connsiteX12" fmla="*/ 3505027 w 3523514"/>
                  <a:gd name="connsiteY12" fmla="*/ 2246844 h 3215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523514" h="3215287">
                    <a:moveTo>
                      <a:pt x="3505027" y="2246844"/>
                    </a:moveTo>
                    <a:cubicBezTo>
                      <a:pt x="3439719" y="1948549"/>
                      <a:pt x="3207684" y="1681036"/>
                      <a:pt x="2908755" y="1600750"/>
                    </a:cubicBezTo>
                    <a:cubicBezTo>
                      <a:pt x="2713150" y="1548263"/>
                      <a:pt x="2490444" y="1576252"/>
                      <a:pt x="2346247" y="1640417"/>
                    </a:cubicBezTo>
                    <a:cubicBezTo>
                      <a:pt x="2279480" y="1500155"/>
                      <a:pt x="2176791" y="1370302"/>
                      <a:pt x="2047826" y="1351262"/>
                    </a:cubicBezTo>
                    <a:cubicBezTo>
                      <a:pt x="2003907" y="1344915"/>
                      <a:pt x="1907627" y="1344026"/>
                      <a:pt x="1776949" y="1454776"/>
                    </a:cubicBezTo>
                    <a:cubicBezTo>
                      <a:pt x="1916893" y="1150135"/>
                      <a:pt x="1650840" y="851079"/>
                      <a:pt x="1359146" y="795481"/>
                    </a:cubicBezTo>
                    <a:cubicBezTo>
                      <a:pt x="1254876" y="776600"/>
                      <a:pt x="1147528" y="784394"/>
                      <a:pt x="1047079" y="818139"/>
                    </a:cubicBezTo>
                    <a:cubicBezTo>
                      <a:pt x="1106484" y="295108"/>
                      <a:pt x="517955" y="-22607"/>
                      <a:pt x="62960" y="1256"/>
                    </a:cubicBezTo>
                    <a:cubicBezTo>
                      <a:pt x="41805" y="2316"/>
                      <a:pt x="20818" y="4430"/>
                      <a:pt x="1" y="7603"/>
                    </a:cubicBezTo>
                    <a:lnTo>
                      <a:pt x="1" y="1981425"/>
                    </a:lnTo>
                    <a:cubicBezTo>
                      <a:pt x="1031149" y="2618569"/>
                      <a:pt x="3274388" y="3416666"/>
                      <a:pt x="3359560" y="3169082"/>
                    </a:cubicBezTo>
                    <a:cubicBezTo>
                      <a:pt x="3375491" y="3122941"/>
                      <a:pt x="3359560" y="3057697"/>
                      <a:pt x="3322178" y="2980522"/>
                    </a:cubicBezTo>
                    <a:cubicBezTo>
                      <a:pt x="3436990" y="2824456"/>
                      <a:pt x="3573761" y="2560751"/>
                      <a:pt x="3505027" y="2246844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1" name=""/>
              <p:cNvSpPr/>
              <p:nvPr/>
            </p:nvSpPr>
            <p:spPr>
              <a:xfrm>
                <a:off x="195557" y="3862541"/>
                <a:ext cx="2556267" cy="1981731"/>
              </a:xfrm>
              <a:custGeom>
                <a:avLst/>
                <a:gdLst>
                  <a:gd name="connsiteX0" fmla="*/ 2921 w 2556067"/>
                  <a:gd name="connsiteY0" fmla="*/ 65180 h 1977820"/>
                  <a:gd name="connsiteX1" fmla="*/ 5777 w 2556067"/>
                  <a:gd name="connsiteY1" fmla="*/ 185767 h 1977820"/>
                  <a:gd name="connsiteX2" fmla="*/ 57375 w 2556067"/>
                  <a:gd name="connsiteY2" fmla="*/ 370393 h 1977820"/>
                  <a:gd name="connsiteX3" fmla="*/ 224738 w 2556067"/>
                  <a:gd name="connsiteY3" fmla="*/ 648378 h 1977820"/>
                  <a:gd name="connsiteX4" fmla="*/ 780899 w 2556067"/>
                  <a:gd name="connsiteY4" fmla="*/ 1190703 h 1977820"/>
                  <a:gd name="connsiteX5" fmla="*/ 1355655 w 2556067"/>
                  <a:gd name="connsiteY5" fmla="*/ 1658010 h 1977820"/>
                  <a:gd name="connsiteX6" fmla="*/ 1866691 w 2556067"/>
                  <a:gd name="connsiteY6" fmla="*/ 1965634 h 1977820"/>
                  <a:gd name="connsiteX7" fmla="*/ 1900202 w 2556067"/>
                  <a:gd name="connsiteY7" fmla="*/ 1977820 h 1977820"/>
                  <a:gd name="connsiteX8" fmla="*/ 2556069 w 2556067"/>
                  <a:gd name="connsiteY8" fmla="*/ 1107244 h 1977820"/>
                  <a:gd name="connsiteX9" fmla="*/ 2486255 w 2556067"/>
                  <a:gd name="connsiteY9" fmla="*/ 1084968 h 1977820"/>
                  <a:gd name="connsiteX10" fmla="*/ 2359321 w 2556067"/>
                  <a:gd name="connsiteY10" fmla="*/ 631560 h 1977820"/>
                  <a:gd name="connsiteX11" fmla="*/ 1096647 w 2556067"/>
                  <a:gd name="connsiteY11" fmla="*/ 427894 h 1977820"/>
                  <a:gd name="connsiteX12" fmla="*/ 907832 w 2556067"/>
                  <a:gd name="connsiteY12" fmla="*/ 178342 h 1977820"/>
                  <a:gd name="connsiteX13" fmla="*/ 136455 w 2556067"/>
                  <a:gd name="connsiteY13" fmla="*/ 297470 h 1977820"/>
                  <a:gd name="connsiteX14" fmla="*/ 36177 w 2556067"/>
                  <a:gd name="connsiteY14" fmla="*/ 25387 h 1977820"/>
                  <a:gd name="connsiteX15" fmla="*/ 1 w 2556067"/>
                  <a:gd name="connsiteY15" fmla="*/ 0 h 1977820"/>
                  <a:gd name="connsiteX16" fmla="*/ 2921 w 2556067"/>
                  <a:gd name="connsiteY16" fmla="*/ 65180 h 1977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56067" h="1977820">
                    <a:moveTo>
                      <a:pt x="2921" y="65180"/>
                    </a:moveTo>
                    <a:cubicBezTo>
                      <a:pt x="2032" y="105546"/>
                      <a:pt x="2921" y="145657"/>
                      <a:pt x="5777" y="185767"/>
                    </a:cubicBezTo>
                    <a:cubicBezTo>
                      <a:pt x="18775" y="248410"/>
                      <a:pt x="36014" y="310093"/>
                      <a:pt x="57375" y="370393"/>
                    </a:cubicBezTo>
                    <a:cubicBezTo>
                      <a:pt x="105329" y="467548"/>
                      <a:pt x="161311" y="560534"/>
                      <a:pt x="224738" y="648378"/>
                    </a:cubicBezTo>
                    <a:cubicBezTo>
                      <a:pt x="390450" y="847982"/>
                      <a:pt x="582374" y="1024166"/>
                      <a:pt x="780899" y="1190703"/>
                    </a:cubicBezTo>
                    <a:cubicBezTo>
                      <a:pt x="969713" y="1348990"/>
                      <a:pt x="1161700" y="1505753"/>
                      <a:pt x="1355655" y="1658010"/>
                    </a:cubicBezTo>
                    <a:cubicBezTo>
                      <a:pt x="1515230" y="1777461"/>
                      <a:pt x="1686439" y="1880525"/>
                      <a:pt x="1866691" y="1965634"/>
                    </a:cubicBezTo>
                    <a:cubicBezTo>
                      <a:pt x="1877798" y="1969823"/>
                      <a:pt x="1889031" y="1973758"/>
                      <a:pt x="1900202" y="1977820"/>
                    </a:cubicBezTo>
                    <a:cubicBezTo>
                      <a:pt x="2368588" y="1735821"/>
                      <a:pt x="2515831" y="1169315"/>
                      <a:pt x="2556069" y="1107244"/>
                    </a:cubicBezTo>
                    <a:lnTo>
                      <a:pt x="2486255" y="1084968"/>
                    </a:lnTo>
                    <a:cubicBezTo>
                      <a:pt x="2515133" y="927950"/>
                      <a:pt x="2459472" y="758747"/>
                      <a:pt x="2359321" y="631560"/>
                    </a:cubicBezTo>
                    <a:cubicBezTo>
                      <a:pt x="2077846" y="273225"/>
                      <a:pt x="1451744" y="39095"/>
                      <a:pt x="1096647" y="427894"/>
                    </a:cubicBezTo>
                    <a:cubicBezTo>
                      <a:pt x="1055742" y="330130"/>
                      <a:pt x="990796" y="244284"/>
                      <a:pt x="907832" y="178342"/>
                    </a:cubicBezTo>
                    <a:cubicBezTo>
                      <a:pt x="674084" y="-4760"/>
                      <a:pt x="273861" y="-8441"/>
                      <a:pt x="136455" y="297470"/>
                    </a:cubicBezTo>
                    <a:cubicBezTo>
                      <a:pt x="133853" y="126109"/>
                      <a:pt x="69942" y="54264"/>
                      <a:pt x="36177" y="25387"/>
                    </a:cubicBezTo>
                    <a:cubicBezTo>
                      <a:pt x="24939" y="15809"/>
                      <a:pt x="12827" y="7311"/>
                      <a:pt x="1" y="0"/>
                    </a:cubicBezTo>
                    <a:cubicBezTo>
                      <a:pt x="2337" y="21642"/>
                      <a:pt x="3312" y="43411"/>
                      <a:pt x="2921" y="65180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02" name=""/>
              <p:cNvSpPr/>
              <p:nvPr/>
            </p:nvSpPr>
            <p:spPr>
              <a:xfrm>
                <a:off x="9134052" y="4352457"/>
                <a:ext cx="3057949" cy="2505287"/>
              </a:xfrm>
              <a:custGeom>
                <a:avLst/>
                <a:gdLst>
                  <a:gd name="connsiteX0" fmla="*/ 3057458 w 3057710"/>
                  <a:gd name="connsiteY0" fmla="*/ 0 h 2500343"/>
                  <a:gd name="connsiteX1" fmla="*/ 2304677 w 3057710"/>
                  <a:gd name="connsiteY1" fmla="*/ 1027720 h 2500343"/>
                  <a:gd name="connsiteX2" fmla="*/ 1954593 w 3057710"/>
                  <a:gd name="connsiteY2" fmla="*/ 1054313 h 2500343"/>
                  <a:gd name="connsiteX3" fmla="*/ 1598670 w 3057710"/>
                  <a:gd name="connsiteY3" fmla="*/ 1854377 h 2500343"/>
                  <a:gd name="connsiteX4" fmla="*/ 1281336 w 3057710"/>
                  <a:gd name="connsiteY4" fmla="*/ 1783802 h 2500343"/>
                  <a:gd name="connsiteX5" fmla="*/ 997257 w 3057710"/>
                  <a:gd name="connsiteY5" fmla="*/ 2153243 h 2500343"/>
                  <a:gd name="connsiteX6" fmla="*/ 366396 w 3057710"/>
                  <a:gd name="connsiteY6" fmla="*/ 2201161 h 2500343"/>
                  <a:gd name="connsiteX7" fmla="*/ 1 w 3057710"/>
                  <a:gd name="connsiteY7" fmla="*/ 2500344 h 2500343"/>
                  <a:gd name="connsiteX8" fmla="*/ 3057712 w 3057710"/>
                  <a:gd name="connsiteY8" fmla="*/ 2500344 h 2500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057710" h="2500343">
                    <a:moveTo>
                      <a:pt x="3057458" y="0"/>
                    </a:moveTo>
                    <a:cubicBezTo>
                      <a:pt x="2607858" y="129726"/>
                      <a:pt x="2173427" y="533122"/>
                      <a:pt x="2304677" y="1027720"/>
                    </a:cubicBezTo>
                    <a:cubicBezTo>
                      <a:pt x="2187580" y="1006928"/>
                      <a:pt x="2067184" y="1016074"/>
                      <a:pt x="1954593" y="1054313"/>
                    </a:cubicBezTo>
                    <a:cubicBezTo>
                      <a:pt x="1639860" y="1163667"/>
                      <a:pt x="1393482" y="1539010"/>
                      <a:pt x="1598670" y="1854377"/>
                    </a:cubicBezTo>
                    <a:cubicBezTo>
                      <a:pt x="1435433" y="1752830"/>
                      <a:pt x="1328745" y="1769458"/>
                      <a:pt x="1281336" y="1783802"/>
                    </a:cubicBezTo>
                    <a:cubicBezTo>
                      <a:pt x="1141074" y="1825881"/>
                      <a:pt x="1048412" y="1986896"/>
                      <a:pt x="997257" y="2153243"/>
                    </a:cubicBezTo>
                    <a:cubicBezTo>
                      <a:pt x="826722" y="2105579"/>
                      <a:pt x="575012" y="2110911"/>
                      <a:pt x="366396" y="2201161"/>
                    </a:cubicBezTo>
                    <a:cubicBezTo>
                      <a:pt x="219026" y="2264628"/>
                      <a:pt x="94123" y="2370998"/>
                      <a:pt x="1" y="2500344"/>
                    </a:cubicBezTo>
                    <a:lnTo>
                      <a:pt x="3057712" y="2500344"/>
                    </a:ln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8" name=""/>
              <p:cNvSpPr/>
              <p:nvPr/>
            </p:nvSpPr>
            <p:spPr>
              <a:xfrm>
                <a:off x="9499524" y="5188189"/>
                <a:ext cx="2692223" cy="1669556"/>
              </a:xfrm>
              <a:custGeom>
                <a:avLst/>
                <a:gdLst>
                  <a:gd name="connsiteX0" fmla="*/ 2692015 w 2692013"/>
                  <a:gd name="connsiteY0" fmla="*/ 1666261 h 1666261"/>
                  <a:gd name="connsiteX1" fmla="*/ 2692015 w 2692013"/>
                  <a:gd name="connsiteY1" fmla="*/ 0 h 1666261"/>
                  <a:gd name="connsiteX2" fmla="*/ 2127731 w 2692013"/>
                  <a:gd name="connsiteY2" fmla="*/ 751449 h 1666261"/>
                  <a:gd name="connsiteX3" fmla="*/ 1815600 w 2692013"/>
                  <a:gd name="connsiteY3" fmla="*/ 729426 h 1666261"/>
                  <a:gd name="connsiteX4" fmla="*/ 1397797 w 2692013"/>
                  <a:gd name="connsiteY4" fmla="*/ 1388657 h 1666261"/>
                  <a:gd name="connsiteX5" fmla="*/ 1126920 w 2692013"/>
                  <a:gd name="connsiteY5" fmla="*/ 1285206 h 1666261"/>
                  <a:gd name="connsiteX6" fmla="*/ 828625 w 2692013"/>
                  <a:gd name="connsiteY6" fmla="*/ 1574107 h 1666261"/>
                  <a:gd name="connsiteX7" fmla="*/ 266054 w 2692013"/>
                  <a:gd name="connsiteY7" fmla="*/ 1534440 h 1666261"/>
                  <a:gd name="connsiteX8" fmla="*/ 1 w 2692013"/>
                  <a:gd name="connsiteY8" fmla="*/ 1666261 h 16662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92013" h="1666261">
                    <a:moveTo>
                      <a:pt x="2692015" y="1666261"/>
                    </a:moveTo>
                    <a:lnTo>
                      <a:pt x="2692015" y="0"/>
                    </a:lnTo>
                    <a:cubicBezTo>
                      <a:pt x="2364652" y="117351"/>
                      <a:pt x="2085969" y="383658"/>
                      <a:pt x="2127731" y="751449"/>
                    </a:cubicBezTo>
                    <a:cubicBezTo>
                      <a:pt x="2027198" y="717868"/>
                      <a:pt x="1919813" y="710291"/>
                      <a:pt x="1815600" y="729426"/>
                    </a:cubicBezTo>
                    <a:cubicBezTo>
                      <a:pt x="1523652" y="784960"/>
                      <a:pt x="1257852" y="1083952"/>
                      <a:pt x="1397797" y="1388657"/>
                    </a:cubicBezTo>
                    <a:cubicBezTo>
                      <a:pt x="1267118" y="1277971"/>
                      <a:pt x="1170839" y="1278796"/>
                      <a:pt x="1126920" y="1285206"/>
                    </a:cubicBezTo>
                    <a:cubicBezTo>
                      <a:pt x="997828" y="1304246"/>
                      <a:pt x="895202" y="1433782"/>
                      <a:pt x="828625" y="1574107"/>
                    </a:cubicBezTo>
                    <a:cubicBezTo>
                      <a:pt x="684429" y="1509942"/>
                      <a:pt x="461723" y="1481890"/>
                      <a:pt x="266054" y="1534440"/>
                    </a:cubicBezTo>
                    <a:cubicBezTo>
                      <a:pt x="169712" y="1560843"/>
                      <a:pt x="79398" y="1605587"/>
                      <a:pt x="1" y="1666261"/>
                    </a:cubicBezTo>
                    <a:close/>
                  </a:path>
                </a:pathLst>
              </a:custGeom>
              <a:solidFill>
                <a:srgbClr val="FFD09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29" name=""/>
              <p:cNvSpPr/>
              <p:nvPr/>
            </p:nvSpPr>
            <p:spPr>
              <a:xfrm>
                <a:off x="7744" y="3708584"/>
                <a:ext cx="12184002" cy="3149161"/>
              </a:xfrm>
              <a:custGeom>
                <a:avLst/>
                <a:gdLst>
                  <a:gd name="connsiteX0" fmla="*/ 7654115 w 12183050"/>
                  <a:gd name="connsiteY0" fmla="*/ 2733521 h 3142946"/>
                  <a:gd name="connsiteX1" fmla="*/ 2788295 w 12183050"/>
                  <a:gd name="connsiteY1" fmla="*/ 1159541 h 3142946"/>
                  <a:gd name="connsiteX2" fmla="*/ 1 w 12183050"/>
                  <a:gd name="connsiteY2" fmla="*/ 0 h 3142946"/>
                  <a:gd name="connsiteX3" fmla="*/ 1 w 12183050"/>
                  <a:gd name="connsiteY3" fmla="*/ 3142947 h 3142946"/>
                  <a:gd name="connsiteX4" fmla="*/ 12183052 w 12183050"/>
                  <a:gd name="connsiteY4" fmla="*/ 3142947 h 3142946"/>
                  <a:gd name="connsiteX5" fmla="*/ 12183052 w 12183050"/>
                  <a:gd name="connsiteY5" fmla="*/ 2550990 h 3142946"/>
                  <a:gd name="connsiteX6" fmla="*/ 7654115 w 12183050"/>
                  <a:gd name="connsiteY6" fmla="*/ 2733521 h 314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2183050" h="3142946">
                    <a:moveTo>
                      <a:pt x="7654115" y="2733521"/>
                    </a:moveTo>
                    <a:cubicBezTo>
                      <a:pt x="5564656" y="2161113"/>
                      <a:pt x="5078055" y="1187911"/>
                      <a:pt x="2788295" y="1159541"/>
                    </a:cubicBezTo>
                    <a:cubicBezTo>
                      <a:pt x="1516861" y="1143421"/>
                      <a:pt x="581232" y="536740"/>
                      <a:pt x="1" y="0"/>
                    </a:cubicBezTo>
                    <a:lnTo>
                      <a:pt x="1" y="3142947"/>
                    </a:lnTo>
                    <a:lnTo>
                      <a:pt x="12183052" y="3142947"/>
                    </a:lnTo>
                    <a:lnTo>
                      <a:pt x="12183052" y="2550990"/>
                    </a:lnTo>
                    <a:cubicBezTo>
                      <a:pt x="10971151" y="2104627"/>
                      <a:pt x="9437536" y="3222280"/>
                      <a:pt x="7654115" y="2733521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0" name=""/>
              <p:cNvSpPr/>
              <p:nvPr/>
            </p:nvSpPr>
            <p:spPr>
              <a:xfrm>
                <a:off x="7664741" y="2537147"/>
                <a:ext cx="163440" cy="15770"/>
              </a:xfrm>
              <a:custGeom>
                <a:avLst/>
                <a:gdLst>
                  <a:gd name="connsiteX0" fmla="*/ 163427 w 163427"/>
                  <a:gd name="connsiteY0" fmla="*/ 0 h 15739"/>
                  <a:gd name="connsiteX1" fmla="*/ 0 w 163427"/>
                  <a:gd name="connsiteY1" fmla="*/ 15740 h 15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163427" h="15739">
                    <a:moveTo>
                      <a:pt x="163427" y="0"/>
                    </a:moveTo>
                    <a:lnTo>
                      <a:pt x="0" y="15740"/>
                    </a:lnTo>
                  </a:path>
                </a:pathLst>
              </a:custGeom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1" name=""/>
              <p:cNvSpPr/>
              <p:nvPr/>
            </p:nvSpPr>
            <p:spPr>
              <a:xfrm>
                <a:off x="7576387" y="2291676"/>
                <a:ext cx="128730" cy="190209"/>
              </a:xfrm>
              <a:custGeom>
                <a:avLst/>
                <a:gdLst>
                  <a:gd name="connsiteX0" fmla="*/ 9902 w 128720"/>
                  <a:gd name="connsiteY0" fmla="*/ 20505 h 189834"/>
                  <a:gd name="connsiteX1" fmla="*/ 128014 w 128720"/>
                  <a:gd name="connsiteY1" fmla="*/ 48049 h 189834"/>
                  <a:gd name="connsiteX2" fmla="*/ 1 w 128720"/>
                  <a:gd name="connsiteY2" fmla="*/ 189835 h 189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8720" h="189834">
                    <a:moveTo>
                      <a:pt x="9902" y="20505"/>
                    </a:moveTo>
                    <a:cubicBezTo>
                      <a:pt x="9902" y="20505"/>
                      <a:pt x="116210" y="-40550"/>
                      <a:pt x="128014" y="48049"/>
                    </a:cubicBezTo>
                    <a:cubicBezTo>
                      <a:pt x="139819" y="136649"/>
                      <a:pt x="1" y="189835"/>
                      <a:pt x="1" y="189835"/>
                    </a:cubicBezTo>
                  </a:path>
                </a:pathLst>
              </a:custGeom>
              <a:solidFill>
                <a:srgbClr val="263363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2" name=""/>
              <p:cNvSpPr/>
              <p:nvPr/>
            </p:nvSpPr>
            <p:spPr>
              <a:xfrm>
                <a:off x="6628032" y="2989162"/>
                <a:ext cx="1564121" cy="1676728"/>
              </a:xfrm>
              <a:custGeom>
                <a:avLst/>
                <a:gdLst>
                  <a:gd name="connsiteX0" fmla="*/ 449052 w 1563999"/>
                  <a:gd name="connsiteY0" fmla="*/ 1370569 h 1673419"/>
                  <a:gd name="connsiteX1" fmla="*/ 441626 w 1563999"/>
                  <a:gd name="connsiteY1" fmla="*/ 1574805 h 1673419"/>
                  <a:gd name="connsiteX2" fmla="*/ 440992 w 1563999"/>
                  <a:gd name="connsiteY2" fmla="*/ 1632687 h 1673419"/>
                  <a:gd name="connsiteX3" fmla="*/ 770068 w 1563999"/>
                  <a:gd name="connsiteY3" fmla="*/ 1673052 h 1673419"/>
                  <a:gd name="connsiteX4" fmla="*/ 933051 w 1563999"/>
                  <a:gd name="connsiteY4" fmla="*/ 1660994 h 1673419"/>
                  <a:gd name="connsiteX5" fmla="*/ 895415 w 1563999"/>
                  <a:gd name="connsiteY5" fmla="*/ 1648300 h 1673419"/>
                  <a:gd name="connsiteX6" fmla="*/ 868061 w 1563999"/>
                  <a:gd name="connsiteY6" fmla="*/ 1499026 h 1673419"/>
                  <a:gd name="connsiteX7" fmla="*/ 1212877 w 1563999"/>
                  <a:gd name="connsiteY7" fmla="*/ 1177058 h 1673419"/>
                  <a:gd name="connsiteX8" fmla="*/ 1282246 w 1563999"/>
                  <a:gd name="connsiteY8" fmla="*/ 1182580 h 1673419"/>
                  <a:gd name="connsiteX9" fmla="*/ 1429553 w 1563999"/>
                  <a:gd name="connsiteY9" fmla="*/ 107005 h 1673419"/>
                  <a:gd name="connsiteX10" fmla="*/ 1209576 w 1563999"/>
                  <a:gd name="connsiteY10" fmla="*/ 2666 h 1673419"/>
                  <a:gd name="connsiteX11" fmla="*/ 694796 w 1563999"/>
                  <a:gd name="connsiteY11" fmla="*/ 260468 h 1673419"/>
                  <a:gd name="connsiteX12" fmla="*/ 639135 w 1563999"/>
                  <a:gd name="connsiteY12" fmla="*/ 280841 h 1673419"/>
                  <a:gd name="connsiteX13" fmla="*/ 655002 w 1563999"/>
                  <a:gd name="connsiteY13" fmla="*/ 382388 h 1673419"/>
                  <a:gd name="connsiteX14" fmla="*/ 622127 w 1563999"/>
                  <a:gd name="connsiteY14" fmla="*/ 411647 h 1673419"/>
                  <a:gd name="connsiteX15" fmla="*/ 576177 w 1563999"/>
                  <a:gd name="connsiteY15" fmla="*/ 491869 h 1673419"/>
                  <a:gd name="connsiteX16" fmla="*/ 562595 w 1563999"/>
                  <a:gd name="connsiteY16" fmla="*/ 526205 h 1673419"/>
                  <a:gd name="connsiteX17" fmla="*/ 312915 w 1563999"/>
                  <a:gd name="connsiteY17" fmla="*/ 775693 h 1673419"/>
                  <a:gd name="connsiteX18" fmla="*/ 21412 w 1563999"/>
                  <a:gd name="connsiteY18" fmla="*/ 1314654 h 1673419"/>
                  <a:gd name="connsiteX19" fmla="*/ 150885 w 1563999"/>
                  <a:gd name="connsiteY19" fmla="*/ 1453076 h 1673419"/>
                  <a:gd name="connsiteX20" fmla="*/ 301428 w 1563999"/>
                  <a:gd name="connsiteY20" fmla="*/ 1445142 h 1673419"/>
                  <a:gd name="connsiteX21" fmla="*/ 449052 w 1563999"/>
                  <a:gd name="connsiteY21" fmla="*/ 1370569 h 1673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563999" h="1673419">
                    <a:moveTo>
                      <a:pt x="449052" y="1370569"/>
                    </a:moveTo>
                    <a:cubicBezTo>
                      <a:pt x="444609" y="1425975"/>
                      <a:pt x="443086" y="1501311"/>
                      <a:pt x="441626" y="1574805"/>
                    </a:cubicBezTo>
                    <a:cubicBezTo>
                      <a:pt x="441182" y="1597590"/>
                      <a:pt x="440992" y="1616630"/>
                      <a:pt x="440992" y="1632687"/>
                    </a:cubicBezTo>
                    <a:cubicBezTo>
                      <a:pt x="545014" y="1669625"/>
                      <a:pt x="663126" y="1675083"/>
                      <a:pt x="770068" y="1673052"/>
                    </a:cubicBezTo>
                    <a:cubicBezTo>
                      <a:pt x="824586" y="1672069"/>
                      <a:pt x="878977" y="1668045"/>
                      <a:pt x="933051" y="1660994"/>
                    </a:cubicBezTo>
                    <a:cubicBezTo>
                      <a:pt x="920865" y="1655757"/>
                      <a:pt x="908299" y="1651512"/>
                      <a:pt x="895415" y="1648300"/>
                    </a:cubicBezTo>
                    <a:cubicBezTo>
                      <a:pt x="774828" y="1618090"/>
                      <a:pt x="820651" y="1543707"/>
                      <a:pt x="868061" y="1499026"/>
                    </a:cubicBezTo>
                    <a:cubicBezTo>
                      <a:pt x="861714" y="1087633"/>
                      <a:pt x="979953" y="1646142"/>
                      <a:pt x="1212877" y="1177058"/>
                    </a:cubicBezTo>
                    <a:cubicBezTo>
                      <a:pt x="1238898" y="1187467"/>
                      <a:pt x="1261873" y="1188863"/>
                      <a:pt x="1282246" y="1182580"/>
                    </a:cubicBezTo>
                    <a:cubicBezTo>
                      <a:pt x="1501651" y="1114480"/>
                      <a:pt x="1707982" y="384419"/>
                      <a:pt x="1429553" y="107005"/>
                    </a:cubicBezTo>
                    <a:cubicBezTo>
                      <a:pt x="1346538" y="24498"/>
                      <a:pt x="1244229" y="6855"/>
                      <a:pt x="1209576" y="2666"/>
                    </a:cubicBezTo>
                    <a:cubicBezTo>
                      <a:pt x="992647" y="-23483"/>
                      <a:pt x="782190" y="148640"/>
                      <a:pt x="694796" y="260468"/>
                    </a:cubicBezTo>
                    <a:cubicBezTo>
                      <a:pt x="674804" y="262360"/>
                      <a:pt x="655637" y="269379"/>
                      <a:pt x="639135" y="280841"/>
                    </a:cubicBezTo>
                    <a:cubicBezTo>
                      <a:pt x="613051" y="301405"/>
                      <a:pt x="628663" y="342214"/>
                      <a:pt x="655002" y="382388"/>
                    </a:cubicBezTo>
                    <a:cubicBezTo>
                      <a:pt x="642943" y="390804"/>
                      <a:pt x="631900" y="400622"/>
                      <a:pt x="622127" y="411647"/>
                    </a:cubicBezTo>
                    <a:cubicBezTo>
                      <a:pt x="602262" y="434558"/>
                      <a:pt x="588616" y="463182"/>
                      <a:pt x="576177" y="491869"/>
                    </a:cubicBezTo>
                    <a:cubicBezTo>
                      <a:pt x="571290" y="503166"/>
                      <a:pt x="567228" y="514780"/>
                      <a:pt x="562595" y="526205"/>
                    </a:cubicBezTo>
                    <a:cubicBezTo>
                      <a:pt x="528893" y="609727"/>
                      <a:pt x="378541" y="712417"/>
                      <a:pt x="312915" y="775693"/>
                    </a:cubicBezTo>
                    <a:cubicBezTo>
                      <a:pt x="169671" y="913162"/>
                      <a:pt x="-73535" y="1083698"/>
                      <a:pt x="21412" y="1314654"/>
                    </a:cubicBezTo>
                    <a:cubicBezTo>
                      <a:pt x="46672" y="1374783"/>
                      <a:pt x="92558" y="1423887"/>
                      <a:pt x="150885" y="1453076"/>
                    </a:cubicBezTo>
                    <a:cubicBezTo>
                      <a:pt x="201086" y="1460597"/>
                      <a:pt x="252305" y="1457893"/>
                      <a:pt x="301428" y="1445142"/>
                    </a:cubicBezTo>
                    <a:cubicBezTo>
                      <a:pt x="355311" y="1430818"/>
                      <a:pt x="405577" y="1405419"/>
                      <a:pt x="449052" y="1370569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3" name=""/>
              <p:cNvSpPr/>
              <p:nvPr/>
            </p:nvSpPr>
            <p:spPr>
              <a:xfrm>
                <a:off x="6709361" y="4418212"/>
                <a:ext cx="18279" cy="8838"/>
              </a:xfrm>
              <a:custGeom>
                <a:avLst/>
                <a:gdLst>
                  <a:gd name="connsiteX0" fmla="*/ 18280 w 18278"/>
                  <a:gd name="connsiteY0" fmla="*/ 8822 h 8821"/>
                  <a:gd name="connsiteX1" fmla="*/ 18280 w 18278"/>
                  <a:gd name="connsiteY1" fmla="*/ 8822 h 8821"/>
                  <a:gd name="connsiteX2" fmla="*/ 1 w 18278"/>
                  <a:gd name="connsiteY2" fmla="*/ 0 h 8821"/>
                  <a:gd name="connsiteX3" fmla="*/ 18280 w 18278"/>
                  <a:gd name="connsiteY3" fmla="*/ 8822 h 8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8278" h="8821">
                    <a:moveTo>
                      <a:pt x="18280" y="8822"/>
                    </a:moveTo>
                    <a:lnTo>
                      <a:pt x="18280" y="8822"/>
                    </a:lnTo>
                    <a:cubicBezTo>
                      <a:pt x="11997" y="6321"/>
                      <a:pt x="5904" y="3370"/>
                      <a:pt x="1" y="0"/>
                    </a:cubicBezTo>
                    <a:cubicBezTo>
                      <a:pt x="5904" y="3370"/>
                      <a:pt x="11997" y="6321"/>
                      <a:pt x="18280" y="8822"/>
                    </a:cubicBezTo>
                    <a:close/>
                  </a:path>
                </a:pathLst>
              </a:custGeom>
              <a:solidFill>
                <a:srgbClr val="0082F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4" name=""/>
              <p:cNvSpPr/>
              <p:nvPr/>
            </p:nvSpPr>
            <p:spPr>
              <a:xfrm>
                <a:off x="6954185" y="3994263"/>
                <a:ext cx="145948" cy="281317"/>
              </a:xfrm>
              <a:custGeom>
                <a:avLst/>
                <a:gdLst>
                  <a:gd name="connsiteX0" fmla="*/ 122417 w 145937"/>
                  <a:gd name="connsiteY0" fmla="*/ 7277 h 280762"/>
                  <a:gd name="connsiteX1" fmla="*/ 1132 w 145937"/>
                  <a:gd name="connsiteY1" fmla="*/ 265841 h 280762"/>
                  <a:gd name="connsiteX2" fmla="*/ 23536 w 145937"/>
                  <a:gd name="connsiteY2" fmla="*/ 273647 h 280762"/>
                  <a:gd name="connsiteX3" fmla="*/ 144821 w 145937"/>
                  <a:gd name="connsiteY3" fmla="*/ 15083 h 280762"/>
                  <a:gd name="connsiteX4" fmla="*/ 122417 w 145937"/>
                  <a:gd name="connsiteY4" fmla="*/ 7277 h 2807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5937" h="280762">
                    <a:moveTo>
                      <a:pt x="122417" y="7277"/>
                    </a:moveTo>
                    <a:cubicBezTo>
                      <a:pt x="83322" y="94017"/>
                      <a:pt x="42893" y="180205"/>
                      <a:pt x="1132" y="265841"/>
                    </a:cubicBezTo>
                    <a:cubicBezTo>
                      <a:pt x="-5215" y="279550"/>
                      <a:pt x="16935" y="287229"/>
                      <a:pt x="23536" y="273647"/>
                    </a:cubicBezTo>
                    <a:cubicBezTo>
                      <a:pt x="65297" y="188094"/>
                      <a:pt x="105725" y="101906"/>
                      <a:pt x="144821" y="15083"/>
                    </a:cubicBezTo>
                    <a:cubicBezTo>
                      <a:pt x="151168" y="1184"/>
                      <a:pt x="128700" y="-6559"/>
                      <a:pt x="122417" y="72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5" name=""/>
              <p:cNvSpPr/>
              <p:nvPr/>
            </p:nvSpPr>
            <p:spPr>
              <a:xfrm>
                <a:off x="6654776" y="4182793"/>
                <a:ext cx="2616820" cy="2674698"/>
              </a:xfrm>
              <a:custGeom>
                <a:avLst/>
                <a:gdLst>
                  <a:gd name="connsiteX0" fmla="*/ 1800495 w 2616615"/>
                  <a:gd name="connsiteY0" fmla="*/ 363348 h 2669419"/>
                  <a:gd name="connsiteX1" fmla="*/ 1474085 w 2616615"/>
                  <a:gd name="connsiteY1" fmla="*/ 243523 h 2669419"/>
                  <a:gd name="connsiteX2" fmla="*/ 1555068 w 2616615"/>
                  <a:gd name="connsiteY2" fmla="*/ 0 h 2669419"/>
                  <a:gd name="connsiteX3" fmla="*/ 1200098 w 2616615"/>
                  <a:gd name="connsiteY3" fmla="*/ 142991 h 2669419"/>
                  <a:gd name="connsiteX4" fmla="*/ 854964 w 2616615"/>
                  <a:gd name="connsiteY4" fmla="*/ 16057 h 2669419"/>
                  <a:gd name="connsiteX5" fmla="*/ 873560 w 2616615"/>
                  <a:gd name="connsiteY5" fmla="*/ 274241 h 2669419"/>
                  <a:gd name="connsiteX6" fmla="*/ 666404 w 2616615"/>
                  <a:gd name="connsiteY6" fmla="*/ 357636 h 2669419"/>
                  <a:gd name="connsiteX7" fmla="*/ 1 w 2616615"/>
                  <a:gd name="connsiteY7" fmla="*/ 2669420 h 2669419"/>
                  <a:gd name="connsiteX8" fmla="*/ 460200 w 2616615"/>
                  <a:gd name="connsiteY8" fmla="*/ 2669420 h 2669419"/>
                  <a:gd name="connsiteX9" fmla="*/ 1072466 w 2616615"/>
                  <a:gd name="connsiteY9" fmla="*/ 1107815 h 2669419"/>
                  <a:gd name="connsiteX10" fmla="*/ 1187531 w 2616615"/>
                  <a:gd name="connsiteY10" fmla="*/ 2160478 h 2669419"/>
                  <a:gd name="connsiteX11" fmla="*/ 2028151 w 2616615"/>
                  <a:gd name="connsiteY11" fmla="*/ 2669420 h 2669419"/>
                  <a:gd name="connsiteX12" fmla="*/ 2558544 w 2616615"/>
                  <a:gd name="connsiteY12" fmla="*/ 2669420 h 2669419"/>
                  <a:gd name="connsiteX13" fmla="*/ 2616617 w 2616615"/>
                  <a:gd name="connsiteY13" fmla="*/ 2563112 h 2669419"/>
                  <a:gd name="connsiteX14" fmla="*/ 1665565 w 2616615"/>
                  <a:gd name="connsiteY14" fmla="*/ 1769649 h 266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16615" h="2669419">
                    <a:moveTo>
                      <a:pt x="1800495" y="363348"/>
                    </a:moveTo>
                    <a:lnTo>
                      <a:pt x="1474085" y="243523"/>
                    </a:lnTo>
                    <a:lnTo>
                      <a:pt x="1555068" y="0"/>
                    </a:lnTo>
                    <a:lnTo>
                      <a:pt x="1200098" y="142991"/>
                    </a:lnTo>
                    <a:lnTo>
                      <a:pt x="854964" y="16057"/>
                    </a:lnTo>
                    <a:cubicBezTo>
                      <a:pt x="854964" y="16057"/>
                      <a:pt x="860486" y="115066"/>
                      <a:pt x="873560" y="274241"/>
                    </a:cubicBezTo>
                    <a:lnTo>
                      <a:pt x="666404" y="357636"/>
                    </a:lnTo>
                    <a:cubicBezTo>
                      <a:pt x="666404" y="357636"/>
                      <a:pt x="168252" y="1766602"/>
                      <a:pt x="1" y="2669420"/>
                    </a:cubicBezTo>
                    <a:lnTo>
                      <a:pt x="460200" y="2669420"/>
                    </a:lnTo>
                    <a:lnTo>
                      <a:pt x="1072466" y="1107815"/>
                    </a:lnTo>
                    <a:cubicBezTo>
                      <a:pt x="1019280" y="1763175"/>
                      <a:pt x="1051141" y="2069594"/>
                      <a:pt x="1187531" y="2160478"/>
                    </a:cubicBezTo>
                    <a:cubicBezTo>
                      <a:pt x="1433466" y="2324286"/>
                      <a:pt x="1767683" y="2520653"/>
                      <a:pt x="2028151" y="2669420"/>
                    </a:cubicBezTo>
                    <a:lnTo>
                      <a:pt x="2558544" y="2669420"/>
                    </a:lnTo>
                    <a:lnTo>
                      <a:pt x="2616617" y="2563112"/>
                    </a:lnTo>
                    <a:lnTo>
                      <a:pt x="1665565" y="1769649"/>
                    </a:ln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6" name=""/>
              <p:cNvSpPr/>
              <p:nvPr/>
            </p:nvSpPr>
            <p:spPr>
              <a:xfrm>
                <a:off x="7744" y="0"/>
                <a:ext cx="6346" cy="6359"/>
              </a:xfrm>
              <a:custGeom>
                <a:avLst/>
                <a:gdLst/>
                <a:ahLst/>
                <a:cxnLst/>
                <a:rect l="l" t="t" r="r" b="b"/>
                <a:pathLst>
                  <a:path w="6346" h="6346"/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7" name=""/>
              <p:cNvSpPr/>
              <p:nvPr/>
            </p:nvSpPr>
            <p:spPr>
              <a:xfrm>
                <a:off x="7497936" y="4959171"/>
                <a:ext cx="267789" cy="884974"/>
              </a:xfrm>
              <a:custGeom>
                <a:avLst/>
                <a:gdLst>
                  <a:gd name="connsiteX0" fmla="*/ 245809 w 267768"/>
                  <a:gd name="connsiteY0" fmla="*/ 356452 h 883227"/>
                  <a:gd name="connsiteX1" fmla="*/ 267769 w 267768"/>
                  <a:gd name="connsiteY1" fmla="*/ 1037 h 883227"/>
                  <a:gd name="connsiteX2" fmla="*/ 1 w 267768"/>
                  <a:gd name="connsiteY2" fmla="*/ 883228 h 883227"/>
                  <a:gd name="connsiteX3" fmla="*/ 253362 w 267768"/>
                  <a:gd name="connsiteY3" fmla="*/ 332589 h 8832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67768" h="883227">
                    <a:moveTo>
                      <a:pt x="245809" y="356452"/>
                    </a:moveTo>
                    <a:cubicBezTo>
                      <a:pt x="245809" y="356452"/>
                      <a:pt x="267134" y="-22318"/>
                      <a:pt x="267769" y="1037"/>
                    </a:cubicBezTo>
                    <a:cubicBezTo>
                      <a:pt x="268403" y="24393"/>
                      <a:pt x="1" y="883228"/>
                      <a:pt x="1" y="883228"/>
                    </a:cubicBezTo>
                    <a:lnTo>
                      <a:pt x="253362" y="332589"/>
                    </a:ln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8" name=""/>
              <p:cNvSpPr/>
              <p:nvPr/>
            </p:nvSpPr>
            <p:spPr>
              <a:xfrm>
                <a:off x="7070010" y="4548513"/>
                <a:ext cx="755823" cy="2309233"/>
              </a:xfrm>
              <a:custGeom>
                <a:avLst/>
                <a:gdLst>
                  <a:gd name="connsiteX0" fmla="*/ 669069 w 755764"/>
                  <a:gd name="connsiteY0" fmla="*/ 9964 h 2304675"/>
                  <a:gd name="connsiteX1" fmla="*/ 554829 w 755764"/>
                  <a:gd name="connsiteY1" fmla="*/ 446426 h 2304675"/>
                  <a:gd name="connsiteX2" fmla="*/ 618296 w 755764"/>
                  <a:gd name="connsiteY2" fmla="*/ 452773 h 2304675"/>
                  <a:gd name="connsiteX3" fmla="*/ 755765 w 755764"/>
                  <a:gd name="connsiteY3" fmla="*/ 0 h 2304675"/>
                  <a:gd name="connsiteX4" fmla="*/ 575646 w 755764"/>
                  <a:gd name="connsiteY4" fmla="*/ 634923 h 2304675"/>
                  <a:gd name="connsiteX5" fmla="*/ 299374 w 755764"/>
                  <a:gd name="connsiteY5" fmla="*/ 1493314 h 2304675"/>
                  <a:gd name="connsiteX6" fmla="*/ 1 w 755764"/>
                  <a:gd name="connsiteY6" fmla="*/ 2304675 h 23046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55764" h="2304675">
                    <a:moveTo>
                      <a:pt x="669069" y="9964"/>
                    </a:moveTo>
                    <a:cubicBezTo>
                      <a:pt x="669069" y="9964"/>
                      <a:pt x="491362" y="440270"/>
                      <a:pt x="554829" y="446426"/>
                    </a:cubicBezTo>
                    <a:lnTo>
                      <a:pt x="618296" y="452773"/>
                    </a:lnTo>
                    <a:lnTo>
                      <a:pt x="755765" y="0"/>
                    </a:lnTo>
                    <a:lnTo>
                      <a:pt x="575646" y="634923"/>
                    </a:lnTo>
                    <a:lnTo>
                      <a:pt x="299374" y="1493314"/>
                    </a:lnTo>
                    <a:cubicBezTo>
                      <a:pt x="299374" y="1493314"/>
                      <a:pt x="127443" y="1964429"/>
                      <a:pt x="1" y="2304675"/>
                    </a:cubicBez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39" name=""/>
              <p:cNvSpPr/>
              <p:nvPr/>
            </p:nvSpPr>
            <p:spPr>
              <a:xfrm>
                <a:off x="8242081" y="4678178"/>
                <a:ext cx="935957" cy="2099313"/>
              </a:xfrm>
              <a:custGeom>
                <a:avLst/>
                <a:gdLst>
                  <a:gd name="connsiteX0" fmla="*/ 36051 w 935884"/>
                  <a:gd name="connsiteY0" fmla="*/ 0 h 2095170"/>
                  <a:gd name="connsiteX1" fmla="*/ 120081 w 935884"/>
                  <a:gd name="connsiteY1" fmla="*/ 194717 h 2095170"/>
                  <a:gd name="connsiteX2" fmla="*/ 70450 w 935884"/>
                  <a:gd name="connsiteY2" fmla="*/ 400857 h 2095170"/>
                  <a:gd name="connsiteX3" fmla="*/ 1 w 935884"/>
                  <a:gd name="connsiteY3" fmla="*/ 1293075 h 2095170"/>
                  <a:gd name="connsiteX4" fmla="*/ 63468 w 935884"/>
                  <a:gd name="connsiteY4" fmla="*/ 1299422 h 2095170"/>
                  <a:gd name="connsiteX5" fmla="*/ 33259 w 935884"/>
                  <a:gd name="connsiteY5" fmla="*/ 1347467 h 2095170"/>
                  <a:gd name="connsiteX6" fmla="*/ 143881 w 935884"/>
                  <a:gd name="connsiteY6" fmla="*/ 1360160 h 2095170"/>
                  <a:gd name="connsiteX7" fmla="*/ 935885 w 935884"/>
                  <a:gd name="connsiteY7" fmla="*/ 2095171 h 20951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5884" h="2095170">
                    <a:moveTo>
                      <a:pt x="36051" y="0"/>
                    </a:moveTo>
                    <a:cubicBezTo>
                      <a:pt x="36051" y="0"/>
                      <a:pt x="24310" y="149972"/>
                      <a:pt x="120081" y="194717"/>
                    </a:cubicBezTo>
                    <a:lnTo>
                      <a:pt x="70450" y="400857"/>
                    </a:lnTo>
                    <a:lnTo>
                      <a:pt x="1" y="1293075"/>
                    </a:lnTo>
                    <a:lnTo>
                      <a:pt x="63468" y="1299422"/>
                    </a:lnTo>
                    <a:lnTo>
                      <a:pt x="33259" y="1347467"/>
                    </a:lnTo>
                    <a:lnTo>
                      <a:pt x="143881" y="1360160"/>
                    </a:lnTo>
                    <a:lnTo>
                      <a:pt x="935885" y="2095171"/>
                    </a:lnTo>
                  </a:path>
                </a:pathLst>
              </a:custGeom>
              <a:noFill/>
              <a:ln w="10662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0" name=""/>
              <p:cNvSpPr/>
              <p:nvPr/>
            </p:nvSpPr>
            <p:spPr>
              <a:xfrm>
                <a:off x="8160571" y="3038382"/>
                <a:ext cx="656311" cy="507151"/>
              </a:xfrm>
              <a:custGeom>
                <a:avLst/>
                <a:gdLst>
                  <a:gd name="connsiteX0" fmla="*/ 14 w 656260"/>
                  <a:gd name="connsiteY0" fmla="*/ 106753 h 506150"/>
                  <a:gd name="connsiteX1" fmla="*/ 252168 w 656260"/>
                  <a:gd name="connsiteY1" fmla="*/ 4381 h 506150"/>
                  <a:gd name="connsiteX2" fmla="*/ 373327 w 656260"/>
                  <a:gd name="connsiteY2" fmla="*/ 42842 h 506150"/>
                  <a:gd name="connsiteX3" fmla="*/ 656262 w 656260"/>
                  <a:gd name="connsiteY3" fmla="*/ 348435 h 506150"/>
                  <a:gd name="connsiteX4" fmla="*/ 639189 w 656260"/>
                  <a:gd name="connsiteY4" fmla="*/ 439891 h 506150"/>
                  <a:gd name="connsiteX5" fmla="*/ 450883 w 656260"/>
                  <a:gd name="connsiteY5" fmla="*/ 506150 h 506150"/>
                  <a:gd name="connsiteX6" fmla="*/ 14 w 656260"/>
                  <a:gd name="connsiteY6" fmla="*/ 106753 h 506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56260" h="506150">
                    <a:moveTo>
                      <a:pt x="14" y="106753"/>
                    </a:moveTo>
                    <a:cubicBezTo>
                      <a:pt x="1473" y="28625"/>
                      <a:pt x="130946" y="-14406"/>
                      <a:pt x="252168" y="4381"/>
                    </a:cubicBezTo>
                    <a:cubicBezTo>
                      <a:pt x="294183" y="11394"/>
                      <a:pt x="334992" y="24347"/>
                      <a:pt x="373327" y="42842"/>
                    </a:cubicBezTo>
                    <a:lnTo>
                      <a:pt x="656262" y="348435"/>
                    </a:lnTo>
                    <a:lnTo>
                      <a:pt x="639189" y="439891"/>
                    </a:lnTo>
                    <a:lnTo>
                      <a:pt x="450883" y="506150"/>
                    </a:lnTo>
                    <a:cubicBezTo>
                      <a:pt x="175563" y="374583"/>
                      <a:pt x="-1700" y="199288"/>
                      <a:pt x="14" y="10675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1" name=""/>
              <p:cNvSpPr/>
              <p:nvPr/>
            </p:nvSpPr>
            <p:spPr>
              <a:xfrm>
                <a:off x="8229324" y="3132836"/>
                <a:ext cx="576070" cy="422871"/>
              </a:xfrm>
              <a:custGeom>
                <a:avLst/>
                <a:gdLst>
                  <a:gd name="connsiteX0" fmla="*/ 1 w 576025"/>
                  <a:gd name="connsiteY0" fmla="*/ 109335 h 422036"/>
                  <a:gd name="connsiteX1" fmla="*/ 218200 w 576025"/>
                  <a:gd name="connsiteY1" fmla="*/ 680 h 422036"/>
                  <a:gd name="connsiteX2" fmla="*/ 324444 w 576025"/>
                  <a:gd name="connsiteY2" fmla="*/ 24734 h 422036"/>
                  <a:gd name="connsiteX3" fmla="*/ 576027 w 576025"/>
                  <a:gd name="connsiteY3" fmla="*/ 268828 h 422036"/>
                  <a:gd name="connsiteX4" fmla="*/ 562889 w 576025"/>
                  <a:gd name="connsiteY4" fmla="*/ 349684 h 422036"/>
                  <a:gd name="connsiteX5" fmla="*/ 399779 w 576025"/>
                  <a:gd name="connsiteY5" fmla="*/ 422037 h 422036"/>
                  <a:gd name="connsiteX6" fmla="*/ 1 w 576025"/>
                  <a:gd name="connsiteY6" fmla="*/ 109335 h 4220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6025" h="422036">
                    <a:moveTo>
                      <a:pt x="1" y="109335"/>
                    </a:moveTo>
                    <a:cubicBezTo>
                      <a:pt x="1" y="41235"/>
                      <a:pt x="112147" y="-6302"/>
                      <a:pt x="218200" y="680"/>
                    </a:cubicBezTo>
                    <a:cubicBezTo>
                      <a:pt x="254631" y="3434"/>
                      <a:pt x="290425" y="11539"/>
                      <a:pt x="324444" y="24734"/>
                    </a:cubicBezTo>
                    <a:lnTo>
                      <a:pt x="576027" y="268828"/>
                    </a:lnTo>
                    <a:lnTo>
                      <a:pt x="562889" y="349684"/>
                    </a:lnTo>
                    <a:lnTo>
                      <a:pt x="399779" y="422037"/>
                    </a:lnTo>
                    <a:cubicBezTo>
                      <a:pt x="157399" y="328804"/>
                      <a:pt x="-62" y="190002"/>
                      <a:pt x="1" y="109335"/>
                    </a:cubicBezTo>
                    <a:close/>
                  </a:path>
                </a:pathLst>
              </a:custGeom>
              <a:solidFill>
                <a:srgbClr val="DE635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2" name=""/>
              <p:cNvSpPr/>
              <p:nvPr/>
            </p:nvSpPr>
            <p:spPr>
              <a:xfrm>
                <a:off x="7651630" y="3031060"/>
                <a:ext cx="1401205" cy="1530298"/>
              </a:xfrm>
              <a:custGeom>
                <a:avLst/>
                <a:gdLst>
                  <a:gd name="connsiteX0" fmla="*/ 126462 w 1401095"/>
                  <a:gd name="connsiteY0" fmla="*/ 1145397 h 1527278"/>
                  <a:gd name="connsiteX1" fmla="*/ 607542 w 1401095"/>
                  <a:gd name="connsiteY1" fmla="*/ 1461780 h 1527278"/>
                  <a:gd name="connsiteX2" fmla="*/ 775730 w 1401095"/>
                  <a:gd name="connsiteY2" fmla="*/ 1527278 h 1527278"/>
                  <a:gd name="connsiteX3" fmla="*/ 855888 w 1401095"/>
                  <a:gd name="connsiteY3" fmla="*/ 1519218 h 1527278"/>
                  <a:gd name="connsiteX4" fmla="*/ 1269502 w 1401095"/>
                  <a:gd name="connsiteY4" fmla="*/ 1328309 h 1527278"/>
                  <a:gd name="connsiteX5" fmla="*/ 1382600 w 1401095"/>
                  <a:gd name="connsiteY5" fmla="*/ 902192 h 1527278"/>
                  <a:gd name="connsiteX6" fmla="*/ 1315326 w 1401095"/>
                  <a:gd name="connsiteY6" fmla="*/ 770244 h 1527278"/>
                  <a:gd name="connsiteX7" fmla="*/ 923290 w 1401095"/>
                  <a:gd name="connsiteY7" fmla="*/ 189014 h 1527278"/>
                  <a:gd name="connsiteX8" fmla="*/ 747995 w 1401095"/>
                  <a:gd name="connsiteY8" fmla="*/ 23302 h 1527278"/>
                  <a:gd name="connsiteX9" fmla="*/ 345360 w 1401095"/>
                  <a:gd name="connsiteY9" fmla="*/ 83405 h 1527278"/>
                  <a:gd name="connsiteX10" fmla="*/ 27136 w 1401095"/>
                  <a:gd name="connsiteY10" fmla="*/ 1095005 h 1527278"/>
                  <a:gd name="connsiteX11" fmla="*/ 126462 w 1401095"/>
                  <a:gd name="connsiteY11" fmla="*/ 1145397 h 1527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01095" h="1527278">
                    <a:moveTo>
                      <a:pt x="126462" y="1145397"/>
                    </a:moveTo>
                    <a:cubicBezTo>
                      <a:pt x="252571" y="1301907"/>
                      <a:pt x="422726" y="1390824"/>
                      <a:pt x="607542" y="1461780"/>
                    </a:cubicBezTo>
                    <a:cubicBezTo>
                      <a:pt x="663330" y="1483169"/>
                      <a:pt x="719371" y="1505382"/>
                      <a:pt x="775730" y="1527278"/>
                    </a:cubicBezTo>
                    <a:cubicBezTo>
                      <a:pt x="802512" y="1525374"/>
                      <a:pt x="829232" y="1522962"/>
                      <a:pt x="855888" y="1519218"/>
                    </a:cubicBezTo>
                    <a:cubicBezTo>
                      <a:pt x="1009034" y="1497702"/>
                      <a:pt x="1161608" y="1439186"/>
                      <a:pt x="1269502" y="1328309"/>
                    </a:cubicBezTo>
                    <a:cubicBezTo>
                      <a:pt x="1377396" y="1217433"/>
                      <a:pt x="1432358" y="1048610"/>
                      <a:pt x="1382600" y="902192"/>
                    </a:cubicBezTo>
                    <a:cubicBezTo>
                      <a:pt x="1366670" y="855353"/>
                      <a:pt x="1341093" y="812513"/>
                      <a:pt x="1315326" y="770244"/>
                    </a:cubicBezTo>
                    <a:cubicBezTo>
                      <a:pt x="1193469" y="570787"/>
                      <a:pt x="1062790" y="377048"/>
                      <a:pt x="923290" y="189014"/>
                    </a:cubicBezTo>
                    <a:cubicBezTo>
                      <a:pt x="874801" y="123707"/>
                      <a:pt x="822187" y="56622"/>
                      <a:pt x="747995" y="23302"/>
                    </a:cubicBezTo>
                    <a:cubicBezTo>
                      <a:pt x="620109" y="-33818"/>
                      <a:pt x="472738" y="24888"/>
                      <a:pt x="345360" y="83405"/>
                    </a:cubicBezTo>
                    <a:cubicBezTo>
                      <a:pt x="345360" y="83405"/>
                      <a:pt x="-114648" y="617035"/>
                      <a:pt x="27136" y="1095005"/>
                    </a:cubicBezTo>
                    <a:cubicBezTo>
                      <a:pt x="61981" y="1094751"/>
                      <a:pt x="97458" y="1109412"/>
                      <a:pt x="126462" y="114539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3" name=""/>
              <p:cNvSpPr/>
              <p:nvPr/>
            </p:nvSpPr>
            <p:spPr>
              <a:xfrm>
                <a:off x="7208248" y="2821484"/>
                <a:ext cx="983913" cy="660647"/>
              </a:xfrm>
              <a:custGeom>
                <a:avLst/>
                <a:gdLst>
                  <a:gd name="connsiteX0" fmla="*/ 109865 w 983836"/>
                  <a:gd name="connsiteY0" fmla="*/ 659344 h 659343"/>
                  <a:gd name="connsiteX1" fmla="*/ 3558 w 983836"/>
                  <a:gd name="connsiteY1" fmla="*/ 513370 h 659343"/>
                  <a:gd name="connsiteX2" fmla="*/ 28945 w 983836"/>
                  <a:gd name="connsiteY2" fmla="*/ 358383 h 659343"/>
                  <a:gd name="connsiteX3" fmla="*/ 633912 w 983836"/>
                  <a:gd name="connsiteY3" fmla="*/ 1382 h 659343"/>
                  <a:gd name="connsiteX4" fmla="*/ 946995 w 983836"/>
                  <a:gd name="connsiteY4" fmla="*/ 93726 h 659343"/>
                  <a:gd name="connsiteX5" fmla="*/ 982854 w 983836"/>
                  <a:gd name="connsiteY5" fmla="*/ 247062 h 659343"/>
                  <a:gd name="connsiteX6" fmla="*/ 623694 w 983836"/>
                  <a:gd name="connsiteY6" fmla="*/ 647665 h 659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83836" h="659343">
                    <a:moveTo>
                      <a:pt x="109865" y="659344"/>
                    </a:moveTo>
                    <a:cubicBezTo>
                      <a:pt x="88033" y="645000"/>
                      <a:pt x="21393" y="597336"/>
                      <a:pt x="3558" y="513370"/>
                    </a:cubicBezTo>
                    <a:cubicBezTo>
                      <a:pt x="703" y="499851"/>
                      <a:pt x="-10151" y="442286"/>
                      <a:pt x="28945" y="358383"/>
                    </a:cubicBezTo>
                    <a:cubicBezTo>
                      <a:pt x="110627" y="181945"/>
                      <a:pt x="354848" y="12298"/>
                      <a:pt x="633912" y="1382"/>
                    </a:cubicBezTo>
                    <a:cubicBezTo>
                      <a:pt x="715531" y="-1792"/>
                      <a:pt x="873944" y="-8011"/>
                      <a:pt x="946995" y="93726"/>
                    </a:cubicBezTo>
                    <a:cubicBezTo>
                      <a:pt x="988883" y="152052"/>
                      <a:pt x="984504" y="220660"/>
                      <a:pt x="982854" y="247062"/>
                    </a:cubicBezTo>
                    <a:cubicBezTo>
                      <a:pt x="967431" y="489252"/>
                      <a:pt x="655491" y="633449"/>
                      <a:pt x="623694" y="64766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4" name=""/>
              <p:cNvSpPr/>
              <p:nvPr/>
            </p:nvSpPr>
            <p:spPr>
              <a:xfrm>
                <a:off x="7428582" y="2990932"/>
                <a:ext cx="581767" cy="386843"/>
              </a:xfrm>
              <a:custGeom>
                <a:avLst/>
                <a:gdLst>
                  <a:gd name="connsiteX0" fmla="*/ 64654 w 581722"/>
                  <a:gd name="connsiteY0" fmla="*/ 386080 h 386080"/>
                  <a:gd name="connsiteX1" fmla="*/ 2457 w 581722"/>
                  <a:gd name="connsiteY1" fmla="*/ 295386 h 386080"/>
                  <a:gd name="connsiteX2" fmla="*/ 17752 w 581722"/>
                  <a:gd name="connsiteY2" fmla="*/ 198535 h 386080"/>
                  <a:gd name="connsiteX3" fmla="*/ 370755 w 581722"/>
                  <a:gd name="connsiteY3" fmla="*/ 7119 h 386080"/>
                  <a:gd name="connsiteX4" fmla="*/ 559696 w 581722"/>
                  <a:gd name="connsiteY4" fmla="*/ 30412 h 386080"/>
                  <a:gd name="connsiteX5" fmla="*/ 580386 w 581722"/>
                  <a:gd name="connsiteY5" fmla="*/ 126056 h 386080"/>
                  <a:gd name="connsiteX6" fmla="*/ 367392 w 581722"/>
                  <a:gd name="connsiteY6" fmla="*/ 377385 h 386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81722" h="386080">
                    <a:moveTo>
                      <a:pt x="64654" y="386080"/>
                    </a:moveTo>
                    <a:cubicBezTo>
                      <a:pt x="51961" y="377195"/>
                      <a:pt x="12675" y="347619"/>
                      <a:pt x="2457" y="295386"/>
                    </a:cubicBezTo>
                    <a:cubicBezTo>
                      <a:pt x="-6048" y="252356"/>
                      <a:pt x="9629" y="216497"/>
                      <a:pt x="17752" y="198535"/>
                    </a:cubicBezTo>
                    <a:cubicBezTo>
                      <a:pt x="82742" y="54973"/>
                      <a:pt x="292818" y="14926"/>
                      <a:pt x="370755" y="7119"/>
                    </a:cubicBezTo>
                    <a:cubicBezTo>
                      <a:pt x="448692" y="-687"/>
                      <a:pt x="523711" y="-10905"/>
                      <a:pt x="559696" y="30412"/>
                    </a:cubicBezTo>
                    <a:cubicBezTo>
                      <a:pt x="586797" y="61510"/>
                      <a:pt x="581910" y="107397"/>
                      <a:pt x="580386" y="126056"/>
                    </a:cubicBezTo>
                    <a:cubicBezTo>
                      <a:pt x="567693" y="275331"/>
                      <a:pt x="391890" y="365263"/>
                      <a:pt x="367392" y="377385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5" name=""/>
              <p:cNvSpPr/>
              <p:nvPr/>
            </p:nvSpPr>
            <p:spPr>
              <a:xfrm>
                <a:off x="7348714" y="4431121"/>
                <a:ext cx="1091590" cy="344670"/>
              </a:xfrm>
              <a:custGeom>
                <a:avLst/>
                <a:gdLst>
                  <a:gd name="connsiteX0" fmla="*/ 1091506 w 1091505"/>
                  <a:gd name="connsiteY0" fmla="*/ 264276 h 343990"/>
                  <a:gd name="connsiteX1" fmla="*/ 1019217 w 1091505"/>
                  <a:gd name="connsiteY1" fmla="*/ 73495 h 343990"/>
                  <a:gd name="connsiteX2" fmla="*/ 15424 w 1091505"/>
                  <a:gd name="connsiteY2" fmla="*/ 0 h 343990"/>
                  <a:gd name="connsiteX3" fmla="*/ 1 w 1091505"/>
                  <a:gd name="connsiteY3" fmla="*/ 90758 h 343990"/>
                  <a:gd name="connsiteX4" fmla="*/ 621977 w 1091505"/>
                  <a:gd name="connsiteY4" fmla="*/ 294804 h 343990"/>
                  <a:gd name="connsiteX5" fmla="*/ 1082874 w 1091505"/>
                  <a:gd name="connsiteY5" fmla="*/ 343991 h 343990"/>
                  <a:gd name="connsiteX6" fmla="*/ 1091506 w 1091505"/>
                  <a:gd name="connsiteY6" fmla="*/ 264276 h 3439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091505" h="343990">
                    <a:moveTo>
                      <a:pt x="1091506" y="264276"/>
                    </a:moveTo>
                    <a:lnTo>
                      <a:pt x="1019217" y="73495"/>
                    </a:lnTo>
                    <a:lnTo>
                      <a:pt x="15424" y="0"/>
                    </a:lnTo>
                    <a:cubicBezTo>
                      <a:pt x="11553" y="30464"/>
                      <a:pt x="6222" y="60674"/>
                      <a:pt x="1" y="90758"/>
                    </a:cubicBezTo>
                    <a:cubicBezTo>
                      <a:pt x="195353" y="198651"/>
                      <a:pt x="412536" y="255772"/>
                      <a:pt x="621977" y="294804"/>
                    </a:cubicBezTo>
                    <a:cubicBezTo>
                      <a:pt x="757733" y="320191"/>
                      <a:pt x="938550" y="334090"/>
                      <a:pt x="1082874" y="343991"/>
                    </a:cubicBezTo>
                    <a:cubicBezTo>
                      <a:pt x="1085985" y="317462"/>
                      <a:pt x="1088777" y="290869"/>
                      <a:pt x="1091506" y="264276"/>
                    </a:cubicBezTo>
                    <a:close/>
                  </a:path>
                </a:pathLst>
              </a:custGeom>
              <a:solidFill>
                <a:srgbClr val="E37C1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6" name=""/>
              <p:cNvSpPr/>
              <p:nvPr/>
            </p:nvSpPr>
            <p:spPr>
              <a:xfrm>
                <a:off x="7289884" y="3081429"/>
                <a:ext cx="1182112" cy="1505582"/>
              </a:xfrm>
              <a:custGeom>
                <a:avLst/>
                <a:gdLst>
                  <a:gd name="connsiteX0" fmla="*/ 1168674 w 1182020"/>
                  <a:gd name="connsiteY0" fmla="*/ 1317200 h 1502611"/>
                  <a:gd name="connsiteX1" fmla="*/ 863144 w 1182020"/>
                  <a:gd name="connsiteY1" fmla="*/ 203037 h 1502611"/>
                  <a:gd name="connsiteX2" fmla="*/ 823731 w 1182020"/>
                  <a:gd name="connsiteY2" fmla="*/ 92795 h 1502611"/>
                  <a:gd name="connsiteX3" fmla="*/ 418114 w 1182020"/>
                  <a:gd name="connsiteY3" fmla="*/ 25838 h 1502611"/>
                  <a:gd name="connsiteX4" fmla="*/ 370894 w 1182020"/>
                  <a:gd name="connsiteY4" fmla="*/ 96730 h 1502611"/>
                  <a:gd name="connsiteX5" fmla="*/ 251830 w 1182020"/>
                  <a:gd name="connsiteY5" fmla="*/ 145981 h 1502611"/>
                  <a:gd name="connsiteX6" fmla="*/ 185761 w 1182020"/>
                  <a:gd name="connsiteY6" fmla="*/ 132145 h 1502611"/>
                  <a:gd name="connsiteX7" fmla="*/ 170021 w 1182020"/>
                  <a:gd name="connsiteY7" fmla="*/ 132145 h 1502611"/>
                  <a:gd name="connsiteX8" fmla="*/ 185761 w 1182020"/>
                  <a:gd name="connsiteY8" fmla="*/ 124275 h 1502611"/>
                  <a:gd name="connsiteX9" fmla="*/ 189696 w 1182020"/>
                  <a:gd name="connsiteY9" fmla="*/ 124275 h 1502611"/>
                  <a:gd name="connsiteX10" fmla="*/ 213370 w 1182020"/>
                  <a:gd name="connsiteY10" fmla="*/ 120340 h 1502611"/>
                  <a:gd name="connsiteX11" fmla="*/ 154282 w 1182020"/>
                  <a:gd name="connsiteY11" fmla="*/ 183363 h 1502611"/>
                  <a:gd name="connsiteX12" fmla="*/ 63714 w 1182020"/>
                  <a:gd name="connsiteY12" fmla="*/ 273867 h 1502611"/>
                  <a:gd name="connsiteX13" fmla="*/ 23159 w 1182020"/>
                  <a:gd name="connsiteY13" fmla="*/ 727655 h 1502611"/>
                  <a:gd name="connsiteX14" fmla="*/ 43976 w 1182020"/>
                  <a:gd name="connsiteY14" fmla="*/ 1266299 h 1502611"/>
                  <a:gd name="connsiteX15" fmla="*/ 45626 w 1182020"/>
                  <a:gd name="connsiteY15" fmla="*/ 1326276 h 1502611"/>
                  <a:gd name="connsiteX16" fmla="*/ 120 w 1182020"/>
                  <a:gd name="connsiteY16" fmla="*/ 1406688 h 1502611"/>
                  <a:gd name="connsiteX17" fmla="*/ 42326 w 1182020"/>
                  <a:gd name="connsiteY17" fmla="*/ 1472948 h 1502611"/>
                  <a:gd name="connsiteX18" fmla="*/ 317455 w 1182020"/>
                  <a:gd name="connsiteY18" fmla="*/ 1497636 h 1502611"/>
                  <a:gd name="connsiteX19" fmla="*/ 1055766 w 1182020"/>
                  <a:gd name="connsiteY19" fmla="*/ 1478025 h 1502611"/>
                  <a:gd name="connsiteX20" fmla="*/ 1165564 w 1182020"/>
                  <a:gd name="connsiteY20" fmla="*/ 1441912 h 1502611"/>
                  <a:gd name="connsiteX21" fmla="*/ 1168674 w 1182020"/>
                  <a:gd name="connsiteY21" fmla="*/ 1317200 h 1502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182020" h="1502611">
                    <a:moveTo>
                      <a:pt x="1168674" y="1317200"/>
                    </a:moveTo>
                    <a:cubicBezTo>
                      <a:pt x="1052846" y="949916"/>
                      <a:pt x="992680" y="565688"/>
                      <a:pt x="863144" y="203037"/>
                    </a:cubicBezTo>
                    <a:cubicBezTo>
                      <a:pt x="856798" y="185394"/>
                      <a:pt x="829697" y="109487"/>
                      <a:pt x="823731" y="92795"/>
                    </a:cubicBezTo>
                    <a:cubicBezTo>
                      <a:pt x="541938" y="-22207"/>
                      <a:pt x="447499" y="-11861"/>
                      <a:pt x="418114" y="25838"/>
                    </a:cubicBezTo>
                    <a:cubicBezTo>
                      <a:pt x="405040" y="42593"/>
                      <a:pt x="401549" y="67409"/>
                      <a:pt x="370894" y="96730"/>
                    </a:cubicBezTo>
                    <a:cubicBezTo>
                      <a:pt x="355916" y="111010"/>
                      <a:pt x="313203" y="145981"/>
                      <a:pt x="251830" y="145981"/>
                    </a:cubicBezTo>
                    <a:cubicBezTo>
                      <a:pt x="229109" y="145898"/>
                      <a:pt x="206642" y="141189"/>
                      <a:pt x="185761" y="132145"/>
                    </a:cubicBezTo>
                    <a:cubicBezTo>
                      <a:pt x="175543" y="133351"/>
                      <a:pt x="170339" y="133351"/>
                      <a:pt x="170021" y="132145"/>
                    </a:cubicBezTo>
                    <a:cubicBezTo>
                      <a:pt x="169705" y="130939"/>
                      <a:pt x="174972" y="128273"/>
                      <a:pt x="185761" y="124275"/>
                    </a:cubicBezTo>
                    <a:lnTo>
                      <a:pt x="189696" y="124275"/>
                    </a:lnTo>
                    <a:cubicBezTo>
                      <a:pt x="204484" y="123894"/>
                      <a:pt x="212227" y="119007"/>
                      <a:pt x="213370" y="120340"/>
                    </a:cubicBezTo>
                    <a:cubicBezTo>
                      <a:pt x="214512" y="121673"/>
                      <a:pt x="205373" y="134239"/>
                      <a:pt x="154282" y="183363"/>
                    </a:cubicBezTo>
                    <a:cubicBezTo>
                      <a:pt x="120771" y="210012"/>
                      <a:pt x="90371" y="240375"/>
                      <a:pt x="63714" y="273867"/>
                    </a:cubicBezTo>
                    <a:cubicBezTo>
                      <a:pt x="9387" y="342094"/>
                      <a:pt x="11735" y="489083"/>
                      <a:pt x="23159" y="727655"/>
                    </a:cubicBezTo>
                    <a:cubicBezTo>
                      <a:pt x="47404" y="1235391"/>
                      <a:pt x="35852" y="1229679"/>
                      <a:pt x="43976" y="1266299"/>
                    </a:cubicBezTo>
                    <a:cubicBezTo>
                      <a:pt x="49752" y="1285803"/>
                      <a:pt x="50323" y="1306486"/>
                      <a:pt x="45626" y="1326276"/>
                    </a:cubicBezTo>
                    <a:cubicBezTo>
                      <a:pt x="34520" y="1367339"/>
                      <a:pt x="2088" y="1377049"/>
                      <a:pt x="120" y="1406688"/>
                    </a:cubicBezTo>
                    <a:cubicBezTo>
                      <a:pt x="-1720" y="1434296"/>
                      <a:pt x="18018" y="1459683"/>
                      <a:pt x="42326" y="1472948"/>
                    </a:cubicBezTo>
                    <a:cubicBezTo>
                      <a:pt x="119693" y="1515280"/>
                      <a:pt x="232727" y="1500873"/>
                      <a:pt x="317455" y="1497636"/>
                    </a:cubicBezTo>
                    <a:cubicBezTo>
                      <a:pt x="364484" y="1495859"/>
                      <a:pt x="877551" y="1482785"/>
                      <a:pt x="1055766" y="1478025"/>
                    </a:cubicBezTo>
                    <a:cubicBezTo>
                      <a:pt x="1095624" y="1476946"/>
                      <a:pt x="1140939" y="1473265"/>
                      <a:pt x="1165564" y="1441912"/>
                    </a:cubicBezTo>
                    <a:cubicBezTo>
                      <a:pt x="1196346" y="1402563"/>
                      <a:pt x="1175845" y="1339984"/>
                      <a:pt x="1168674" y="131720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7" name=""/>
              <p:cNvSpPr/>
              <p:nvPr/>
            </p:nvSpPr>
            <p:spPr>
              <a:xfrm>
                <a:off x="7384322" y="3091033"/>
                <a:ext cx="531894" cy="412637"/>
              </a:xfrm>
              <a:custGeom>
                <a:avLst/>
                <a:gdLst>
                  <a:gd name="connsiteX0" fmla="*/ 400414 w 531852"/>
                  <a:gd name="connsiteY0" fmla="*/ 1337 h 411823"/>
                  <a:gd name="connsiteX1" fmla="*/ 311560 w 531852"/>
                  <a:gd name="connsiteY1" fmla="*/ 20377 h 411823"/>
                  <a:gd name="connsiteX2" fmla="*/ 264277 w 531852"/>
                  <a:gd name="connsiteY2" fmla="*/ 91270 h 411823"/>
                  <a:gd name="connsiteX3" fmla="*/ 145276 w 531852"/>
                  <a:gd name="connsiteY3" fmla="*/ 140520 h 411823"/>
                  <a:gd name="connsiteX4" fmla="*/ 57947 w 531852"/>
                  <a:gd name="connsiteY4" fmla="*/ 145534 h 411823"/>
                  <a:gd name="connsiteX5" fmla="*/ 50838 w 531852"/>
                  <a:gd name="connsiteY5" fmla="*/ 162099 h 411823"/>
                  <a:gd name="connsiteX6" fmla="*/ 8633 w 531852"/>
                  <a:gd name="connsiteY6" fmla="*/ 198592 h 411823"/>
                  <a:gd name="connsiteX7" fmla="*/ 1841 w 531852"/>
                  <a:gd name="connsiteY7" fmla="*/ 205637 h 411823"/>
                  <a:gd name="connsiteX8" fmla="*/ 1 w 531852"/>
                  <a:gd name="connsiteY8" fmla="*/ 207668 h 411823"/>
                  <a:gd name="connsiteX9" fmla="*/ 15360 w 531852"/>
                  <a:gd name="connsiteY9" fmla="*/ 258949 h 411823"/>
                  <a:gd name="connsiteX10" fmla="*/ 146165 w 531852"/>
                  <a:gd name="connsiteY10" fmla="*/ 402321 h 411823"/>
                  <a:gd name="connsiteX11" fmla="*/ 143246 w 531852"/>
                  <a:gd name="connsiteY11" fmla="*/ 392484 h 411823"/>
                  <a:gd name="connsiteX12" fmla="*/ 143753 w 531852"/>
                  <a:gd name="connsiteY12" fmla="*/ 392928 h 411823"/>
                  <a:gd name="connsiteX13" fmla="*/ 197383 w 531852"/>
                  <a:gd name="connsiteY13" fmla="*/ 284209 h 411823"/>
                  <a:gd name="connsiteX14" fmla="*/ 272148 w 531852"/>
                  <a:gd name="connsiteY14" fmla="*/ 410255 h 411823"/>
                  <a:gd name="connsiteX15" fmla="*/ 268212 w 531852"/>
                  <a:gd name="connsiteY15" fmla="*/ 406320 h 411823"/>
                  <a:gd name="connsiteX16" fmla="*/ 280081 w 531852"/>
                  <a:gd name="connsiteY16" fmla="*/ 410255 h 411823"/>
                  <a:gd name="connsiteX17" fmla="*/ 417613 w 531852"/>
                  <a:gd name="connsiteY17" fmla="*/ 276974 h 411823"/>
                  <a:gd name="connsiteX18" fmla="*/ 531854 w 531852"/>
                  <a:gd name="connsiteY18" fmla="*/ 43860 h 411823"/>
                  <a:gd name="connsiteX19" fmla="*/ 400414 w 531852"/>
                  <a:gd name="connsiteY19" fmla="*/ 1337 h 4118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531852" h="411823">
                    <a:moveTo>
                      <a:pt x="400414" y="1337"/>
                    </a:moveTo>
                    <a:cubicBezTo>
                      <a:pt x="372806" y="449"/>
                      <a:pt x="334789" y="-6025"/>
                      <a:pt x="311560" y="20377"/>
                    </a:cubicBezTo>
                    <a:cubicBezTo>
                      <a:pt x="297217" y="36752"/>
                      <a:pt x="294424" y="62519"/>
                      <a:pt x="264277" y="91270"/>
                    </a:cubicBezTo>
                    <a:cubicBezTo>
                      <a:pt x="227657" y="126240"/>
                      <a:pt x="180501" y="137030"/>
                      <a:pt x="145276" y="140520"/>
                    </a:cubicBezTo>
                    <a:cubicBezTo>
                      <a:pt x="116272" y="143122"/>
                      <a:pt x="87141" y="144645"/>
                      <a:pt x="57947" y="145534"/>
                    </a:cubicBezTo>
                    <a:lnTo>
                      <a:pt x="50838" y="162099"/>
                    </a:lnTo>
                    <a:cubicBezTo>
                      <a:pt x="42778" y="179863"/>
                      <a:pt x="27355" y="193211"/>
                      <a:pt x="8633" y="198592"/>
                    </a:cubicBezTo>
                    <a:cubicBezTo>
                      <a:pt x="6411" y="201004"/>
                      <a:pt x="4189" y="203352"/>
                      <a:pt x="1841" y="205637"/>
                    </a:cubicBezTo>
                    <a:cubicBezTo>
                      <a:pt x="1334" y="206399"/>
                      <a:pt x="572" y="206970"/>
                      <a:pt x="1" y="207668"/>
                    </a:cubicBezTo>
                    <a:cubicBezTo>
                      <a:pt x="2539" y="225439"/>
                      <a:pt x="7680" y="242727"/>
                      <a:pt x="15360" y="258949"/>
                    </a:cubicBezTo>
                    <a:cubicBezTo>
                      <a:pt x="87903" y="344059"/>
                      <a:pt x="142294" y="405368"/>
                      <a:pt x="146165" y="402321"/>
                    </a:cubicBezTo>
                    <a:cubicBezTo>
                      <a:pt x="147054" y="401623"/>
                      <a:pt x="145276" y="397054"/>
                      <a:pt x="143246" y="392484"/>
                    </a:cubicBezTo>
                    <a:cubicBezTo>
                      <a:pt x="143246" y="392484"/>
                      <a:pt x="143246" y="392865"/>
                      <a:pt x="143753" y="392928"/>
                    </a:cubicBezTo>
                    <a:cubicBezTo>
                      <a:pt x="150735" y="394832"/>
                      <a:pt x="167300" y="363416"/>
                      <a:pt x="197383" y="284209"/>
                    </a:cubicBezTo>
                    <a:cubicBezTo>
                      <a:pt x="239969" y="352373"/>
                      <a:pt x="274305" y="408858"/>
                      <a:pt x="272148" y="410255"/>
                    </a:cubicBezTo>
                    <a:cubicBezTo>
                      <a:pt x="271576" y="410636"/>
                      <a:pt x="267768" y="407081"/>
                      <a:pt x="268212" y="406320"/>
                    </a:cubicBezTo>
                    <a:cubicBezTo>
                      <a:pt x="268657" y="405558"/>
                      <a:pt x="279002" y="409810"/>
                      <a:pt x="280081" y="410255"/>
                    </a:cubicBezTo>
                    <a:cubicBezTo>
                      <a:pt x="323174" y="428787"/>
                      <a:pt x="417613" y="276974"/>
                      <a:pt x="417613" y="276974"/>
                    </a:cubicBezTo>
                    <a:cubicBezTo>
                      <a:pt x="463183" y="203181"/>
                      <a:pt x="501453" y="125104"/>
                      <a:pt x="531854" y="43860"/>
                    </a:cubicBezTo>
                    <a:cubicBezTo>
                      <a:pt x="492695" y="18105"/>
                      <a:pt x="447253" y="3412"/>
                      <a:pt x="400414" y="1337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8" name=""/>
              <p:cNvSpPr/>
              <p:nvPr/>
            </p:nvSpPr>
            <p:spPr>
              <a:xfrm>
                <a:off x="7622342" y="3068399"/>
                <a:ext cx="878006" cy="1512737"/>
              </a:xfrm>
              <a:custGeom>
                <a:avLst/>
                <a:gdLst>
                  <a:gd name="connsiteX0" fmla="*/ 478034 w 877937"/>
                  <a:gd name="connsiteY0" fmla="*/ 0 h 1509751"/>
                  <a:gd name="connsiteX1" fmla="*/ 387594 w 877937"/>
                  <a:gd name="connsiteY1" fmla="*/ 37001 h 1509751"/>
                  <a:gd name="connsiteX2" fmla="*/ 222579 w 877937"/>
                  <a:gd name="connsiteY2" fmla="*/ 774043 h 1509751"/>
                  <a:gd name="connsiteX3" fmla="*/ 105737 w 877937"/>
                  <a:gd name="connsiteY3" fmla="*/ 1314654 h 1509751"/>
                  <a:gd name="connsiteX4" fmla="*/ 1 w 877937"/>
                  <a:gd name="connsiteY4" fmla="*/ 1498137 h 1509751"/>
                  <a:gd name="connsiteX5" fmla="*/ 321715 w 877937"/>
                  <a:gd name="connsiteY5" fmla="*/ 1489823 h 1509751"/>
                  <a:gd name="connsiteX6" fmla="*/ 639050 w 877937"/>
                  <a:gd name="connsiteY6" fmla="*/ 1497820 h 1509751"/>
                  <a:gd name="connsiteX7" fmla="*/ 877939 w 877937"/>
                  <a:gd name="connsiteY7" fmla="*/ 1509752 h 1509751"/>
                  <a:gd name="connsiteX8" fmla="*/ 478034 w 877937"/>
                  <a:gd name="connsiteY8" fmla="*/ 0 h 15097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77937" h="1509751">
                    <a:moveTo>
                      <a:pt x="478034" y="0"/>
                    </a:moveTo>
                    <a:lnTo>
                      <a:pt x="387594" y="37001"/>
                    </a:lnTo>
                    <a:cubicBezTo>
                      <a:pt x="271385" y="349005"/>
                      <a:pt x="234194" y="598239"/>
                      <a:pt x="222579" y="774043"/>
                    </a:cubicBezTo>
                    <a:cubicBezTo>
                      <a:pt x="215217" y="887902"/>
                      <a:pt x="211282" y="1086998"/>
                      <a:pt x="105737" y="1314654"/>
                    </a:cubicBezTo>
                    <a:cubicBezTo>
                      <a:pt x="75971" y="1378819"/>
                      <a:pt x="40619" y="1440224"/>
                      <a:pt x="1" y="1498137"/>
                    </a:cubicBezTo>
                    <a:cubicBezTo>
                      <a:pt x="129981" y="1491283"/>
                      <a:pt x="239462" y="1488871"/>
                      <a:pt x="321715" y="1489823"/>
                    </a:cubicBezTo>
                    <a:cubicBezTo>
                      <a:pt x="428784" y="1491029"/>
                      <a:pt x="535091" y="1494964"/>
                      <a:pt x="639050" y="1497820"/>
                    </a:cubicBezTo>
                    <a:cubicBezTo>
                      <a:pt x="720160" y="1500105"/>
                      <a:pt x="799240" y="1504167"/>
                      <a:pt x="877939" y="1509752"/>
                    </a:cubicBezTo>
                    <a:cubicBezTo>
                      <a:pt x="825261" y="1307038"/>
                      <a:pt x="478034" y="0"/>
                      <a:pt x="478034" y="0"/>
                    </a:cubicBezTo>
                    <a:close/>
                  </a:path>
                </a:pathLst>
              </a:custGeom>
              <a:solidFill>
                <a:srgbClr val="EEF3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49" name=""/>
              <p:cNvSpPr/>
              <p:nvPr/>
            </p:nvSpPr>
            <p:spPr>
              <a:xfrm>
                <a:off x="7913266" y="3033138"/>
                <a:ext cx="613550" cy="1735691"/>
              </a:xfrm>
              <a:custGeom>
                <a:avLst/>
                <a:gdLst>
                  <a:gd name="connsiteX0" fmla="*/ 48204 w 613502"/>
                  <a:gd name="connsiteY0" fmla="*/ 645680 h 1732265"/>
                  <a:gd name="connsiteX1" fmla="*/ 921 w 613502"/>
                  <a:gd name="connsiteY1" fmla="*/ 1564617 h 1732265"/>
                  <a:gd name="connsiteX2" fmla="*/ 15836 w 613502"/>
                  <a:gd name="connsiteY2" fmla="*/ 1666736 h 1732265"/>
                  <a:gd name="connsiteX3" fmla="*/ 437573 w 613502"/>
                  <a:gd name="connsiteY3" fmla="*/ 1731980 h 1732265"/>
                  <a:gd name="connsiteX4" fmla="*/ 540644 w 613502"/>
                  <a:gd name="connsiteY4" fmla="*/ 1729695 h 1732265"/>
                  <a:gd name="connsiteX5" fmla="*/ 607158 w 613502"/>
                  <a:gd name="connsiteY5" fmla="*/ 944291 h 1732265"/>
                  <a:gd name="connsiteX6" fmla="*/ 613504 w 613502"/>
                  <a:gd name="connsiteY6" fmla="*/ 650122 h 1732265"/>
                  <a:gd name="connsiteX7" fmla="*/ 329616 w 613502"/>
                  <a:gd name="connsiteY7" fmla="*/ 174120 h 1732265"/>
                  <a:gd name="connsiteX8" fmla="*/ 244951 w 613502"/>
                  <a:gd name="connsiteY8" fmla="*/ 40014 h 1732265"/>
                  <a:gd name="connsiteX9" fmla="*/ 97074 w 613502"/>
                  <a:gd name="connsiteY9" fmla="*/ 48773 h 1732265"/>
                  <a:gd name="connsiteX10" fmla="*/ 96502 w 613502"/>
                  <a:gd name="connsiteY10" fmla="*/ 50106 h 1732265"/>
                  <a:gd name="connsiteX11" fmla="*/ 71115 w 613502"/>
                  <a:gd name="connsiteY11" fmla="*/ 197666 h 1732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13502" h="1732265">
                    <a:moveTo>
                      <a:pt x="48204" y="645680"/>
                    </a:moveTo>
                    <a:cubicBezTo>
                      <a:pt x="32464" y="951971"/>
                      <a:pt x="16724" y="1258282"/>
                      <a:pt x="921" y="1564617"/>
                    </a:cubicBezTo>
                    <a:cubicBezTo>
                      <a:pt x="-856" y="1599588"/>
                      <a:pt x="-1872" y="1637477"/>
                      <a:pt x="15836" y="1666736"/>
                    </a:cubicBezTo>
                    <a:cubicBezTo>
                      <a:pt x="154130" y="1702023"/>
                      <a:pt x="294265" y="1728743"/>
                      <a:pt x="437573" y="1731980"/>
                    </a:cubicBezTo>
                    <a:cubicBezTo>
                      <a:pt x="472036" y="1732741"/>
                      <a:pt x="506372" y="1731980"/>
                      <a:pt x="540644" y="1729695"/>
                    </a:cubicBezTo>
                    <a:cubicBezTo>
                      <a:pt x="547562" y="1467449"/>
                      <a:pt x="572377" y="1204633"/>
                      <a:pt x="607158" y="944291"/>
                    </a:cubicBezTo>
                    <a:cubicBezTo>
                      <a:pt x="610394" y="846235"/>
                      <a:pt x="612616" y="748178"/>
                      <a:pt x="613504" y="650122"/>
                    </a:cubicBezTo>
                    <a:cubicBezTo>
                      <a:pt x="542929" y="478285"/>
                      <a:pt x="447284" y="317866"/>
                      <a:pt x="329616" y="174120"/>
                    </a:cubicBezTo>
                    <a:lnTo>
                      <a:pt x="244951" y="40014"/>
                    </a:lnTo>
                    <a:cubicBezTo>
                      <a:pt x="209219" y="-16535"/>
                      <a:pt x="124364" y="-12727"/>
                      <a:pt x="97074" y="48773"/>
                    </a:cubicBezTo>
                    <a:lnTo>
                      <a:pt x="96502" y="50106"/>
                    </a:lnTo>
                    <a:cubicBezTo>
                      <a:pt x="76954" y="95231"/>
                      <a:pt x="74035" y="147210"/>
                      <a:pt x="71115" y="197666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0" name=""/>
              <p:cNvSpPr/>
              <p:nvPr/>
            </p:nvSpPr>
            <p:spPr>
              <a:xfrm>
                <a:off x="7840368" y="3912270"/>
                <a:ext cx="717994" cy="732838"/>
              </a:xfrm>
              <a:custGeom>
                <a:avLst/>
                <a:gdLst>
                  <a:gd name="connsiteX0" fmla="*/ 717939 w 717938"/>
                  <a:gd name="connsiteY0" fmla="*/ 578057 h 731392"/>
                  <a:gd name="connsiteX1" fmla="*/ 83270 w 717938"/>
                  <a:gd name="connsiteY1" fmla="*/ 19040 h 731392"/>
                  <a:gd name="connsiteX2" fmla="*/ 1 w 717938"/>
                  <a:gd name="connsiteY2" fmla="*/ 0 h 731392"/>
                  <a:gd name="connsiteX3" fmla="*/ 646412 w 717938"/>
                  <a:gd name="connsiteY3" fmla="*/ 731393 h 731392"/>
                  <a:gd name="connsiteX4" fmla="*/ 717939 w 717938"/>
                  <a:gd name="connsiteY4" fmla="*/ 578057 h 7313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17938" h="731392">
                    <a:moveTo>
                      <a:pt x="717939" y="578057"/>
                    </a:moveTo>
                    <a:lnTo>
                      <a:pt x="83270" y="19040"/>
                    </a:lnTo>
                    <a:lnTo>
                      <a:pt x="1" y="0"/>
                    </a:lnTo>
                    <a:cubicBezTo>
                      <a:pt x="1" y="0"/>
                      <a:pt x="352877" y="507228"/>
                      <a:pt x="646412" y="731393"/>
                    </a:cubicBezTo>
                    <a:cubicBezTo>
                      <a:pt x="664119" y="677636"/>
                      <a:pt x="688109" y="626165"/>
                      <a:pt x="717939" y="578057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1" name=""/>
              <p:cNvSpPr/>
              <p:nvPr/>
            </p:nvSpPr>
            <p:spPr>
              <a:xfrm>
                <a:off x="7741888" y="3116882"/>
                <a:ext cx="505462" cy="483468"/>
              </a:xfrm>
              <a:custGeom>
                <a:avLst/>
                <a:gdLst>
                  <a:gd name="connsiteX0" fmla="*/ 220520 w 505422"/>
                  <a:gd name="connsiteY0" fmla="*/ 267298 h 482514"/>
                  <a:gd name="connsiteX1" fmla="*/ 353103 w 505422"/>
                  <a:gd name="connsiteY1" fmla="*/ 144109 h 482514"/>
                  <a:gd name="connsiteX2" fmla="*/ 505423 w 505422"/>
                  <a:gd name="connsiteY2" fmla="*/ 28218 h 482514"/>
                  <a:gd name="connsiteX3" fmla="*/ 433261 w 505422"/>
                  <a:gd name="connsiteY3" fmla="*/ 927 h 482514"/>
                  <a:gd name="connsiteX4" fmla="*/ 173809 w 505422"/>
                  <a:gd name="connsiteY4" fmla="*/ 175842 h 482514"/>
                  <a:gd name="connsiteX5" fmla="*/ 1940 w 505422"/>
                  <a:gd name="connsiteY5" fmla="*/ 481562 h 482514"/>
                  <a:gd name="connsiteX6" fmla="*/ 65026 w 505422"/>
                  <a:gd name="connsiteY6" fmla="*/ 434787 h 482514"/>
                  <a:gd name="connsiteX7" fmla="*/ 220520 w 505422"/>
                  <a:gd name="connsiteY7" fmla="*/ 267298 h 4825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05422" h="482514">
                    <a:moveTo>
                      <a:pt x="220520" y="267298"/>
                    </a:moveTo>
                    <a:cubicBezTo>
                      <a:pt x="261901" y="223315"/>
                      <a:pt x="306200" y="182163"/>
                      <a:pt x="353103" y="144109"/>
                    </a:cubicBezTo>
                    <a:cubicBezTo>
                      <a:pt x="401781" y="102823"/>
                      <a:pt x="452618" y="64140"/>
                      <a:pt x="505423" y="28218"/>
                    </a:cubicBezTo>
                    <a:cubicBezTo>
                      <a:pt x="483844" y="13544"/>
                      <a:pt x="459156" y="4196"/>
                      <a:pt x="433261" y="927"/>
                    </a:cubicBezTo>
                    <a:cubicBezTo>
                      <a:pt x="331714" y="-10624"/>
                      <a:pt x="247112" y="87940"/>
                      <a:pt x="173809" y="175842"/>
                    </a:cubicBezTo>
                    <a:cubicBezTo>
                      <a:pt x="64899" y="306584"/>
                      <a:pt x="-13482" y="467219"/>
                      <a:pt x="1940" y="481562"/>
                    </a:cubicBezTo>
                    <a:cubicBezTo>
                      <a:pt x="7652" y="486893"/>
                      <a:pt x="26882" y="469630"/>
                      <a:pt x="65026" y="434787"/>
                    </a:cubicBezTo>
                    <a:cubicBezTo>
                      <a:pt x="136934" y="369289"/>
                      <a:pt x="166256" y="325878"/>
                      <a:pt x="220520" y="267298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52" name=""/>
              <p:cNvSpPr/>
              <p:nvPr/>
            </p:nvSpPr>
            <p:spPr>
              <a:xfrm>
                <a:off x="7075912" y="3374782"/>
                <a:ext cx="169470" cy="396885"/>
              </a:xfrm>
              <a:custGeom>
                <a:avLst/>
                <a:gdLst>
                  <a:gd name="connsiteX0" fmla="*/ 1 w 169457"/>
                  <a:gd name="connsiteY0" fmla="*/ 396102 h 396102"/>
                  <a:gd name="connsiteX1" fmla="*/ 88411 w 169457"/>
                  <a:gd name="connsiteY1" fmla="*/ 27994 h 396102"/>
                  <a:gd name="connsiteX2" fmla="*/ 169458 w 169457"/>
                  <a:gd name="connsiteY2" fmla="*/ 18855 h 396102"/>
                  <a:gd name="connsiteX3" fmla="*/ 156765 w 169457"/>
                  <a:gd name="connsiteY3" fmla="*/ 66138 h 396102"/>
                  <a:gd name="connsiteX4" fmla="*/ 24246 w 169457"/>
                  <a:gd name="connsiteY4" fmla="*/ 378205 h 3961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69457" h="396102">
                    <a:moveTo>
                      <a:pt x="1" y="396102"/>
                    </a:moveTo>
                    <a:cubicBezTo>
                      <a:pt x="1" y="396102"/>
                      <a:pt x="20375" y="85114"/>
                      <a:pt x="88411" y="27994"/>
                    </a:cubicBezTo>
                    <a:cubicBezTo>
                      <a:pt x="156447" y="-29126"/>
                      <a:pt x="169458" y="18855"/>
                      <a:pt x="169458" y="18855"/>
                    </a:cubicBezTo>
                    <a:lnTo>
                      <a:pt x="156765" y="66138"/>
                    </a:lnTo>
                    <a:lnTo>
                      <a:pt x="24246" y="378205"/>
                    </a:ln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5" name=""/>
              <p:cNvSpPr/>
              <p:nvPr/>
            </p:nvSpPr>
            <p:spPr>
              <a:xfrm>
                <a:off x="7076166" y="3374760"/>
                <a:ext cx="169469" cy="396906"/>
              </a:xfrm>
              <a:custGeom>
                <a:avLst/>
                <a:gdLst>
                  <a:gd name="connsiteX0" fmla="*/ 111449 w 169456"/>
                  <a:gd name="connsiteY0" fmla="*/ 11070 h 396123"/>
                  <a:gd name="connsiteX1" fmla="*/ 33702 w 169456"/>
                  <a:gd name="connsiteY1" fmla="*/ 317108 h 396123"/>
                  <a:gd name="connsiteX2" fmla="*/ 1968 w 169456"/>
                  <a:gd name="connsiteY2" fmla="*/ 371372 h 396123"/>
                  <a:gd name="connsiteX3" fmla="*/ 1 w 169456"/>
                  <a:gd name="connsiteY3" fmla="*/ 396124 h 396123"/>
                  <a:gd name="connsiteX4" fmla="*/ 24245 w 169456"/>
                  <a:gd name="connsiteY4" fmla="*/ 378289 h 396123"/>
                  <a:gd name="connsiteX5" fmla="*/ 156764 w 169456"/>
                  <a:gd name="connsiteY5" fmla="*/ 66223 h 396123"/>
                  <a:gd name="connsiteX6" fmla="*/ 169458 w 169456"/>
                  <a:gd name="connsiteY6" fmla="*/ 18940 h 396123"/>
                  <a:gd name="connsiteX7" fmla="*/ 111449 w 169456"/>
                  <a:gd name="connsiteY7" fmla="*/ 11070 h 3961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9456" h="396123">
                    <a:moveTo>
                      <a:pt x="111449" y="11070"/>
                    </a:moveTo>
                    <a:cubicBezTo>
                      <a:pt x="94694" y="115600"/>
                      <a:pt x="65182" y="217337"/>
                      <a:pt x="33702" y="317108"/>
                    </a:cubicBezTo>
                    <a:cubicBezTo>
                      <a:pt x="27990" y="337645"/>
                      <a:pt x="17073" y="356343"/>
                      <a:pt x="1968" y="371372"/>
                    </a:cubicBezTo>
                    <a:cubicBezTo>
                      <a:pt x="572" y="386794"/>
                      <a:pt x="1" y="396124"/>
                      <a:pt x="1" y="396124"/>
                    </a:cubicBezTo>
                    <a:lnTo>
                      <a:pt x="24245" y="378289"/>
                    </a:lnTo>
                    <a:lnTo>
                      <a:pt x="156764" y="66223"/>
                    </a:lnTo>
                    <a:lnTo>
                      <a:pt x="169458" y="18940"/>
                    </a:lnTo>
                    <a:cubicBezTo>
                      <a:pt x="169458" y="18940"/>
                      <a:pt x="159303" y="-17808"/>
                      <a:pt x="111449" y="11070"/>
                    </a:cubicBezTo>
                    <a:close/>
                  </a:path>
                </a:pathLst>
              </a:custGeom>
              <a:solidFill>
                <a:srgbClr val="A84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76" name=""/>
              <p:cNvSpPr/>
              <p:nvPr/>
            </p:nvSpPr>
            <p:spPr>
              <a:xfrm>
                <a:off x="6979308" y="3576184"/>
                <a:ext cx="295007" cy="425528"/>
              </a:xfrm>
              <a:custGeom>
                <a:avLst/>
                <a:gdLst>
                  <a:gd name="connsiteX0" fmla="*/ 1 w 294984"/>
                  <a:gd name="connsiteY0" fmla="*/ 204110 h 424688"/>
                  <a:gd name="connsiteX1" fmla="*/ 53059 w 294984"/>
                  <a:gd name="connsiteY1" fmla="*/ 24562 h 424688"/>
                  <a:gd name="connsiteX2" fmla="*/ 228355 w 294984"/>
                  <a:gd name="connsiteY2" fmla="*/ 0 h 424688"/>
                  <a:gd name="connsiteX3" fmla="*/ 244540 w 294984"/>
                  <a:gd name="connsiteY3" fmla="*/ 115637 h 424688"/>
                  <a:gd name="connsiteX4" fmla="*/ 294679 w 294984"/>
                  <a:gd name="connsiteY4" fmla="*/ 276145 h 424688"/>
                  <a:gd name="connsiteX5" fmla="*/ 69815 w 294984"/>
                  <a:gd name="connsiteY5" fmla="*/ 423198 h 424688"/>
                  <a:gd name="connsiteX6" fmla="*/ 1 w 294984"/>
                  <a:gd name="connsiteY6" fmla="*/ 204110 h 4246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4984" h="424688">
                    <a:moveTo>
                      <a:pt x="1" y="204110"/>
                    </a:moveTo>
                    <a:cubicBezTo>
                      <a:pt x="1" y="204110"/>
                      <a:pt x="14662" y="29385"/>
                      <a:pt x="53059" y="24562"/>
                    </a:cubicBezTo>
                    <a:cubicBezTo>
                      <a:pt x="91457" y="19738"/>
                      <a:pt x="166158" y="64"/>
                      <a:pt x="228355" y="0"/>
                    </a:cubicBezTo>
                    <a:cubicBezTo>
                      <a:pt x="290553" y="-64"/>
                      <a:pt x="244540" y="115637"/>
                      <a:pt x="244540" y="115637"/>
                    </a:cubicBezTo>
                    <a:cubicBezTo>
                      <a:pt x="244540" y="115637"/>
                      <a:pt x="299565" y="234764"/>
                      <a:pt x="294679" y="276145"/>
                    </a:cubicBezTo>
                    <a:cubicBezTo>
                      <a:pt x="289792" y="317525"/>
                      <a:pt x="101612" y="439509"/>
                      <a:pt x="69815" y="423198"/>
                    </a:cubicBezTo>
                    <a:cubicBezTo>
                      <a:pt x="38018" y="406887"/>
                      <a:pt x="1" y="204110"/>
                      <a:pt x="1" y="20411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89" name=""/>
              <p:cNvSpPr/>
              <p:nvPr/>
            </p:nvSpPr>
            <p:spPr>
              <a:xfrm>
                <a:off x="7136261" y="3517545"/>
                <a:ext cx="143035" cy="315234"/>
              </a:xfrm>
              <a:custGeom>
                <a:avLst/>
                <a:gdLst>
                  <a:gd name="connsiteX0" fmla="*/ 14 w 143024"/>
                  <a:gd name="connsiteY0" fmla="*/ 64870 h 314612"/>
                  <a:gd name="connsiteX1" fmla="*/ 26860 w 143024"/>
                  <a:gd name="connsiteY1" fmla="*/ 7 h 314612"/>
                  <a:gd name="connsiteX2" fmla="*/ 93755 w 143024"/>
                  <a:gd name="connsiteY2" fmla="*/ 7242 h 314612"/>
                  <a:gd name="connsiteX3" fmla="*/ 133295 w 143024"/>
                  <a:gd name="connsiteY3" fmla="*/ 191296 h 314612"/>
                  <a:gd name="connsiteX4" fmla="*/ 134628 w 143024"/>
                  <a:gd name="connsiteY4" fmla="*/ 314612 h 314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43024" h="314612">
                    <a:moveTo>
                      <a:pt x="14" y="64870"/>
                    </a:moveTo>
                    <a:cubicBezTo>
                      <a:pt x="14" y="64870"/>
                      <a:pt x="-1446" y="-755"/>
                      <a:pt x="26860" y="7"/>
                    </a:cubicBezTo>
                    <a:cubicBezTo>
                      <a:pt x="49264" y="1193"/>
                      <a:pt x="71605" y="3611"/>
                      <a:pt x="93755" y="7242"/>
                    </a:cubicBezTo>
                    <a:cubicBezTo>
                      <a:pt x="93755" y="7242"/>
                      <a:pt x="133358" y="149598"/>
                      <a:pt x="133295" y="191296"/>
                    </a:cubicBezTo>
                    <a:cubicBezTo>
                      <a:pt x="133231" y="232993"/>
                      <a:pt x="154302" y="302363"/>
                      <a:pt x="134628" y="314612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0" name=""/>
              <p:cNvSpPr/>
              <p:nvPr/>
            </p:nvSpPr>
            <p:spPr>
              <a:xfrm>
                <a:off x="7556485" y="3522258"/>
                <a:ext cx="568871" cy="583079"/>
              </a:xfrm>
              <a:custGeom>
                <a:avLst/>
                <a:gdLst>
                  <a:gd name="connsiteX0" fmla="*/ 483021 w 568827"/>
                  <a:gd name="connsiteY0" fmla="*/ 262436 h 581928"/>
                  <a:gd name="connsiteX1" fmla="*/ 378490 w 568827"/>
                  <a:gd name="connsiteY1" fmla="*/ 211662 h 581928"/>
                  <a:gd name="connsiteX2" fmla="*/ 297761 w 568827"/>
                  <a:gd name="connsiteY2" fmla="*/ 0 h 581928"/>
                  <a:gd name="connsiteX3" fmla="*/ 191962 w 568827"/>
                  <a:gd name="connsiteY3" fmla="*/ 68608 h 581928"/>
                  <a:gd name="connsiteX4" fmla="*/ 43449 w 568827"/>
                  <a:gd name="connsiteY4" fmla="*/ 20563 h 581928"/>
                  <a:gd name="connsiteX5" fmla="*/ 35706 w 568827"/>
                  <a:gd name="connsiteY5" fmla="*/ 155558 h 581928"/>
                  <a:gd name="connsiteX6" fmla="*/ 1307 w 568827"/>
                  <a:gd name="connsiteY6" fmla="*/ 301087 h 581928"/>
                  <a:gd name="connsiteX7" fmla="*/ 185361 w 568827"/>
                  <a:gd name="connsiteY7" fmla="*/ 435320 h 581928"/>
                  <a:gd name="connsiteX8" fmla="*/ 305187 w 568827"/>
                  <a:gd name="connsiteY8" fmla="*/ 447125 h 581928"/>
                  <a:gd name="connsiteX9" fmla="*/ 568829 w 568827"/>
                  <a:gd name="connsiteY9" fmla="*/ 581928 h 581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68827" h="581928">
                    <a:moveTo>
                      <a:pt x="483021" y="262436"/>
                    </a:moveTo>
                    <a:lnTo>
                      <a:pt x="378490" y="211662"/>
                    </a:lnTo>
                    <a:lnTo>
                      <a:pt x="297761" y="0"/>
                    </a:lnTo>
                    <a:lnTo>
                      <a:pt x="191962" y="68608"/>
                    </a:lnTo>
                    <a:cubicBezTo>
                      <a:pt x="191962" y="68608"/>
                      <a:pt x="54492" y="-17263"/>
                      <a:pt x="43449" y="20563"/>
                    </a:cubicBezTo>
                    <a:cubicBezTo>
                      <a:pt x="32406" y="58390"/>
                      <a:pt x="35706" y="155558"/>
                      <a:pt x="35706" y="155558"/>
                    </a:cubicBezTo>
                    <a:cubicBezTo>
                      <a:pt x="35706" y="155558"/>
                      <a:pt x="-8023" y="241809"/>
                      <a:pt x="1307" y="301087"/>
                    </a:cubicBezTo>
                    <a:cubicBezTo>
                      <a:pt x="10636" y="360365"/>
                      <a:pt x="185361" y="435320"/>
                      <a:pt x="185361" y="435320"/>
                    </a:cubicBezTo>
                    <a:cubicBezTo>
                      <a:pt x="185361" y="435320"/>
                      <a:pt x="281514" y="425609"/>
                      <a:pt x="305187" y="447125"/>
                    </a:cubicBezTo>
                    <a:cubicBezTo>
                      <a:pt x="328860" y="468640"/>
                      <a:pt x="568829" y="581928"/>
                      <a:pt x="568829" y="581928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2" name=""/>
              <p:cNvSpPr/>
              <p:nvPr/>
            </p:nvSpPr>
            <p:spPr>
              <a:xfrm>
                <a:off x="7556485" y="3533554"/>
                <a:ext cx="132837" cy="374073"/>
              </a:xfrm>
              <a:custGeom>
                <a:avLst/>
                <a:gdLst>
                  <a:gd name="connsiteX0" fmla="*/ 101013 w 132827"/>
                  <a:gd name="connsiteY0" fmla="*/ 287782 h 373335"/>
                  <a:gd name="connsiteX1" fmla="*/ 126781 w 132827"/>
                  <a:gd name="connsiteY1" fmla="*/ 84117 h 373335"/>
                  <a:gd name="connsiteX2" fmla="*/ 99299 w 132827"/>
                  <a:gd name="connsiteY2" fmla="*/ 9734 h 373335"/>
                  <a:gd name="connsiteX3" fmla="*/ 43449 w 132827"/>
                  <a:gd name="connsiteY3" fmla="*/ 9734 h 373335"/>
                  <a:gd name="connsiteX4" fmla="*/ 35706 w 132827"/>
                  <a:gd name="connsiteY4" fmla="*/ 144728 h 373335"/>
                  <a:gd name="connsiteX5" fmla="*/ 1307 w 132827"/>
                  <a:gd name="connsiteY5" fmla="*/ 290258 h 373335"/>
                  <a:gd name="connsiteX6" fmla="*/ 86606 w 132827"/>
                  <a:gd name="connsiteY6" fmla="*/ 373336 h 373335"/>
                  <a:gd name="connsiteX7" fmla="*/ 101013 w 132827"/>
                  <a:gd name="connsiteY7" fmla="*/ 287782 h 3733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2827" h="373335">
                    <a:moveTo>
                      <a:pt x="101013" y="287782"/>
                    </a:moveTo>
                    <a:cubicBezTo>
                      <a:pt x="116372" y="225394"/>
                      <a:pt x="145440" y="148980"/>
                      <a:pt x="126781" y="84117"/>
                    </a:cubicBezTo>
                    <a:cubicBezTo>
                      <a:pt x="119038" y="58812"/>
                      <a:pt x="109899" y="33978"/>
                      <a:pt x="99299" y="9734"/>
                    </a:cubicBezTo>
                    <a:cubicBezTo>
                      <a:pt x="71818" y="-929"/>
                      <a:pt x="47828" y="-5372"/>
                      <a:pt x="43449" y="9734"/>
                    </a:cubicBezTo>
                    <a:cubicBezTo>
                      <a:pt x="32469" y="47814"/>
                      <a:pt x="35706" y="144728"/>
                      <a:pt x="35706" y="144728"/>
                    </a:cubicBezTo>
                    <a:cubicBezTo>
                      <a:pt x="35706" y="144728"/>
                      <a:pt x="-8023" y="230979"/>
                      <a:pt x="1307" y="290258"/>
                    </a:cubicBezTo>
                    <a:cubicBezTo>
                      <a:pt x="5622" y="317612"/>
                      <a:pt x="45226" y="348266"/>
                      <a:pt x="86606" y="373336"/>
                    </a:cubicBezTo>
                    <a:cubicBezTo>
                      <a:pt x="89208" y="344490"/>
                      <a:pt x="94032" y="315885"/>
                      <a:pt x="101013" y="28778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3" name=""/>
              <p:cNvSpPr/>
              <p:nvPr/>
            </p:nvSpPr>
            <p:spPr>
              <a:xfrm>
                <a:off x="7832814" y="3153552"/>
                <a:ext cx="1172616" cy="1458860"/>
              </a:xfrm>
              <a:custGeom>
                <a:avLst/>
                <a:gdLst>
                  <a:gd name="connsiteX0" fmla="*/ 545119 w 1172524"/>
                  <a:gd name="connsiteY0" fmla="*/ 37380 h 1455981"/>
                  <a:gd name="connsiteX1" fmla="*/ 373758 w 1172524"/>
                  <a:gd name="connsiteY1" fmla="*/ 6598 h 1455981"/>
                  <a:gd name="connsiteX2" fmla="*/ 225563 w 1172524"/>
                  <a:gd name="connsiteY2" fmla="*/ 331866 h 1455981"/>
                  <a:gd name="connsiteX3" fmla="*/ 293409 w 1172524"/>
                  <a:gd name="connsiteY3" fmla="*/ 292072 h 1455981"/>
                  <a:gd name="connsiteX4" fmla="*/ 741866 w 1172524"/>
                  <a:gd name="connsiteY4" fmla="*/ 1129836 h 1455981"/>
                  <a:gd name="connsiteX5" fmla="*/ 763318 w 1172524"/>
                  <a:gd name="connsiteY5" fmla="*/ 803743 h 1455981"/>
                  <a:gd name="connsiteX6" fmla="*/ 456583 w 1172524"/>
                  <a:gd name="connsiteY6" fmla="*/ 685885 h 1455981"/>
                  <a:gd name="connsiteX7" fmla="*/ 84793 w 1172524"/>
                  <a:gd name="connsiteY7" fmla="*/ 597983 h 1455981"/>
                  <a:gd name="connsiteX8" fmla="*/ 84095 w 1172524"/>
                  <a:gd name="connsiteY8" fmla="*/ 605789 h 1455981"/>
                  <a:gd name="connsiteX9" fmla="*/ 1 w 1172524"/>
                  <a:gd name="connsiteY9" fmla="*/ 949590 h 1455981"/>
                  <a:gd name="connsiteX10" fmla="*/ 1158781 w 1172524"/>
                  <a:gd name="connsiteY10" fmla="*/ 1347147 h 1455981"/>
                  <a:gd name="connsiteX11" fmla="*/ 1058884 w 1172524"/>
                  <a:gd name="connsiteY11" fmla="*/ 873620 h 1455981"/>
                  <a:gd name="connsiteX12" fmla="*/ 682398 w 1172524"/>
                  <a:gd name="connsiteY12" fmla="*/ 183798 h 1455981"/>
                  <a:gd name="connsiteX13" fmla="*/ 545119 w 1172524"/>
                  <a:gd name="connsiteY13" fmla="*/ 37380 h 14559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172524" h="1455981">
                    <a:moveTo>
                      <a:pt x="545119" y="37380"/>
                    </a:moveTo>
                    <a:cubicBezTo>
                      <a:pt x="521128" y="24306"/>
                      <a:pt x="447634" y="-15615"/>
                      <a:pt x="373758" y="6598"/>
                    </a:cubicBezTo>
                    <a:cubicBezTo>
                      <a:pt x="226261" y="51025"/>
                      <a:pt x="187673" y="310605"/>
                      <a:pt x="225563" y="331866"/>
                    </a:cubicBezTo>
                    <a:cubicBezTo>
                      <a:pt x="235210" y="337261"/>
                      <a:pt x="254567" y="330089"/>
                      <a:pt x="293409" y="292072"/>
                    </a:cubicBezTo>
                    <a:cubicBezTo>
                      <a:pt x="529950" y="868860"/>
                      <a:pt x="679415" y="1148115"/>
                      <a:pt x="741866" y="1129836"/>
                    </a:cubicBezTo>
                    <a:cubicBezTo>
                      <a:pt x="777789" y="1119345"/>
                      <a:pt x="784961" y="1010645"/>
                      <a:pt x="763318" y="803743"/>
                    </a:cubicBezTo>
                    <a:cubicBezTo>
                      <a:pt x="636384" y="750431"/>
                      <a:pt x="530775" y="711653"/>
                      <a:pt x="456583" y="685885"/>
                    </a:cubicBezTo>
                    <a:cubicBezTo>
                      <a:pt x="335996" y="643933"/>
                      <a:pt x="102246" y="562442"/>
                      <a:pt x="84793" y="597983"/>
                    </a:cubicBezTo>
                    <a:cubicBezTo>
                      <a:pt x="83715" y="600446"/>
                      <a:pt x="83524" y="603181"/>
                      <a:pt x="84095" y="605789"/>
                    </a:cubicBezTo>
                    <a:cubicBezTo>
                      <a:pt x="84095" y="605789"/>
                      <a:pt x="92346" y="658277"/>
                      <a:pt x="1" y="949590"/>
                    </a:cubicBezTo>
                    <a:cubicBezTo>
                      <a:pt x="1" y="949590"/>
                      <a:pt x="1041938" y="1738230"/>
                      <a:pt x="1158781" y="1347147"/>
                    </a:cubicBezTo>
                    <a:cubicBezTo>
                      <a:pt x="1206698" y="1186703"/>
                      <a:pt x="1118606" y="1019023"/>
                      <a:pt x="1058884" y="873620"/>
                    </a:cubicBezTo>
                    <a:cubicBezTo>
                      <a:pt x="957337" y="626734"/>
                      <a:pt x="810791" y="415008"/>
                      <a:pt x="682398" y="183798"/>
                    </a:cubicBezTo>
                    <a:cubicBezTo>
                      <a:pt x="665135" y="152509"/>
                      <a:pt x="625976" y="81489"/>
                      <a:pt x="545119" y="3738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4" name=""/>
              <p:cNvSpPr/>
              <p:nvPr/>
            </p:nvSpPr>
            <p:spPr>
              <a:xfrm>
                <a:off x="7996112" y="3554818"/>
                <a:ext cx="479990" cy="342890"/>
              </a:xfrm>
              <a:custGeom>
                <a:avLst/>
                <a:gdLst>
                  <a:gd name="connsiteX0" fmla="*/ 479954 w 479952"/>
                  <a:gd name="connsiteY0" fmla="*/ 342214 h 342213"/>
                  <a:gd name="connsiteX1" fmla="*/ 269307 w 479952"/>
                  <a:gd name="connsiteY1" fmla="*/ 0 h 342213"/>
                  <a:gd name="connsiteX2" fmla="*/ 310878 w 479952"/>
                  <a:gd name="connsiteY2" fmla="*/ 250694 h 342213"/>
                  <a:gd name="connsiteX3" fmla="*/ 14360 w 479952"/>
                  <a:gd name="connsiteY3" fmla="*/ 135248 h 342213"/>
                  <a:gd name="connsiteX4" fmla="*/ 8013 w 479952"/>
                  <a:gd name="connsiteY4" fmla="*/ 153019 h 342213"/>
                  <a:gd name="connsiteX5" fmla="*/ 340962 w 479952"/>
                  <a:gd name="connsiteY5" fmla="*/ 283062 h 3422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9952" h="342213">
                    <a:moveTo>
                      <a:pt x="479954" y="342214"/>
                    </a:moveTo>
                    <a:lnTo>
                      <a:pt x="269307" y="0"/>
                    </a:lnTo>
                    <a:lnTo>
                      <a:pt x="310878" y="250694"/>
                    </a:lnTo>
                    <a:cubicBezTo>
                      <a:pt x="212504" y="211028"/>
                      <a:pt x="114131" y="172249"/>
                      <a:pt x="14360" y="135248"/>
                    </a:cubicBezTo>
                    <a:cubicBezTo>
                      <a:pt x="17" y="129917"/>
                      <a:pt x="-6140" y="147941"/>
                      <a:pt x="8013" y="153019"/>
                    </a:cubicBezTo>
                    <a:cubicBezTo>
                      <a:pt x="119716" y="194570"/>
                      <a:pt x="230719" y="237919"/>
                      <a:pt x="340962" y="283062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5" name=""/>
              <p:cNvSpPr/>
              <p:nvPr/>
            </p:nvSpPr>
            <p:spPr>
              <a:xfrm>
                <a:off x="7913852" y="3745159"/>
                <a:ext cx="189732" cy="441184"/>
              </a:xfrm>
              <a:custGeom>
                <a:avLst/>
                <a:gdLst>
                  <a:gd name="connsiteX0" fmla="*/ 166428 w 189717"/>
                  <a:gd name="connsiteY0" fmla="*/ 7479 h 440313"/>
                  <a:gd name="connsiteX1" fmla="*/ 907 w 189717"/>
                  <a:gd name="connsiteY1" fmla="*/ 424965 h 440313"/>
                  <a:gd name="connsiteX2" fmla="*/ 23311 w 189717"/>
                  <a:gd name="connsiteY2" fmla="*/ 432834 h 440313"/>
                  <a:gd name="connsiteX3" fmla="*/ 188832 w 189717"/>
                  <a:gd name="connsiteY3" fmla="*/ 15349 h 440313"/>
                  <a:gd name="connsiteX4" fmla="*/ 166428 w 189717"/>
                  <a:gd name="connsiteY4" fmla="*/ 7479 h 440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9717" h="440313">
                    <a:moveTo>
                      <a:pt x="166428" y="7479"/>
                    </a:moveTo>
                    <a:cubicBezTo>
                      <a:pt x="111403" y="146643"/>
                      <a:pt x="56250" y="285801"/>
                      <a:pt x="907" y="424965"/>
                    </a:cubicBezTo>
                    <a:cubicBezTo>
                      <a:pt x="-4742" y="439181"/>
                      <a:pt x="17662" y="446987"/>
                      <a:pt x="23311" y="432834"/>
                    </a:cubicBezTo>
                    <a:cubicBezTo>
                      <a:pt x="78336" y="293670"/>
                      <a:pt x="133489" y="154513"/>
                      <a:pt x="188832" y="15349"/>
                    </a:cubicBezTo>
                    <a:cubicBezTo>
                      <a:pt x="194417" y="1132"/>
                      <a:pt x="172013" y="-6674"/>
                      <a:pt x="166428" y="747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6" name=""/>
              <p:cNvSpPr/>
              <p:nvPr/>
            </p:nvSpPr>
            <p:spPr>
              <a:xfrm>
                <a:off x="8391453" y="3841642"/>
                <a:ext cx="175221" cy="94962"/>
              </a:xfrm>
              <a:custGeom>
                <a:avLst/>
                <a:gdLst>
                  <a:gd name="connsiteX0" fmla="*/ 7278 w 175207"/>
                  <a:gd name="connsiteY0" fmla="*/ 23524 h 94775"/>
                  <a:gd name="connsiteX1" fmla="*/ 160170 w 175207"/>
                  <a:gd name="connsiteY1" fmla="*/ 93655 h 94775"/>
                  <a:gd name="connsiteX2" fmla="*/ 167976 w 175207"/>
                  <a:gd name="connsiteY2" fmla="*/ 71251 h 94775"/>
                  <a:gd name="connsiteX3" fmla="*/ 15084 w 175207"/>
                  <a:gd name="connsiteY3" fmla="*/ 1120 h 94775"/>
                  <a:gd name="connsiteX4" fmla="*/ 7278 w 175207"/>
                  <a:gd name="connsiteY4" fmla="*/ 23524 h 9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5207" h="94775">
                    <a:moveTo>
                      <a:pt x="7278" y="23524"/>
                    </a:moveTo>
                    <a:lnTo>
                      <a:pt x="160170" y="93655"/>
                    </a:lnTo>
                    <a:cubicBezTo>
                      <a:pt x="174006" y="100002"/>
                      <a:pt x="181748" y="77598"/>
                      <a:pt x="167976" y="71251"/>
                    </a:cubicBezTo>
                    <a:lnTo>
                      <a:pt x="15084" y="1120"/>
                    </a:lnTo>
                    <a:cubicBezTo>
                      <a:pt x="1185" y="-5226"/>
                      <a:pt x="-6558" y="17177"/>
                      <a:pt x="7278" y="2352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7" name=""/>
              <p:cNvSpPr/>
              <p:nvPr/>
            </p:nvSpPr>
            <p:spPr>
              <a:xfrm>
                <a:off x="7305553" y="2535631"/>
                <a:ext cx="495017" cy="775245"/>
              </a:xfrm>
              <a:custGeom>
                <a:avLst/>
                <a:gdLst>
                  <a:gd name="connsiteX0" fmla="*/ 421104 w 494978"/>
                  <a:gd name="connsiteY0" fmla="*/ 412842 h 773715"/>
                  <a:gd name="connsiteX1" fmla="*/ 310989 w 494978"/>
                  <a:gd name="connsiteY1" fmla="*/ 179601 h 773715"/>
                  <a:gd name="connsiteX2" fmla="*/ 272909 w 494978"/>
                  <a:gd name="connsiteY2" fmla="*/ 65995 h 773715"/>
                  <a:gd name="connsiteX3" fmla="*/ 261866 w 494978"/>
                  <a:gd name="connsiteY3" fmla="*/ 4623 h 773715"/>
                  <a:gd name="connsiteX4" fmla="*/ 261485 w 494978"/>
                  <a:gd name="connsiteY4" fmla="*/ 2846 h 773715"/>
                  <a:gd name="connsiteX5" fmla="*/ 253615 w 494978"/>
                  <a:gd name="connsiteY5" fmla="*/ 117 h 773715"/>
                  <a:gd name="connsiteX6" fmla="*/ 225245 w 494978"/>
                  <a:gd name="connsiteY6" fmla="*/ 6463 h 773715"/>
                  <a:gd name="connsiteX7" fmla="*/ 1 w 494978"/>
                  <a:gd name="connsiteY7" fmla="*/ 104456 h 773715"/>
                  <a:gd name="connsiteX8" fmla="*/ 160572 w 494978"/>
                  <a:gd name="connsiteY8" fmla="*/ 596198 h 773715"/>
                  <a:gd name="connsiteX9" fmla="*/ 196495 w 494978"/>
                  <a:gd name="connsiteY9" fmla="*/ 711898 h 773715"/>
                  <a:gd name="connsiteX10" fmla="*/ 238891 w 494978"/>
                  <a:gd name="connsiteY10" fmla="*/ 754167 h 773715"/>
                  <a:gd name="connsiteX11" fmla="*/ 244856 w 494978"/>
                  <a:gd name="connsiteY11" fmla="*/ 761847 h 773715"/>
                  <a:gd name="connsiteX12" fmla="*/ 252663 w 494978"/>
                  <a:gd name="connsiteY12" fmla="*/ 769907 h 773715"/>
                  <a:gd name="connsiteX13" fmla="*/ 254440 w 494978"/>
                  <a:gd name="connsiteY13" fmla="*/ 772065 h 773715"/>
                  <a:gd name="connsiteX14" fmla="*/ 329395 w 494978"/>
                  <a:gd name="connsiteY14" fmla="*/ 773715 h 773715"/>
                  <a:gd name="connsiteX15" fmla="*/ 494980 w 494978"/>
                  <a:gd name="connsiteY15" fmla="*/ 575571 h 773715"/>
                  <a:gd name="connsiteX16" fmla="*/ 421104 w 494978"/>
                  <a:gd name="connsiteY16" fmla="*/ 412842 h 7737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494978" h="773715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02183" y="408336"/>
                      <a:pt x="143818" y="538951"/>
                      <a:pt x="160572" y="596198"/>
                    </a:cubicBezTo>
                    <a:cubicBezTo>
                      <a:pt x="166221" y="615238"/>
                      <a:pt x="177709" y="656111"/>
                      <a:pt x="196495" y="711898"/>
                    </a:cubicBezTo>
                    <a:cubicBezTo>
                      <a:pt x="211346" y="725226"/>
                      <a:pt x="225372" y="739506"/>
                      <a:pt x="238891" y="754167"/>
                    </a:cubicBezTo>
                    <a:cubicBezTo>
                      <a:pt x="240985" y="756624"/>
                      <a:pt x="243016" y="759188"/>
                      <a:pt x="244856" y="761847"/>
                    </a:cubicBezTo>
                    <a:lnTo>
                      <a:pt x="252663" y="769907"/>
                    </a:lnTo>
                    <a:cubicBezTo>
                      <a:pt x="253361" y="770605"/>
                      <a:pt x="253805" y="771367"/>
                      <a:pt x="254440" y="772065"/>
                    </a:cubicBezTo>
                    <a:cubicBezTo>
                      <a:pt x="279446" y="770777"/>
                      <a:pt x="304452" y="771329"/>
                      <a:pt x="329395" y="773715"/>
                    </a:cubicBezTo>
                    <a:cubicBezTo>
                      <a:pt x="372870" y="740585"/>
                      <a:pt x="435321" y="672168"/>
                      <a:pt x="494980" y="575571"/>
                    </a:cubicBezTo>
                    <a:cubicBezTo>
                      <a:pt x="464770" y="505313"/>
                      <a:pt x="439383" y="449145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8" name=""/>
              <p:cNvSpPr/>
              <p:nvPr/>
            </p:nvSpPr>
            <p:spPr>
              <a:xfrm>
                <a:off x="7305553" y="2535631"/>
                <a:ext cx="456109" cy="502826"/>
              </a:xfrm>
              <a:custGeom>
                <a:avLst/>
                <a:gdLst>
                  <a:gd name="connsiteX0" fmla="*/ 421104 w 456073"/>
                  <a:gd name="connsiteY0" fmla="*/ 412842 h 501834"/>
                  <a:gd name="connsiteX1" fmla="*/ 310989 w 456073"/>
                  <a:gd name="connsiteY1" fmla="*/ 179601 h 501834"/>
                  <a:gd name="connsiteX2" fmla="*/ 272909 w 456073"/>
                  <a:gd name="connsiteY2" fmla="*/ 65995 h 501834"/>
                  <a:gd name="connsiteX3" fmla="*/ 261866 w 456073"/>
                  <a:gd name="connsiteY3" fmla="*/ 4623 h 501834"/>
                  <a:gd name="connsiteX4" fmla="*/ 261485 w 456073"/>
                  <a:gd name="connsiteY4" fmla="*/ 2846 h 501834"/>
                  <a:gd name="connsiteX5" fmla="*/ 253615 w 456073"/>
                  <a:gd name="connsiteY5" fmla="*/ 117 h 501834"/>
                  <a:gd name="connsiteX6" fmla="*/ 225245 w 456073"/>
                  <a:gd name="connsiteY6" fmla="*/ 6463 h 501834"/>
                  <a:gd name="connsiteX7" fmla="*/ 1 w 456073"/>
                  <a:gd name="connsiteY7" fmla="*/ 104456 h 501834"/>
                  <a:gd name="connsiteX8" fmla="*/ 57121 w 456073"/>
                  <a:gd name="connsiteY8" fmla="*/ 235389 h 501834"/>
                  <a:gd name="connsiteX9" fmla="*/ 98248 w 456073"/>
                  <a:gd name="connsiteY9" fmla="*/ 274484 h 501834"/>
                  <a:gd name="connsiteX10" fmla="*/ 160446 w 456073"/>
                  <a:gd name="connsiteY10" fmla="*/ 391390 h 501834"/>
                  <a:gd name="connsiteX11" fmla="*/ 379026 w 456073"/>
                  <a:gd name="connsiteY11" fmla="*/ 501696 h 501834"/>
                  <a:gd name="connsiteX12" fmla="*/ 456075 w 456073"/>
                  <a:gd name="connsiteY12" fmla="*/ 485258 h 501834"/>
                  <a:gd name="connsiteX13" fmla="*/ 421104 w 456073"/>
                  <a:gd name="connsiteY13" fmla="*/ 412842 h 5018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456073" h="501834">
                    <a:moveTo>
                      <a:pt x="421104" y="412842"/>
                    </a:moveTo>
                    <a:cubicBezTo>
                      <a:pt x="381881" y="336237"/>
                      <a:pt x="343357" y="259379"/>
                      <a:pt x="310989" y="179601"/>
                    </a:cubicBezTo>
                    <a:cubicBezTo>
                      <a:pt x="295503" y="142714"/>
                      <a:pt x="282810" y="104748"/>
                      <a:pt x="272909" y="65995"/>
                    </a:cubicBezTo>
                    <a:cubicBezTo>
                      <a:pt x="267895" y="45495"/>
                      <a:pt x="265864" y="25249"/>
                      <a:pt x="261866" y="4623"/>
                    </a:cubicBezTo>
                    <a:cubicBezTo>
                      <a:pt x="261739" y="4026"/>
                      <a:pt x="261612" y="3430"/>
                      <a:pt x="261485" y="2846"/>
                    </a:cubicBezTo>
                    <a:cubicBezTo>
                      <a:pt x="259009" y="1506"/>
                      <a:pt x="256344" y="586"/>
                      <a:pt x="253615" y="117"/>
                    </a:cubicBezTo>
                    <a:cubicBezTo>
                      <a:pt x="243714" y="-550"/>
                      <a:pt x="233877" y="1652"/>
                      <a:pt x="225245" y="6463"/>
                    </a:cubicBezTo>
                    <a:lnTo>
                      <a:pt x="1" y="104456"/>
                    </a:lnTo>
                    <a:cubicBezTo>
                      <a:pt x="19105" y="148077"/>
                      <a:pt x="38145" y="191723"/>
                      <a:pt x="57121" y="235389"/>
                    </a:cubicBezTo>
                    <a:cubicBezTo>
                      <a:pt x="72100" y="247009"/>
                      <a:pt x="85872" y="260109"/>
                      <a:pt x="98248" y="274484"/>
                    </a:cubicBezTo>
                    <a:cubicBezTo>
                      <a:pt x="139120" y="321957"/>
                      <a:pt x="138613" y="353881"/>
                      <a:pt x="160446" y="391390"/>
                    </a:cubicBezTo>
                    <a:cubicBezTo>
                      <a:pt x="203286" y="465012"/>
                      <a:pt x="300073" y="504488"/>
                      <a:pt x="379026" y="501696"/>
                    </a:cubicBezTo>
                    <a:cubicBezTo>
                      <a:pt x="405428" y="500661"/>
                      <a:pt x="431513" y="495102"/>
                      <a:pt x="456075" y="485258"/>
                    </a:cubicBezTo>
                    <a:cubicBezTo>
                      <a:pt x="444904" y="461077"/>
                      <a:pt x="433417" y="436959"/>
                      <a:pt x="421104" y="41284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999" name=""/>
              <p:cNvSpPr/>
              <p:nvPr/>
            </p:nvSpPr>
            <p:spPr>
              <a:xfrm>
                <a:off x="7228508" y="2322747"/>
                <a:ext cx="577875" cy="617692"/>
              </a:xfrm>
              <a:custGeom>
                <a:avLst/>
                <a:gdLst>
                  <a:gd name="connsiteX0" fmla="*/ 567196 w 577830"/>
                  <a:gd name="connsiteY0" fmla="*/ 317619 h 616473"/>
                  <a:gd name="connsiteX1" fmla="*/ 395835 w 577830"/>
                  <a:gd name="connsiteY1" fmla="*/ 26051 h 616473"/>
                  <a:gd name="connsiteX2" fmla="*/ 359659 w 577830"/>
                  <a:gd name="connsiteY2" fmla="*/ 2569 h 616473"/>
                  <a:gd name="connsiteX3" fmla="*/ 305585 w 577830"/>
                  <a:gd name="connsiteY3" fmla="*/ 4219 h 616473"/>
                  <a:gd name="connsiteX4" fmla="*/ 67964 w 577830"/>
                  <a:gd name="connsiteY4" fmla="*/ 54992 h 616473"/>
                  <a:gd name="connsiteX5" fmla="*/ 6211 w 577830"/>
                  <a:gd name="connsiteY5" fmla="*/ 159332 h 616473"/>
                  <a:gd name="connsiteX6" fmla="*/ 106426 w 577830"/>
                  <a:gd name="connsiteY6" fmla="*/ 492026 h 616473"/>
                  <a:gd name="connsiteX7" fmla="*/ 381999 w 577830"/>
                  <a:gd name="connsiteY7" fmla="*/ 615532 h 616473"/>
                  <a:gd name="connsiteX8" fmla="*/ 501190 w 577830"/>
                  <a:gd name="connsiteY8" fmla="*/ 575929 h 616473"/>
                  <a:gd name="connsiteX9" fmla="*/ 569988 w 577830"/>
                  <a:gd name="connsiteY9" fmla="*/ 329550 h 616473"/>
                  <a:gd name="connsiteX10" fmla="*/ 567196 w 577830"/>
                  <a:gd name="connsiteY10" fmla="*/ 317619 h 616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77830" h="616473">
                    <a:moveTo>
                      <a:pt x="567196" y="317619"/>
                    </a:moveTo>
                    <a:cubicBezTo>
                      <a:pt x="542697" y="212708"/>
                      <a:pt x="479358" y="103037"/>
                      <a:pt x="395835" y="26051"/>
                    </a:cubicBezTo>
                    <a:cubicBezTo>
                      <a:pt x="385744" y="15529"/>
                      <a:pt x="373367" y="7494"/>
                      <a:pt x="359659" y="2569"/>
                    </a:cubicBezTo>
                    <a:cubicBezTo>
                      <a:pt x="342586" y="-2445"/>
                      <a:pt x="323609" y="855"/>
                      <a:pt x="305585" y="4219"/>
                    </a:cubicBezTo>
                    <a:cubicBezTo>
                      <a:pt x="227013" y="19134"/>
                      <a:pt x="144696" y="31827"/>
                      <a:pt x="67964" y="54992"/>
                    </a:cubicBezTo>
                    <a:cubicBezTo>
                      <a:pt x="55" y="75302"/>
                      <a:pt x="-8703" y="93073"/>
                      <a:pt x="6211" y="159332"/>
                    </a:cubicBezTo>
                    <a:cubicBezTo>
                      <a:pt x="31154" y="270653"/>
                      <a:pt x="39722" y="394985"/>
                      <a:pt x="106426" y="492026"/>
                    </a:cubicBezTo>
                    <a:cubicBezTo>
                      <a:pt x="163546" y="575040"/>
                      <a:pt x="272709" y="623974"/>
                      <a:pt x="381999" y="615532"/>
                    </a:cubicBezTo>
                    <a:cubicBezTo>
                      <a:pt x="424204" y="612296"/>
                      <a:pt x="467172" y="600554"/>
                      <a:pt x="501190" y="575929"/>
                    </a:cubicBezTo>
                    <a:cubicBezTo>
                      <a:pt x="578683" y="519824"/>
                      <a:pt x="588076" y="415548"/>
                      <a:pt x="569988" y="329550"/>
                    </a:cubicBezTo>
                    <a:cubicBezTo>
                      <a:pt x="569290" y="325425"/>
                      <a:pt x="568401" y="321490"/>
                      <a:pt x="567196" y="317619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0" name=""/>
              <p:cNvSpPr/>
              <p:nvPr/>
            </p:nvSpPr>
            <p:spPr>
              <a:xfrm>
                <a:off x="7119731" y="2082443"/>
                <a:ext cx="588261" cy="708046"/>
              </a:xfrm>
              <a:custGeom>
                <a:avLst/>
                <a:gdLst>
                  <a:gd name="connsiteX0" fmla="*/ 535703 w 588215"/>
                  <a:gd name="connsiteY0" fmla="*/ 25025 h 706649"/>
                  <a:gd name="connsiteX1" fmla="*/ 568896 w 588215"/>
                  <a:gd name="connsiteY1" fmla="*/ 214410 h 706649"/>
                  <a:gd name="connsiteX2" fmla="*/ 374370 w 588215"/>
                  <a:gd name="connsiteY2" fmla="*/ 318559 h 706649"/>
                  <a:gd name="connsiteX3" fmla="*/ 344096 w 588215"/>
                  <a:gd name="connsiteY3" fmla="*/ 336457 h 706649"/>
                  <a:gd name="connsiteX4" fmla="*/ 325056 w 588215"/>
                  <a:gd name="connsiteY4" fmla="*/ 394339 h 706649"/>
                  <a:gd name="connsiteX5" fmla="*/ 248896 w 588215"/>
                  <a:gd name="connsiteY5" fmla="*/ 463201 h 706649"/>
                  <a:gd name="connsiteX6" fmla="*/ 271427 w 588215"/>
                  <a:gd name="connsiteY6" fmla="*/ 670357 h 706649"/>
                  <a:gd name="connsiteX7" fmla="*/ 205167 w 588215"/>
                  <a:gd name="connsiteY7" fmla="*/ 706215 h 706649"/>
                  <a:gd name="connsiteX8" fmla="*/ 46499 w 588215"/>
                  <a:gd name="connsiteY8" fmla="*/ 572300 h 706649"/>
                  <a:gd name="connsiteX9" fmla="*/ 22319 w 588215"/>
                  <a:gd name="connsiteY9" fmla="*/ 331634 h 706649"/>
                  <a:gd name="connsiteX10" fmla="*/ 195330 w 588215"/>
                  <a:gd name="connsiteY10" fmla="*/ 218281 h 706649"/>
                  <a:gd name="connsiteX11" fmla="*/ 247245 w 588215"/>
                  <a:gd name="connsiteY11" fmla="*/ 83097 h 706649"/>
                  <a:gd name="connsiteX12" fmla="*/ 444945 w 588215"/>
                  <a:gd name="connsiteY12" fmla="*/ 82 h 706649"/>
                  <a:gd name="connsiteX13" fmla="*/ 535703 w 588215"/>
                  <a:gd name="connsiteY13" fmla="*/ 25025 h 7066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588215" h="706649">
                    <a:moveTo>
                      <a:pt x="535703" y="25025"/>
                    </a:moveTo>
                    <a:cubicBezTo>
                      <a:pt x="588889" y="66723"/>
                      <a:pt x="604819" y="162050"/>
                      <a:pt x="568896" y="214410"/>
                    </a:cubicBezTo>
                    <a:cubicBezTo>
                      <a:pt x="530816" y="269499"/>
                      <a:pt x="415369" y="302819"/>
                      <a:pt x="374370" y="318559"/>
                    </a:cubicBezTo>
                    <a:cubicBezTo>
                      <a:pt x="363073" y="322132"/>
                      <a:pt x="352665" y="328257"/>
                      <a:pt x="344096" y="336457"/>
                    </a:cubicBezTo>
                    <a:cubicBezTo>
                      <a:pt x="329943" y="352070"/>
                      <a:pt x="331022" y="374537"/>
                      <a:pt x="325056" y="394339"/>
                    </a:cubicBezTo>
                    <a:cubicBezTo>
                      <a:pt x="312363" y="434387"/>
                      <a:pt x="270919" y="439337"/>
                      <a:pt x="248896" y="463201"/>
                    </a:cubicBezTo>
                    <a:cubicBezTo>
                      <a:pt x="225731" y="488587"/>
                      <a:pt x="216337" y="543105"/>
                      <a:pt x="271427" y="670357"/>
                    </a:cubicBezTo>
                    <a:cubicBezTo>
                      <a:pt x="257464" y="684827"/>
                      <a:pt x="234870" y="703169"/>
                      <a:pt x="205167" y="706215"/>
                    </a:cubicBezTo>
                    <a:cubicBezTo>
                      <a:pt x="121581" y="714783"/>
                      <a:pt x="58368" y="593879"/>
                      <a:pt x="46499" y="572300"/>
                    </a:cubicBezTo>
                    <a:cubicBezTo>
                      <a:pt x="38693" y="558274"/>
                      <a:pt x="-36515" y="419408"/>
                      <a:pt x="22319" y="331634"/>
                    </a:cubicBezTo>
                    <a:cubicBezTo>
                      <a:pt x="66111" y="266326"/>
                      <a:pt x="141763" y="296156"/>
                      <a:pt x="195330" y="218281"/>
                    </a:cubicBezTo>
                    <a:cubicBezTo>
                      <a:pt x="233410" y="162811"/>
                      <a:pt x="206246" y="136219"/>
                      <a:pt x="247245" y="83097"/>
                    </a:cubicBezTo>
                    <a:cubicBezTo>
                      <a:pt x="313759" y="-3155"/>
                      <a:pt x="437139" y="-235"/>
                      <a:pt x="444945" y="82"/>
                    </a:cubicBezTo>
                    <a:cubicBezTo>
                      <a:pt x="474457" y="1225"/>
                      <a:pt x="506889" y="2431"/>
                      <a:pt x="535703" y="2502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1" name=""/>
              <p:cNvSpPr/>
              <p:nvPr/>
            </p:nvSpPr>
            <p:spPr>
              <a:xfrm>
                <a:off x="7203131" y="2703175"/>
                <a:ext cx="234550" cy="212730"/>
              </a:xfrm>
              <a:custGeom>
                <a:avLst/>
                <a:gdLst>
                  <a:gd name="connsiteX0" fmla="*/ 3724 w 234532"/>
                  <a:gd name="connsiteY0" fmla="*/ 68620 h 212310"/>
                  <a:gd name="connsiteX1" fmla="*/ 118917 w 234532"/>
                  <a:gd name="connsiteY1" fmla="*/ 212309 h 212310"/>
                  <a:gd name="connsiteX2" fmla="*/ 233158 w 234532"/>
                  <a:gd name="connsiteY2" fmla="*/ 108350 h 212310"/>
                  <a:gd name="connsiteX3" fmla="*/ 203709 w 234532"/>
                  <a:gd name="connsiteY3" fmla="*/ 76617 h 212310"/>
                  <a:gd name="connsiteX4" fmla="*/ 193872 w 234532"/>
                  <a:gd name="connsiteY4" fmla="*/ 58910 h 212310"/>
                  <a:gd name="connsiteX5" fmla="*/ 3724 w 234532"/>
                  <a:gd name="connsiteY5" fmla="*/ 68620 h 212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34532" h="212310">
                    <a:moveTo>
                      <a:pt x="3724" y="68620"/>
                    </a:moveTo>
                    <a:cubicBezTo>
                      <a:pt x="-16077" y="131008"/>
                      <a:pt x="46121" y="212055"/>
                      <a:pt x="118917" y="212309"/>
                    </a:cubicBezTo>
                    <a:cubicBezTo>
                      <a:pt x="189238" y="212627"/>
                      <a:pt x="244010" y="131706"/>
                      <a:pt x="233158" y="108350"/>
                    </a:cubicBezTo>
                    <a:cubicBezTo>
                      <a:pt x="229540" y="100544"/>
                      <a:pt x="217798" y="97371"/>
                      <a:pt x="203709" y="76617"/>
                    </a:cubicBezTo>
                    <a:cubicBezTo>
                      <a:pt x="199964" y="70975"/>
                      <a:pt x="196664" y="65053"/>
                      <a:pt x="193872" y="58910"/>
                    </a:cubicBezTo>
                    <a:cubicBezTo>
                      <a:pt x="154649" y="-21186"/>
                      <a:pt x="32221" y="-21186"/>
                      <a:pt x="3724" y="6862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2" name=""/>
              <p:cNvSpPr/>
              <p:nvPr/>
            </p:nvSpPr>
            <p:spPr>
              <a:xfrm>
                <a:off x="7420087" y="3127031"/>
                <a:ext cx="181626" cy="292016"/>
              </a:xfrm>
              <a:custGeom>
                <a:avLst/>
                <a:gdLst>
                  <a:gd name="connsiteX0" fmla="*/ 4668 w 181612"/>
                  <a:gd name="connsiteY0" fmla="*/ 94502 h 291440"/>
                  <a:gd name="connsiteX1" fmla="*/ 43763 w 181612"/>
                  <a:gd name="connsiteY1" fmla="*/ 0 h 291440"/>
                  <a:gd name="connsiteX2" fmla="*/ 181614 w 181612"/>
                  <a:gd name="connsiteY2" fmla="*/ 173265 h 291440"/>
                  <a:gd name="connsiteX3" fmla="*/ 130840 w 181612"/>
                  <a:gd name="connsiteY3" fmla="*/ 291440 h 291440"/>
                  <a:gd name="connsiteX4" fmla="*/ 4668 w 181612"/>
                  <a:gd name="connsiteY4" fmla="*/ 94502 h 2914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1612" h="291440">
                    <a:moveTo>
                      <a:pt x="4668" y="94502"/>
                    </a:moveTo>
                    <a:lnTo>
                      <a:pt x="43763" y="0"/>
                    </a:lnTo>
                    <a:cubicBezTo>
                      <a:pt x="61153" y="75627"/>
                      <a:pt x="111863" y="139316"/>
                      <a:pt x="181614" y="173265"/>
                    </a:cubicBezTo>
                    <a:lnTo>
                      <a:pt x="130840" y="291440"/>
                    </a:lnTo>
                    <a:cubicBezTo>
                      <a:pt x="130840" y="291440"/>
                      <a:pt x="-29033" y="196874"/>
                      <a:pt x="4668" y="94502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3" name=""/>
              <p:cNvSpPr/>
              <p:nvPr/>
            </p:nvSpPr>
            <p:spPr>
              <a:xfrm>
                <a:off x="7586290" y="3000736"/>
                <a:ext cx="299269" cy="426196"/>
              </a:xfrm>
              <a:custGeom>
                <a:avLst/>
                <a:gdLst>
                  <a:gd name="connsiteX0" fmla="*/ 1 w 299246"/>
                  <a:gd name="connsiteY0" fmla="*/ 307180 h 425355"/>
                  <a:gd name="connsiteX1" fmla="*/ 94504 w 299246"/>
                  <a:gd name="connsiteY1" fmla="*/ 232353 h 425355"/>
                  <a:gd name="connsiteX2" fmla="*/ 165396 w 299246"/>
                  <a:gd name="connsiteY2" fmla="*/ 0 h 425355"/>
                  <a:gd name="connsiteX3" fmla="*/ 299248 w 299246"/>
                  <a:gd name="connsiteY3" fmla="*/ 126045 h 425355"/>
                  <a:gd name="connsiteX4" fmla="*/ 102500 w 299246"/>
                  <a:gd name="connsiteY4" fmla="*/ 425356 h 425355"/>
                  <a:gd name="connsiteX5" fmla="*/ 1 w 299246"/>
                  <a:gd name="connsiteY5" fmla="*/ 307180 h 4253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99246" h="425355">
                    <a:moveTo>
                      <a:pt x="1" y="307180"/>
                    </a:moveTo>
                    <a:cubicBezTo>
                      <a:pt x="36177" y="288819"/>
                      <a:pt x="68355" y="263375"/>
                      <a:pt x="94504" y="232353"/>
                    </a:cubicBezTo>
                    <a:cubicBezTo>
                      <a:pt x="171806" y="140135"/>
                      <a:pt x="167491" y="29830"/>
                      <a:pt x="165396" y="0"/>
                    </a:cubicBezTo>
                    <a:cubicBezTo>
                      <a:pt x="165396" y="0"/>
                      <a:pt x="299248" y="7870"/>
                      <a:pt x="299248" y="126045"/>
                    </a:cubicBezTo>
                    <a:cubicBezTo>
                      <a:pt x="299248" y="244221"/>
                      <a:pt x="102500" y="425356"/>
                      <a:pt x="102500" y="425356"/>
                    </a:cubicBezTo>
                    <a:cubicBezTo>
                      <a:pt x="68038" y="385923"/>
                      <a:pt x="33829" y="346529"/>
                      <a:pt x="1" y="307180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4" name=""/>
              <p:cNvSpPr/>
              <p:nvPr/>
            </p:nvSpPr>
            <p:spPr>
              <a:xfrm>
                <a:off x="7623738" y="2646845"/>
                <a:ext cx="37156" cy="39207"/>
              </a:xfrm>
              <a:custGeom>
                <a:avLst/>
                <a:gdLst>
                  <a:gd name="connsiteX0" fmla="*/ 1 w 37153"/>
                  <a:gd name="connsiteY0" fmla="*/ 30972 h 39130"/>
                  <a:gd name="connsiteX1" fmla="*/ 31037 w 37153"/>
                  <a:gd name="connsiteY1" fmla="*/ 37319 h 39130"/>
                  <a:gd name="connsiteX2" fmla="*/ 31037 w 37153"/>
                  <a:gd name="connsiteY2" fmla="*/ 6347 h 39130"/>
                  <a:gd name="connsiteX3" fmla="*/ 23992 w 37153"/>
                  <a:gd name="connsiteY3" fmla="*/ 0 h 39130"/>
                  <a:gd name="connsiteX4" fmla="*/ 1 w 37153"/>
                  <a:gd name="connsiteY4" fmla="*/ 30972 h 3913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7153" h="39130">
                    <a:moveTo>
                      <a:pt x="1" y="30972"/>
                    </a:moveTo>
                    <a:cubicBezTo>
                      <a:pt x="12695" y="39032"/>
                      <a:pt x="24943" y="41063"/>
                      <a:pt x="31037" y="37319"/>
                    </a:cubicBezTo>
                    <a:cubicBezTo>
                      <a:pt x="38906" y="32685"/>
                      <a:pt x="39477" y="17199"/>
                      <a:pt x="31037" y="6347"/>
                    </a:cubicBezTo>
                    <a:cubicBezTo>
                      <a:pt x="29069" y="3859"/>
                      <a:pt x="26657" y="1714"/>
                      <a:pt x="23992" y="0"/>
                    </a:cubicBezTo>
                    <a:cubicBezTo>
                      <a:pt x="17962" y="11710"/>
                      <a:pt x="9838" y="22207"/>
                      <a:pt x="1" y="3097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5" name=""/>
              <p:cNvSpPr/>
              <p:nvPr/>
            </p:nvSpPr>
            <p:spPr>
              <a:xfrm>
                <a:off x="7482323" y="2651787"/>
                <a:ext cx="57905" cy="39321"/>
              </a:xfrm>
              <a:custGeom>
                <a:avLst/>
                <a:gdLst>
                  <a:gd name="connsiteX0" fmla="*/ 57629 w 57900"/>
                  <a:gd name="connsiteY0" fmla="*/ 13282 h 39243"/>
                  <a:gd name="connsiteX1" fmla="*/ 22659 w 57900"/>
                  <a:gd name="connsiteY1" fmla="*/ 1541 h 39243"/>
                  <a:gd name="connsiteX2" fmla="*/ 1 w 57900"/>
                  <a:gd name="connsiteY2" fmla="*/ 36575 h 39243"/>
                  <a:gd name="connsiteX3" fmla="*/ 4888 w 57900"/>
                  <a:gd name="connsiteY3" fmla="*/ 37717 h 39243"/>
                  <a:gd name="connsiteX4" fmla="*/ 25134 w 57900"/>
                  <a:gd name="connsiteY4" fmla="*/ 7189 h 39243"/>
                  <a:gd name="connsiteX5" fmla="*/ 55789 w 57900"/>
                  <a:gd name="connsiteY5" fmla="*/ 15630 h 39243"/>
                  <a:gd name="connsiteX6" fmla="*/ 57629 w 57900"/>
                  <a:gd name="connsiteY6" fmla="*/ 13282 h 392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900" h="39243">
                    <a:moveTo>
                      <a:pt x="57629" y="13282"/>
                    </a:moveTo>
                    <a:cubicBezTo>
                      <a:pt x="49823" y="2061"/>
                      <a:pt x="35606" y="-2718"/>
                      <a:pt x="22659" y="1541"/>
                    </a:cubicBezTo>
                    <a:cubicBezTo>
                      <a:pt x="9394" y="6491"/>
                      <a:pt x="890" y="23247"/>
                      <a:pt x="1" y="36575"/>
                    </a:cubicBezTo>
                    <a:cubicBezTo>
                      <a:pt x="1" y="39367"/>
                      <a:pt x="3238" y="40319"/>
                      <a:pt x="4888" y="37717"/>
                    </a:cubicBezTo>
                    <a:cubicBezTo>
                      <a:pt x="11870" y="26864"/>
                      <a:pt x="10219" y="11822"/>
                      <a:pt x="25134" y="7189"/>
                    </a:cubicBezTo>
                    <a:cubicBezTo>
                      <a:pt x="37320" y="3445"/>
                      <a:pt x="46586" y="10363"/>
                      <a:pt x="55789" y="15630"/>
                    </a:cubicBezTo>
                    <a:cubicBezTo>
                      <a:pt x="57058" y="16392"/>
                      <a:pt x="58518" y="14425"/>
                      <a:pt x="57629" y="1328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6" name=""/>
              <p:cNvSpPr/>
              <p:nvPr/>
            </p:nvSpPr>
            <p:spPr>
              <a:xfrm>
                <a:off x="7478736" y="2647946"/>
                <a:ext cx="65681" cy="46884"/>
              </a:xfrm>
              <a:custGeom>
                <a:avLst/>
                <a:gdLst>
                  <a:gd name="connsiteX0" fmla="*/ 63120 w 65676"/>
                  <a:gd name="connsiteY0" fmla="*/ 22129 h 46791"/>
                  <a:gd name="connsiteX1" fmla="*/ 57217 w 65676"/>
                  <a:gd name="connsiteY1" fmla="*/ 22891 h 46791"/>
                  <a:gd name="connsiteX2" fmla="*/ 54107 w 65676"/>
                  <a:gd name="connsiteY2" fmla="*/ 21050 h 46791"/>
                  <a:gd name="connsiteX3" fmla="*/ 29418 w 65676"/>
                  <a:gd name="connsiteY3" fmla="*/ 14703 h 46791"/>
                  <a:gd name="connsiteX4" fmla="*/ 17487 w 65676"/>
                  <a:gd name="connsiteY4" fmla="*/ 30316 h 46791"/>
                  <a:gd name="connsiteX5" fmla="*/ 11965 w 65676"/>
                  <a:gd name="connsiteY5" fmla="*/ 43010 h 46791"/>
                  <a:gd name="connsiteX6" fmla="*/ 4603 w 65676"/>
                  <a:gd name="connsiteY6" fmla="*/ 46754 h 46791"/>
                  <a:gd name="connsiteX7" fmla="*/ 34 w 65676"/>
                  <a:gd name="connsiteY7" fmla="*/ 40915 h 46791"/>
                  <a:gd name="connsiteX8" fmla="*/ 25928 w 65676"/>
                  <a:gd name="connsiteY8" fmla="*/ 1820 h 46791"/>
                  <a:gd name="connsiteX9" fmla="*/ 64770 w 65676"/>
                  <a:gd name="connsiteY9" fmla="*/ 14513 h 46791"/>
                  <a:gd name="connsiteX10" fmla="*/ 64770 w 65676"/>
                  <a:gd name="connsiteY10" fmla="*/ 14513 h 46791"/>
                  <a:gd name="connsiteX11" fmla="*/ 63945 w 65676"/>
                  <a:gd name="connsiteY11" fmla="*/ 21431 h 46791"/>
                  <a:gd name="connsiteX12" fmla="*/ 11394 w 65676"/>
                  <a:gd name="connsiteY12" fmla="*/ 25810 h 46791"/>
                  <a:gd name="connsiteX13" fmla="*/ 8792 w 65676"/>
                  <a:gd name="connsiteY13" fmla="*/ 33299 h 46791"/>
                  <a:gd name="connsiteX14" fmla="*/ 10188 w 65676"/>
                  <a:gd name="connsiteY14" fmla="*/ 29428 h 46791"/>
                  <a:gd name="connsiteX15" fmla="*/ 11077 w 65676"/>
                  <a:gd name="connsiteY15" fmla="*/ 25810 h 467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65676" h="46791">
                    <a:moveTo>
                      <a:pt x="63120" y="22129"/>
                    </a:moveTo>
                    <a:cubicBezTo>
                      <a:pt x="61470" y="23576"/>
                      <a:pt x="59185" y="23881"/>
                      <a:pt x="57217" y="22891"/>
                    </a:cubicBezTo>
                    <a:lnTo>
                      <a:pt x="54107" y="21050"/>
                    </a:lnTo>
                    <a:cubicBezTo>
                      <a:pt x="46174" y="16290"/>
                      <a:pt x="38685" y="11848"/>
                      <a:pt x="29418" y="14703"/>
                    </a:cubicBezTo>
                    <a:cubicBezTo>
                      <a:pt x="22310" y="16861"/>
                      <a:pt x="20343" y="21812"/>
                      <a:pt x="17487" y="30316"/>
                    </a:cubicBezTo>
                    <a:cubicBezTo>
                      <a:pt x="16218" y="34772"/>
                      <a:pt x="14377" y="39037"/>
                      <a:pt x="11965" y="43010"/>
                    </a:cubicBezTo>
                    <a:cubicBezTo>
                      <a:pt x="10442" y="45586"/>
                      <a:pt x="7586" y="47046"/>
                      <a:pt x="4603" y="46754"/>
                    </a:cubicBezTo>
                    <a:cubicBezTo>
                      <a:pt x="1747" y="46393"/>
                      <a:pt x="-284" y="43784"/>
                      <a:pt x="34" y="40915"/>
                    </a:cubicBezTo>
                    <a:cubicBezTo>
                      <a:pt x="1049" y="26191"/>
                      <a:pt x="10505" y="7468"/>
                      <a:pt x="25928" y="1820"/>
                    </a:cubicBezTo>
                    <a:cubicBezTo>
                      <a:pt x="40272" y="-3061"/>
                      <a:pt x="56075" y="2112"/>
                      <a:pt x="64770" y="14513"/>
                    </a:cubicBezTo>
                    <a:lnTo>
                      <a:pt x="64770" y="14513"/>
                    </a:lnTo>
                    <a:cubicBezTo>
                      <a:pt x="66230" y="16703"/>
                      <a:pt x="65912" y="19648"/>
                      <a:pt x="63945" y="21431"/>
                    </a:cubicBezTo>
                    <a:close/>
                    <a:moveTo>
                      <a:pt x="11394" y="25810"/>
                    </a:moveTo>
                    <a:cubicBezTo>
                      <a:pt x="10316" y="28228"/>
                      <a:pt x="9427" y="30729"/>
                      <a:pt x="8792" y="33299"/>
                    </a:cubicBezTo>
                    <a:cubicBezTo>
                      <a:pt x="9300" y="32030"/>
                      <a:pt x="9744" y="30761"/>
                      <a:pt x="10188" y="29428"/>
                    </a:cubicBezTo>
                    <a:cubicBezTo>
                      <a:pt x="10632" y="28095"/>
                      <a:pt x="10632" y="27016"/>
                      <a:pt x="11077" y="2581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7" name=""/>
              <p:cNvSpPr/>
              <p:nvPr/>
            </p:nvSpPr>
            <p:spPr>
              <a:xfrm>
                <a:off x="7714493" y="2560851"/>
                <a:ext cx="59703" cy="41230"/>
              </a:xfrm>
              <a:custGeom>
                <a:avLst/>
                <a:gdLst>
                  <a:gd name="connsiteX0" fmla="*/ 59353 w 59698"/>
                  <a:gd name="connsiteY0" fmla="*/ 17216 h 41149"/>
                  <a:gd name="connsiteX1" fmla="*/ 21272 w 59698"/>
                  <a:gd name="connsiteY1" fmla="*/ 1222 h 41149"/>
                  <a:gd name="connsiteX2" fmla="*/ 10 w 59698"/>
                  <a:gd name="connsiteY2" fmla="*/ 38097 h 41149"/>
                  <a:gd name="connsiteX3" fmla="*/ 2676 w 59698"/>
                  <a:gd name="connsiteY3" fmla="*/ 41143 h 41149"/>
                  <a:gd name="connsiteX4" fmla="*/ 5279 w 59698"/>
                  <a:gd name="connsiteY4" fmla="*/ 39810 h 41149"/>
                  <a:gd name="connsiteX5" fmla="*/ 24319 w 59698"/>
                  <a:gd name="connsiteY5" fmla="*/ 7696 h 41149"/>
                  <a:gd name="connsiteX6" fmla="*/ 57575 w 59698"/>
                  <a:gd name="connsiteY6" fmla="*/ 19691 h 41149"/>
                  <a:gd name="connsiteX7" fmla="*/ 59353 w 59698"/>
                  <a:gd name="connsiteY7" fmla="*/ 17216 h 411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9698" h="41149">
                    <a:moveTo>
                      <a:pt x="59353" y="17216"/>
                    </a:moveTo>
                    <a:cubicBezTo>
                      <a:pt x="50213" y="5538"/>
                      <a:pt x="35869" y="-3347"/>
                      <a:pt x="21272" y="1222"/>
                    </a:cubicBezTo>
                    <a:cubicBezTo>
                      <a:pt x="6675" y="5792"/>
                      <a:pt x="-116" y="23436"/>
                      <a:pt x="10" y="38097"/>
                    </a:cubicBezTo>
                    <a:cubicBezTo>
                      <a:pt x="-116" y="39670"/>
                      <a:pt x="1090" y="41035"/>
                      <a:pt x="2676" y="41143"/>
                    </a:cubicBezTo>
                    <a:cubicBezTo>
                      <a:pt x="3692" y="41213"/>
                      <a:pt x="4707" y="40699"/>
                      <a:pt x="5279" y="39810"/>
                    </a:cubicBezTo>
                    <a:cubicBezTo>
                      <a:pt x="11625" y="28386"/>
                      <a:pt x="8832" y="11504"/>
                      <a:pt x="24319" y="7696"/>
                    </a:cubicBezTo>
                    <a:cubicBezTo>
                      <a:pt x="37012" y="4586"/>
                      <a:pt x="47421" y="13027"/>
                      <a:pt x="57575" y="19691"/>
                    </a:cubicBezTo>
                    <a:cubicBezTo>
                      <a:pt x="58971" y="20580"/>
                      <a:pt x="60367" y="18549"/>
                      <a:pt x="59353" y="1721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8" name=""/>
              <p:cNvSpPr/>
              <p:nvPr/>
            </p:nvSpPr>
            <p:spPr>
              <a:xfrm>
                <a:off x="7710378" y="2556667"/>
                <a:ext cx="67725" cy="49422"/>
              </a:xfrm>
              <a:custGeom>
                <a:avLst/>
                <a:gdLst>
                  <a:gd name="connsiteX0" fmla="*/ 65499 w 67720"/>
                  <a:gd name="connsiteY0" fmla="*/ 27104 h 49324"/>
                  <a:gd name="connsiteX1" fmla="*/ 59152 w 67720"/>
                  <a:gd name="connsiteY1" fmla="*/ 27421 h 49324"/>
                  <a:gd name="connsiteX2" fmla="*/ 55725 w 67720"/>
                  <a:gd name="connsiteY2" fmla="*/ 25137 h 49324"/>
                  <a:gd name="connsiteX3" fmla="*/ 28942 w 67720"/>
                  <a:gd name="connsiteY3" fmla="*/ 15934 h 49324"/>
                  <a:gd name="connsiteX4" fmla="*/ 17518 w 67720"/>
                  <a:gd name="connsiteY4" fmla="*/ 32245 h 49324"/>
                  <a:gd name="connsiteX5" fmla="*/ 12695 w 67720"/>
                  <a:gd name="connsiteY5" fmla="*/ 45890 h 49324"/>
                  <a:gd name="connsiteX6" fmla="*/ 3428 w 67720"/>
                  <a:gd name="connsiteY6" fmla="*/ 48435 h 49324"/>
                  <a:gd name="connsiteX7" fmla="*/ 1 w 67720"/>
                  <a:gd name="connsiteY7" fmla="*/ 42590 h 49324"/>
                  <a:gd name="connsiteX8" fmla="*/ 24372 w 67720"/>
                  <a:gd name="connsiteY8" fmla="*/ 1400 h 49324"/>
                  <a:gd name="connsiteX9" fmla="*/ 66642 w 67720"/>
                  <a:gd name="connsiteY9" fmla="*/ 18663 h 49324"/>
                  <a:gd name="connsiteX10" fmla="*/ 66642 w 67720"/>
                  <a:gd name="connsiteY10" fmla="*/ 18663 h 49324"/>
                  <a:gd name="connsiteX11" fmla="*/ 66260 w 67720"/>
                  <a:gd name="connsiteY11" fmla="*/ 26279 h 49324"/>
                  <a:gd name="connsiteX12" fmla="*/ 65499 w 67720"/>
                  <a:gd name="connsiteY12" fmla="*/ 27104 h 49324"/>
                  <a:gd name="connsiteX13" fmla="*/ 10917 w 67720"/>
                  <a:gd name="connsiteY13" fmla="*/ 26723 h 49324"/>
                  <a:gd name="connsiteX14" fmla="*/ 8760 w 67720"/>
                  <a:gd name="connsiteY14" fmla="*/ 34847 h 49324"/>
                  <a:gd name="connsiteX15" fmla="*/ 9838 w 67720"/>
                  <a:gd name="connsiteY15" fmla="*/ 30595 h 49324"/>
                  <a:gd name="connsiteX16" fmla="*/ 10917 w 67720"/>
                  <a:gd name="connsiteY16" fmla="*/ 26723 h 493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7720" h="49324">
                    <a:moveTo>
                      <a:pt x="65499" y="27104"/>
                    </a:moveTo>
                    <a:cubicBezTo>
                      <a:pt x="63722" y="28615"/>
                      <a:pt x="61120" y="28748"/>
                      <a:pt x="59152" y="27421"/>
                    </a:cubicBezTo>
                    <a:lnTo>
                      <a:pt x="55725" y="25137"/>
                    </a:lnTo>
                    <a:cubicBezTo>
                      <a:pt x="46903" y="19171"/>
                      <a:pt x="38525" y="13586"/>
                      <a:pt x="28942" y="15934"/>
                    </a:cubicBezTo>
                    <a:cubicBezTo>
                      <a:pt x="21579" y="17711"/>
                      <a:pt x="19866" y="23042"/>
                      <a:pt x="17518" y="32245"/>
                    </a:cubicBezTo>
                    <a:cubicBezTo>
                      <a:pt x="16502" y="36992"/>
                      <a:pt x="14916" y="41581"/>
                      <a:pt x="12695" y="45890"/>
                    </a:cubicBezTo>
                    <a:cubicBezTo>
                      <a:pt x="10854" y="49152"/>
                      <a:pt x="6665" y="50289"/>
                      <a:pt x="3428" y="48435"/>
                    </a:cubicBezTo>
                    <a:cubicBezTo>
                      <a:pt x="1334" y="47236"/>
                      <a:pt x="1" y="45008"/>
                      <a:pt x="1" y="42590"/>
                    </a:cubicBezTo>
                    <a:cubicBezTo>
                      <a:pt x="1" y="26343"/>
                      <a:pt x="8442" y="6414"/>
                      <a:pt x="24372" y="1400"/>
                    </a:cubicBezTo>
                    <a:cubicBezTo>
                      <a:pt x="41381" y="-3931"/>
                      <a:pt x="57375" y="6858"/>
                      <a:pt x="66642" y="18663"/>
                    </a:cubicBezTo>
                    <a:lnTo>
                      <a:pt x="66642" y="18663"/>
                    </a:lnTo>
                    <a:cubicBezTo>
                      <a:pt x="68228" y="21005"/>
                      <a:pt x="68038" y="24109"/>
                      <a:pt x="66260" y="26279"/>
                    </a:cubicBezTo>
                    <a:cubicBezTo>
                      <a:pt x="66006" y="26571"/>
                      <a:pt x="65753" y="26844"/>
                      <a:pt x="65499" y="27104"/>
                    </a:cubicBezTo>
                    <a:close/>
                    <a:moveTo>
                      <a:pt x="10917" y="26723"/>
                    </a:moveTo>
                    <a:cubicBezTo>
                      <a:pt x="9902" y="29351"/>
                      <a:pt x="9204" y="32073"/>
                      <a:pt x="8760" y="34847"/>
                    </a:cubicBezTo>
                    <a:cubicBezTo>
                      <a:pt x="9140" y="33451"/>
                      <a:pt x="9521" y="32054"/>
                      <a:pt x="9838" y="30595"/>
                    </a:cubicBezTo>
                    <a:cubicBezTo>
                      <a:pt x="10156" y="29135"/>
                      <a:pt x="10536" y="28056"/>
                      <a:pt x="10917" y="26723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09" name=""/>
              <p:cNvSpPr/>
              <p:nvPr/>
            </p:nvSpPr>
            <p:spPr>
              <a:xfrm rot="21200401">
                <a:off x="7456601" y="2708326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7 w 50011"/>
                  <a:gd name="connsiteY1" fmla="*/ 28306 h 28306"/>
                  <a:gd name="connsiteX2" fmla="*/ 2 w 50011"/>
                  <a:gd name="connsiteY2" fmla="*/ 14153 h 28306"/>
                  <a:gd name="connsiteX3" fmla="*/ 25007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7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7"/>
                      <a:pt x="11197" y="0"/>
                      <a:pt x="25007" y="0"/>
                    </a:cubicBezTo>
                    <a:cubicBezTo>
                      <a:pt x="38818" y="0"/>
                      <a:pt x="50013" y="6337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0" name=""/>
              <p:cNvSpPr/>
              <p:nvPr/>
            </p:nvSpPr>
            <p:spPr>
              <a:xfrm rot="19879800">
                <a:off x="7747964" y="2594020"/>
                <a:ext cx="50015" cy="28362"/>
              </a:xfrm>
              <a:custGeom>
                <a:avLst/>
                <a:gdLst>
                  <a:gd name="connsiteX0" fmla="*/ 50013 w 50011"/>
                  <a:gd name="connsiteY0" fmla="*/ 14153 h 28306"/>
                  <a:gd name="connsiteX1" fmla="*/ 25008 w 50011"/>
                  <a:gd name="connsiteY1" fmla="*/ 28306 h 28306"/>
                  <a:gd name="connsiteX2" fmla="*/ 2 w 50011"/>
                  <a:gd name="connsiteY2" fmla="*/ 14153 h 28306"/>
                  <a:gd name="connsiteX3" fmla="*/ 25008 w 50011"/>
                  <a:gd name="connsiteY3" fmla="*/ 0 h 28306"/>
                  <a:gd name="connsiteX4" fmla="*/ 50013 w 50011"/>
                  <a:gd name="connsiteY4" fmla="*/ 14153 h 283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011" h="28306">
                    <a:moveTo>
                      <a:pt x="50013" y="14153"/>
                    </a:moveTo>
                    <a:cubicBezTo>
                      <a:pt x="50013" y="21970"/>
                      <a:pt x="38817" y="28306"/>
                      <a:pt x="25008" y="28306"/>
                    </a:cubicBezTo>
                    <a:cubicBezTo>
                      <a:pt x="11197" y="28306"/>
                      <a:pt x="2" y="21970"/>
                      <a:pt x="2" y="14153"/>
                    </a:cubicBezTo>
                    <a:cubicBezTo>
                      <a:pt x="2" y="6336"/>
                      <a:pt x="11198" y="0"/>
                      <a:pt x="25008" y="0"/>
                    </a:cubicBezTo>
                    <a:cubicBezTo>
                      <a:pt x="38818" y="0"/>
                      <a:pt x="50013" y="6336"/>
                      <a:pt x="50013" y="14153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1" name=""/>
              <p:cNvSpPr/>
              <p:nvPr/>
            </p:nvSpPr>
            <p:spPr>
              <a:xfrm>
                <a:off x="7603063" y="2739140"/>
                <a:ext cx="113669" cy="79097"/>
              </a:xfrm>
              <a:custGeom>
                <a:avLst/>
                <a:gdLst>
                  <a:gd name="connsiteX0" fmla="*/ 111940 w 113660"/>
                  <a:gd name="connsiteY0" fmla="*/ 7467 h 78941"/>
                  <a:gd name="connsiteX1" fmla="*/ 70052 w 113660"/>
                  <a:gd name="connsiteY1" fmla="*/ 77217 h 78941"/>
                  <a:gd name="connsiteX2" fmla="*/ 301 w 113660"/>
                  <a:gd name="connsiteY2" fmla="*/ 35329 h 78941"/>
                  <a:gd name="connsiteX3" fmla="*/ 301 w 113660"/>
                  <a:gd name="connsiteY3" fmla="*/ 35329 h 78941"/>
                  <a:gd name="connsiteX4" fmla="*/ 7536 w 113660"/>
                  <a:gd name="connsiteY4" fmla="*/ 23270 h 78941"/>
                  <a:gd name="connsiteX5" fmla="*/ 99690 w 113660"/>
                  <a:gd name="connsiteY5" fmla="*/ 295 h 78941"/>
                  <a:gd name="connsiteX6" fmla="*/ 111749 w 113660"/>
                  <a:gd name="connsiteY6" fmla="*/ 7530 h 789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3660" h="78941">
                    <a:moveTo>
                      <a:pt x="111940" y="7467"/>
                    </a:moveTo>
                    <a:cubicBezTo>
                      <a:pt x="119619" y="38292"/>
                      <a:pt x="100897" y="69525"/>
                      <a:pt x="70052" y="77217"/>
                    </a:cubicBezTo>
                    <a:cubicBezTo>
                      <a:pt x="39206" y="84909"/>
                      <a:pt x="7981" y="66155"/>
                      <a:pt x="301" y="35329"/>
                    </a:cubicBezTo>
                    <a:lnTo>
                      <a:pt x="301" y="35329"/>
                    </a:lnTo>
                    <a:cubicBezTo>
                      <a:pt x="-1032" y="30004"/>
                      <a:pt x="2205" y="24609"/>
                      <a:pt x="7536" y="23270"/>
                    </a:cubicBezTo>
                    <a:lnTo>
                      <a:pt x="99690" y="295"/>
                    </a:lnTo>
                    <a:cubicBezTo>
                      <a:pt x="105021" y="-1025"/>
                      <a:pt x="110417" y="2212"/>
                      <a:pt x="111749" y="7530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2" name=""/>
              <p:cNvSpPr/>
              <p:nvPr/>
            </p:nvSpPr>
            <p:spPr>
              <a:xfrm>
                <a:off x="7646017" y="2794252"/>
                <a:ext cx="59726" cy="23908"/>
              </a:xfrm>
              <a:custGeom>
                <a:avLst/>
                <a:gdLst>
                  <a:gd name="connsiteX0" fmla="*/ 1 w 59721"/>
                  <a:gd name="connsiteY0" fmla="*/ 22213 h 23861"/>
                  <a:gd name="connsiteX1" fmla="*/ 59723 w 59721"/>
                  <a:gd name="connsiteY1" fmla="*/ 0 h 23861"/>
                  <a:gd name="connsiteX2" fmla="*/ 1 w 59721"/>
                  <a:gd name="connsiteY2" fmla="*/ 22213 h 2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9721" h="23861">
                    <a:moveTo>
                      <a:pt x="1" y="22213"/>
                    </a:moveTo>
                    <a:cubicBezTo>
                      <a:pt x="22595" y="27780"/>
                      <a:pt x="46268" y="18970"/>
                      <a:pt x="59723" y="0"/>
                    </a:cubicBezTo>
                    <a:cubicBezTo>
                      <a:pt x="38335" y="2564"/>
                      <a:pt x="17835" y="10174"/>
                      <a:pt x="1" y="22213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3" name=""/>
              <p:cNvSpPr/>
              <p:nvPr/>
            </p:nvSpPr>
            <p:spPr>
              <a:xfrm>
                <a:off x="7645129" y="2775290"/>
                <a:ext cx="68168" cy="42872"/>
              </a:xfrm>
              <a:custGeom>
                <a:avLst/>
                <a:gdLst>
                  <a:gd name="connsiteX0" fmla="*/ 9013 w 68163"/>
                  <a:gd name="connsiteY0" fmla="*/ 20764 h 42787"/>
                  <a:gd name="connsiteX1" fmla="*/ 1 w 68163"/>
                  <a:gd name="connsiteY1" fmla="*/ 41074 h 42787"/>
                  <a:gd name="connsiteX2" fmla="*/ 27990 w 68163"/>
                  <a:gd name="connsiteY2" fmla="*/ 41074 h 42787"/>
                  <a:gd name="connsiteX3" fmla="*/ 68165 w 68163"/>
                  <a:gd name="connsiteY3" fmla="*/ 4517 h 42787"/>
                  <a:gd name="connsiteX4" fmla="*/ 42333 w 68163"/>
                  <a:gd name="connsiteY4" fmla="*/ 264 h 42787"/>
                  <a:gd name="connsiteX5" fmla="*/ 9013 w 68163"/>
                  <a:gd name="connsiteY5" fmla="*/ 20764 h 42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8163" h="42787">
                    <a:moveTo>
                      <a:pt x="9013" y="20764"/>
                    </a:moveTo>
                    <a:cubicBezTo>
                      <a:pt x="5078" y="27066"/>
                      <a:pt x="2032" y="33908"/>
                      <a:pt x="1" y="41074"/>
                    </a:cubicBezTo>
                    <a:cubicBezTo>
                      <a:pt x="9204" y="43358"/>
                      <a:pt x="18787" y="43358"/>
                      <a:pt x="27990" y="41074"/>
                    </a:cubicBezTo>
                    <a:cubicBezTo>
                      <a:pt x="46713" y="36440"/>
                      <a:pt x="61818" y="22700"/>
                      <a:pt x="68165" y="4517"/>
                    </a:cubicBezTo>
                    <a:cubicBezTo>
                      <a:pt x="60104" y="816"/>
                      <a:pt x="51155" y="-650"/>
                      <a:pt x="42333" y="264"/>
                    </a:cubicBezTo>
                    <a:cubicBezTo>
                      <a:pt x="28625" y="1445"/>
                      <a:pt x="16248" y="9042"/>
                      <a:pt x="9013" y="20764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4" name=""/>
              <p:cNvSpPr/>
              <p:nvPr/>
            </p:nvSpPr>
            <p:spPr>
              <a:xfrm rot="20508601">
                <a:off x="7653376" y="2491301"/>
                <a:ext cx="199302" cy="202732"/>
              </a:xfrm>
              <a:custGeom>
                <a:avLst/>
                <a:gdLst>
                  <a:gd name="connsiteX0" fmla="*/ 199287 w 199286"/>
                  <a:gd name="connsiteY0" fmla="*/ 101166 h 202332"/>
                  <a:gd name="connsiteX1" fmla="*/ 99644 w 199286"/>
                  <a:gd name="connsiteY1" fmla="*/ 202333 h 202332"/>
                  <a:gd name="connsiteX2" fmla="*/ 2 w 199286"/>
                  <a:gd name="connsiteY2" fmla="*/ 101166 h 202332"/>
                  <a:gd name="connsiteX3" fmla="*/ 99644 w 199286"/>
                  <a:gd name="connsiteY3" fmla="*/ 0 h 202332"/>
                  <a:gd name="connsiteX4" fmla="*/ 199287 w 199286"/>
                  <a:gd name="connsiteY4" fmla="*/ 101166 h 202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9286" h="202332">
                    <a:moveTo>
                      <a:pt x="199287" y="101166"/>
                    </a:moveTo>
                    <a:cubicBezTo>
                      <a:pt x="199287" y="157039"/>
                      <a:pt x="154675" y="202333"/>
                      <a:pt x="99644" y="202333"/>
                    </a:cubicBezTo>
                    <a:cubicBezTo>
                      <a:pt x="44613" y="202333"/>
                      <a:pt x="2" y="157039"/>
                      <a:pt x="2" y="101166"/>
                    </a:cubicBezTo>
                    <a:cubicBezTo>
                      <a:pt x="2" y="45294"/>
                      <a:pt x="44614" y="0"/>
                      <a:pt x="99644" y="0"/>
                    </a:cubicBezTo>
                    <a:cubicBezTo>
                      <a:pt x="154676" y="0"/>
                      <a:pt x="199287" y="45294"/>
                      <a:pt x="199287" y="101166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5" name=""/>
              <p:cNvSpPr/>
              <p:nvPr/>
            </p:nvSpPr>
            <p:spPr>
              <a:xfrm>
                <a:off x="7404663" y="2571989"/>
                <a:ext cx="211517" cy="210370"/>
              </a:xfrm>
              <a:custGeom>
                <a:avLst/>
                <a:gdLst>
                  <a:gd name="connsiteX0" fmla="*/ 205922 w 211500"/>
                  <a:gd name="connsiteY0" fmla="*/ 71851 h 209955"/>
                  <a:gd name="connsiteX1" fmla="*/ 140805 w 211500"/>
                  <a:gd name="connsiteY1" fmla="*/ 204174 h 209955"/>
                  <a:gd name="connsiteX2" fmla="*/ 139663 w 211500"/>
                  <a:gd name="connsiteY2" fmla="*/ 204561 h 209955"/>
                  <a:gd name="connsiteX3" fmla="*/ 5620 w 211500"/>
                  <a:gd name="connsiteY3" fmla="*/ 138048 h 209955"/>
                  <a:gd name="connsiteX4" fmla="*/ 70547 w 211500"/>
                  <a:gd name="connsiteY4" fmla="*/ 5846 h 209955"/>
                  <a:gd name="connsiteX5" fmla="*/ 71880 w 211500"/>
                  <a:gd name="connsiteY5" fmla="*/ 5402 h 209955"/>
                  <a:gd name="connsiteX6" fmla="*/ 205922 w 211500"/>
                  <a:gd name="connsiteY6" fmla="*/ 71851 h 2099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11500" h="209955">
                    <a:moveTo>
                      <a:pt x="205922" y="71851"/>
                    </a:moveTo>
                    <a:cubicBezTo>
                      <a:pt x="224454" y="126370"/>
                      <a:pt x="195323" y="185610"/>
                      <a:pt x="140805" y="204174"/>
                    </a:cubicBezTo>
                    <a:cubicBezTo>
                      <a:pt x="140424" y="204307"/>
                      <a:pt x="140043" y="204434"/>
                      <a:pt x="139663" y="204561"/>
                    </a:cubicBezTo>
                    <a:cubicBezTo>
                      <a:pt x="84320" y="222839"/>
                      <a:pt x="24534" y="193188"/>
                      <a:pt x="5620" y="138048"/>
                    </a:cubicBezTo>
                    <a:cubicBezTo>
                      <a:pt x="-12976" y="83612"/>
                      <a:pt x="16093" y="24423"/>
                      <a:pt x="70547" y="5846"/>
                    </a:cubicBezTo>
                    <a:cubicBezTo>
                      <a:pt x="70991" y="5694"/>
                      <a:pt x="71436" y="5548"/>
                      <a:pt x="71880" y="5402"/>
                    </a:cubicBezTo>
                    <a:cubicBezTo>
                      <a:pt x="127223" y="-12883"/>
                      <a:pt x="186945" y="16737"/>
                      <a:pt x="205922" y="71851"/>
                    </a:cubicBezTo>
                    <a:close/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1" name=""/>
              <p:cNvSpPr/>
              <p:nvPr/>
            </p:nvSpPr>
            <p:spPr>
              <a:xfrm>
                <a:off x="7608251" y="2622043"/>
                <a:ext cx="55728" cy="18441"/>
              </a:xfrm>
              <a:custGeom>
                <a:avLst/>
                <a:gdLst>
                  <a:gd name="connsiteX0" fmla="*/ 55725 w 55724"/>
                  <a:gd name="connsiteY0" fmla="*/ 0 h 18405"/>
                  <a:gd name="connsiteX1" fmla="*/ 1 w 55724"/>
                  <a:gd name="connsiteY1" fmla="*/ 18405 h 184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5724" h="18405">
                    <a:moveTo>
                      <a:pt x="55725" y="0"/>
                    </a:moveTo>
                    <a:cubicBezTo>
                      <a:pt x="55725" y="0"/>
                      <a:pt x="11997" y="8060"/>
                      <a:pt x="1" y="18405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3" name=""/>
              <p:cNvSpPr/>
              <p:nvPr/>
            </p:nvSpPr>
            <p:spPr>
              <a:xfrm>
                <a:off x="7420293" y="2527224"/>
                <a:ext cx="80382" cy="51833"/>
              </a:xfrm>
              <a:custGeom>
                <a:avLst/>
                <a:gdLst>
                  <a:gd name="connsiteX0" fmla="*/ 83 w 80376"/>
                  <a:gd name="connsiteY0" fmla="*/ 49635 h 51731"/>
                  <a:gd name="connsiteX1" fmla="*/ 18679 w 80376"/>
                  <a:gd name="connsiteY1" fmla="*/ 17266 h 51731"/>
                  <a:gd name="connsiteX2" fmla="*/ 77513 w 80376"/>
                  <a:gd name="connsiteY2" fmla="*/ 5081 h 51731"/>
                  <a:gd name="connsiteX3" fmla="*/ 79353 w 80376"/>
                  <a:gd name="connsiteY3" fmla="*/ 13865 h 51731"/>
                  <a:gd name="connsiteX4" fmla="*/ 74783 w 80376"/>
                  <a:gd name="connsiteY4" fmla="*/ 16695 h 51731"/>
                  <a:gd name="connsiteX5" fmla="*/ 39877 w 80376"/>
                  <a:gd name="connsiteY5" fmla="*/ 20503 h 51731"/>
                  <a:gd name="connsiteX6" fmla="*/ 4208 w 80376"/>
                  <a:gd name="connsiteY6" fmla="*/ 50777 h 51731"/>
                  <a:gd name="connsiteX7" fmla="*/ 83 w 80376"/>
                  <a:gd name="connsiteY7" fmla="*/ 49635 h 517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376" h="51731">
                    <a:moveTo>
                      <a:pt x="83" y="49635"/>
                    </a:moveTo>
                    <a:cubicBezTo>
                      <a:pt x="2876" y="40813"/>
                      <a:pt x="1415" y="35101"/>
                      <a:pt x="18679" y="17266"/>
                    </a:cubicBezTo>
                    <a:cubicBezTo>
                      <a:pt x="37719" y="-2345"/>
                      <a:pt x="65263" y="-3487"/>
                      <a:pt x="77513" y="5081"/>
                    </a:cubicBezTo>
                    <a:cubicBezTo>
                      <a:pt x="80432" y="6997"/>
                      <a:pt x="81257" y="10932"/>
                      <a:pt x="79353" y="13865"/>
                    </a:cubicBezTo>
                    <a:cubicBezTo>
                      <a:pt x="78337" y="15439"/>
                      <a:pt x="76624" y="16473"/>
                      <a:pt x="74783" y="16695"/>
                    </a:cubicBezTo>
                    <a:cubicBezTo>
                      <a:pt x="63233" y="19234"/>
                      <a:pt x="51618" y="16695"/>
                      <a:pt x="39877" y="20503"/>
                    </a:cubicBezTo>
                    <a:cubicBezTo>
                      <a:pt x="22867" y="26088"/>
                      <a:pt x="15124" y="38591"/>
                      <a:pt x="4208" y="50777"/>
                    </a:cubicBezTo>
                    <a:cubicBezTo>
                      <a:pt x="2685" y="52554"/>
                      <a:pt x="-552" y="51665"/>
                      <a:pt x="83" y="49635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65" name=""/>
              <p:cNvSpPr/>
              <p:nvPr/>
            </p:nvSpPr>
            <p:spPr>
              <a:xfrm>
                <a:off x="7646414" y="2449176"/>
                <a:ext cx="75849" cy="38186"/>
              </a:xfrm>
              <a:custGeom>
                <a:avLst/>
                <a:gdLst>
                  <a:gd name="connsiteX0" fmla="*/ 73544 w 75843"/>
                  <a:gd name="connsiteY0" fmla="*/ 17096 h 38111"/>
                  <a:gd name="connsiteX1" fmla="*/ 34194 w 75843"/>
                  <a:gd name="connsiteY1" fmla="*/ 17096 h 38111"/>
                  <a:gd name="connsiteX2" fmla="*/ 9314 w 75843"/>
                  <a:gd name="connsiteY2" fmla="*/ 37025 h 38111"/>
                  <a:gd name="connsiteX3" fmla="*/ 1064 w 75843"/>
                  <a:gd name="connsiteY3" fmla="*/ 35622 h 38111"/>
                  <a:gd name="connsiteX4" fmla="*/ 112 w 75843"/>
                  <a:gd name="connsiteY4" fmla="*/ 31059 h 38111"/>
                  <a:gd name="connsiteX5" fmla="*/ 75447 w 75843"/>
                  <a:gd name="connsiteY5" fmla="*/ 13986 h 38111"/>
                  <a:gd name="connsiteX6" fmla="*/ 74940 w 75843"/>
                  <a:gd name="connsiteY6" fmla="*/ 16906 h 38111"/>
                  <a:gd name="connsiteX7" fmla="*/ 73544 w 75843"/>
                  <a:gd name="connsiteY7" fmla="*/ 17286 h 381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843" h="38111">
                    <a:moveTo>
                      <a:pt x="73544" y="17096"/>
                    </a:moveTo>
                    <a:cubicBezTo>
                      <a:pt x="59834" y="14811"/>
                      <a:pt x="48157" y="10749"/>
                      <a:pt x="34194" y="17096"/>
                    </a:cubicBezTo>
                    <a:cubicBezTo>
                      <a:pt x="24103" y="21666"/>
                      <a:pt x="18010" y="30424"/>
                      <a:pt x="9314" y="37025"/>
                    </a:cubicBezTo>
                    <a:cubicBezTo>
                      <a:pt x="6649" y="38910"/>
                      <a:pt x="2968" y="38281"/>
                      <a:pt x="1064" y="35622"/>
                    </a:cubicBezTo>
                    <a:cubicBezTo>
                      <a:pt x="175" y="34302"/>
                      <a:pt x="-206" y="32652"/>
                      <a:pt x="112" y="31059"/>
                    </a:cubicBezTo>
                    <a:cubicBezTo>
                      <a:pt x="9314" y="-1881"/>
                      <a:pt x="55518" y="-10322"/>
                      <a:pt x="75447" y="13986"/>
                    </a:cubicBezTo>
                    <a:cubicBezTo>
                      <a:pt x="76145" y="14926"/>
                      <a:pt x="75892" y="16233"/>
                      <a:pt x="74940" y="16906"/>
                    </a:cubicBezTo>
                    <a:cubicBezTo>
                      <a:pt x="74558" y="17198"/>
                      <a:pt x="74051" y="17331"/>
                      <a:pt x="73544" y="17286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0" name=""/>
              <p:cNvSpPr/>
              <p:nvPr/>
            </p:nvSpPr>
            <p:spPr>
              <a:xfrm>
                <a:off x="7272976" y="2763982"/>
                <a:ext cx="86528" cy="100539"/>
              </a:xfrm>
              <a:custGeom>
                <a:avLst/>
                <a:gdLst>
                  <a:gd name="connsiteX0" fmla="*/ 51045 w 86521"/>
                  <a:gd name="connsiteY0" fmla="*/ 0 h 100341"/>
                  <a:gd name="connsiteX1" fmla="*/ 7760 w 86521"/>
                  <a:gd name="connsiteY1" fmla="*/ 64990 h 100341"/>
                  <a:gd name="connsiteX2" fmla="*/ 86522 w 86521"/>
                  <a:gd name="connsiteY2" fmla="*/ 96724 h 100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6521" h="100341">
                    <a:moveTo>
                      <a:pt x="51045" y="0"/>
                    </a:moveTo>
                    <a:cubicBezTo>
                      <a:pt x="51045" y="0"/>
                      <a:pt x="-23783" y="13836"/>
                      <a:pt x="7760" y="64990"/>
                    </a:cubicBezTo>
                    <a:cubicBezTo>
                      <a:pt x="39303" y="116144"/>
                      <a:pt x="80620" y="96724"/>
                      <a:pt x="86522" y="96724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3" name=""/>
              <p:cNvSpPr/>
              <p:nvPr/>
            </p:nvSpPr>
            <p:spPr>
              <a:xfrm>
                <a:off x="7195530" y="2681502"/>
                <a:ext cx="203199" cy="133861"/>
              </a:xfrm>
              <a:custGeom>
                <a:avLst/>
                <a:gdLst>
                  <a:gd name="connsiteX0" fmla="*/ 203184 w 203183"/>
                  <a:gd name="connsiteY0" fmla="*/ 0 h 133597"/>
                  <a:gd name="connsiteX1" fmla="*/ 92879 w 203183"/>
                  <a:gd name="connsiteY1" fmla="*/ 25387 h 133597"/>
                  <a:gd name="connsiteX2" fmla="*/ 8532 w 203183"/>
                  <a:gd name="connsiteY2" fmla="*/ 60992 h 133597"/>
                  <a:gd name="connsiteX3" fmla="*/ 10372 w 203183"/>
                  <a:gd name="connsiteY3" fmla="*/ 133598 h 133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3183" h="133597">
                    <a:moveTo>
                      <a:pt x="203184" y="0"/>
                    </a:moveTo>
                    <a:lnTo>
                      <a:pt x="92879" y="25387"/>
                    </a:lnTo>
                    <a:cubicBezTo>
                      <a:pt x="64319" y="31733"/>
                      <a:pt x="26810" y="34463"/>
                      <a:pt x="8532" y="60992"/>
                    </a:cubicBezTo>
                    <a:cubicBezTo>
                      <a:pt x="-4923" y="80476"/>
                      <a:pt x="-1052" y="114177"/>
                      <a:pt x="10372" y="133598"/>
                    </a:cubicBezTo>
                  </a:path>
                </a:pathLst>
              </a:custGeom>
              <a:noFill/>
              <a:ln w="17263" cap="flat">
                <a:solidFill>
                  <a:srgbClr val="FFFFFF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774" name=""/>
              <p:cNvSpPr/>
              <p:nvPr/>
            </p:nvSpPr>
            <p:spPr>
              <a:xfrm>
                <a:off x="9155207" y="2188349"/>
                <a:ext cx="1594538" cy="933617"/>
              </a:xfrm>
              <a:custGeom>
                <a:avLst/>
                <a:gdLst>
                  <a:gd name="connsiteX0" fmla="*/ 1534740 w 1594413"/>
                  <a:gd name="connsiteY0" fmla="*/ 569292 h 931774"/>
                  <a:gd name="connsiteX1" fmla="*/ 1445886 w 1594413"/>
                  <a:gd name="connsiteY1" fmla="*/ 519026 h 931774"/>
                  <a:gd name="connsiteX2" fmla="*/ 1387687 w 1594413"/>
                  <a:gd name="connsiteY2" fmla="*/ 441914 h 931774"/>
                  <a:gd name="connsiteX3" fmla="*/ 1402285 w 1594413"/>
                  <a:gd name="connsiteY3" fmla="*/ 394568 h 931774"/>
                  <a:gd name="connsiteX4" fmla="*/ 1288044 w 1594413"/>
                  <a:gd name="connsiteY4" fmla="*/ 230696 h 931774"/>
                  <a:gd name="connsiteX5" fmla="*/ 937580 w 1594413"/>
                  <a:gd name="connsiteY5" fmla="*/ 223080 h 931774"/>
                  <a:gd name="connsiteX6" fmla="*/ 684092 w 1594413"/>
                  <a:gd name="connsiteY6" fmla="*/ 211339 h 931774"/>
                  <a:gd name="connsiteX7" fmla="*/ 575120 w 1594413"/>
                  <a:gd name="connsiteY7" fmla="*/ 90751 h 931774"/>
                  <a:gd name="connsiteX8" fmla="*/ 172295 w 1594413"/>
                  <a:gd name="connsiteY8" fmla="*/ 76471 h 931774"/>
                  <a:gd name="connsiteX9" fmla="*/ 125330 w 1594413"/>
                  <a:gd name="connsiteY9" fmla="*/ 133211 h 931774"/>
                  <a:gd name="connsiteX10" fmla="*/ 90232 w 1594413"/>
                  <a:gd name="connsiteY10" fmla="*/ 159169 h 931774"/>
                  <a:gd name="connsiteX11" fmla="*/ 5631 w 1594413"/>
                  <a:gd name="connsiteY11" fmla="*/ 231648 h 931774"/>
                  <a:gd name="connsiteX12" fmla="*/ 13184 w 1594413"/>
                  <a:gd name="connsiteY12" fmla="*/ 327293 h 931774"/>
                  <a:gd name="connsiteX13" fmla="*/ 32731 w 1594413"/>
                  <a:gd name="connsiteY13" fmla="*/ 364548 h 931774"/>
                  <a:gd name="connsiteX14" fmla="*/ 117079 w 1594413"/>
                  <a:gd name="connsiteY14" fmla="*/ 256654 h 931774"/>
                  <a:gd name="connsiteX15" fmla="*/ 251628 w 1594413"/>
                  <a:gd name="connsiteY15" fmla="*/ 710252 h 931774"/>
                  <a:gd name="connsiteX16" fmla="*/ 451042 w 1594413"/>
                  <a:gd name="connsiteY16" fmla="*/ 819733 h 931774"/>
                  <a:gd name="connsiteX17" fmla="*/ 591494 w 1594413"/>
                  <a:gd name="connsiteY17" fmla="*/ 855845 h 931774"/>
                  <a:gd name="connsiteX18" fmla="*/ 753842 w 1594413"/>
                  <a:gd name="connsiteY18" fmla="*/ 784128 h 931774"/>
                  <a:gd name="connsiteX19" fmla="*/ 1153684 w 1594413"/>
                  <a:gd name="connsiteY19" fmla="*/ 924770 h 931774"/>
                  <a:gd name="connsiteX20" fmla="*/ 1270209 w 1594413"/>
                  <a:gd name="connsiteY20" fmla="*/ 827666 h 931774"/>
                  <a:gd name="connsiteX21" fmla="*/ 1380325 w 1594413"/>
                  <a:gd name="connsiteY21" fmla="*/ 885929 h 931774"/>
                  <a:gd name="connsiteX22" fmla="*/ 1535692 w 1594413"/>
                  <a:gd name="connsiteY22" fmla="*/ 885929 h 931774"/>
                  <a:gd name="connsiteX23" fmla="*/ 1593954 w 1594413"/>
                  <a:gd name="connsiteY23" fmla="*/ 743509 h 931774"/>
                  <a:gd name="connsiteX24" fmla="*/ 1534740 w 1594413"/>
                  <a:gd name="connsiteY24" fmla="*/ 569292 h 9317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594413" h="931774">
                    <a:moveTo>
                      <a:pt x="1534740" y="569292"/>
                    </a:moveTo>
                    <a:cubicBezTo>
                      <a:pt x="1507132" y="546952"/>
                      <a:pt x="1498374" y="545302"/>
                      <a:pt x="1445886" y="519026"/>
                    </a:cubicBezTo>
                    <a:cubicBezTo>
                      <a:pt x="1415296" y="503667"/>
                      <a:pt x="1385149" y="476059"/>
                      <a:pt x="1387687" y="441914"/>
                    </a:cubicBezTo>
                    <a:cubicBezTo>
                      <a:pt x="1388893" y="425412"/>
                      <a:pt x="1397715" y="410498"/>
                      <a:pt x="1402285" y="394568"/>
                    </a:cubicBezTo>
                    <a:cubicBezTo>
                      <a:pt x="1422530" y="324183"/>
                      <a:pt x="1356080" y="257415"/>
                      <a:pt x="1288044" y="230696"/>
                    </a:cubicBezTo>
                    <a:cubicBezTo>
                      <a:pt x="1177738" y="187411"/>
                      <a:pt x="1053851" y="200486"/>
                      <a:pt x="937580" y="223080"/>
                    </a:cubicBezTo>
                    <a:cubicBezTo>
                      <a:pt x="852280" y="239708"/>
                      <a:pt x="756699" y="259256"/>
                      <a:pt x="684092" y="211339"/>
                    </a:cubicBezTo>
                    <a:cubicBezTo>
                      <a:pt x="638777" y="181445"/>
                      <a:pt x="612248" y="130609"/>
                      <a:pt x="575120" y="90751"/>
                    </a:cubicBezTo>
                    <a:cubicBezTo>
                      <a:pt x="467797" y="-24435"/>
                      <a:pt x="287487" y="-30826"/>
                      <a:pt x="172295" y="76471"/>
                    </a:cubicBezTo>
                    <a:cubicBezTo>
                      <a:pt x="154270" y="93277"/>
                      <a:pt x="138467" y="112349"/>
                      <a:pt x="125330" y="133211"/>
                    </a:cubicBezTo>
                    <a:cubicBezTo>
                      <a:pt x="114667" y="143188"/>
                      <a:pt x="102862" y="151895"/>
                      <a:pt x="90232" y="159169"/>
                    </a:cubicBezTo>
                    <a:cubicBezTo>
                      <a:pt x="57420" y="178209"/>
                      <a:pt x="19594" y="196424"/>
                      <a:pt x="5631" y="231648"/>
                    </a:cubicBezTo>
                    <a:cubicBezTo>
                      <a:pt x="-6428" y="262049"/>
                      <a:pt x="3156" y="296194"/>
                      <a:pt x="13184" y="327293"/>
                    </a:cubicBezTo>
                    <a:cubicBezTo>
                      <a:pt x="16928" y="340982"/>
                      <a:pt x="23592" y="353688"/>
                      <a:pt x="32731" y="364548"/>
                    </a:cubicBezTo>
                    <a:cubicBezTo>
                      <a:pt x="57801" y="326277"/>
                      <a:pt x="85980" y="290190"/>
                      <a:pt x="117079" y="256654"/>
                    </a:cubicBezTo>
                    <a:lnTo>
                      <a:pt x="251628" y="710252"/>
                    </a:lnTo>
                    <a:cubicBezTo>
                      <a:pt x="316302" y="749855"/>
                      <a:pt x="382815" y="786349"/>
                      <a:pt x="451042" y="819733"/>
                    </a:cubicBezTo>
                    <a:cubicBezTo>
                      <a:pt x="495088" y="841248"/>
                      <a:pt x="542815" y="862002"/>
                      <a:pt x="591494" y="855845"/>
                    </a:cubicBezTo>
                    <a:cubicBezTo>
                      <a:pt x="672097" y="845691"/>
                      <a:pt x="685997" y="801264"/>
                      <a:pt x="753842" y="784128"/>
                    </a:cubicBezTo>
                    <a:cubicBezTo>
                      <a:pt x="909147" y="744905"/>
                      <a:pt x="1038746" y="974148"/>
                      <a:pt x="1153684" y="924770"/>
                    </a:cubicBezTo>
                    <a:cubicBezTo>
                      <a:pt x="1210805" y="900336"/>
                      <a:pt x="1214676" y="828808"/>
                      <a:pt x="1270209" y="827666"/>
                    </a:cubicBezTo>
                    <a:cubicBezTo>
                      <a:pt x="1309178" y="826841"/>
                      <a:pt x="1316858" y="861748"/>
                      <a:pt x="1380325" y="885929"/>
                    </a:cubicBezTo>
                    <a:cubicBezTo>
                      <a:pt x="1400317" y="893545"/>
                      <a:pt x="1478763" y="923501"/>
                      <a:pt x="1535692" y="885929"/>
                    </a:cubicBezTo>
                    <a:cubicBezTo>
                      <a:pt x="1588306" y="851212"/>
                      <a:pt x="1592114" y="778860"/>
                      <a:pt x="1593954" y="743509"/>
                    </a:cubicBezTo>
                    <a:cubicBezTo>
                      <a:pt x="1594780" y="727706"/>
                      <a:pt x="1600301" y="622477"/>
                      <a:pt x="1534740" y="569292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6" name=""/>
              <p:cNvSpPr/>
              <p:nvPr/>
            </p:nvSpPr>
            <p:spPr>
              <a:xfrm>
                <a:off x="8998817" y="4476018"/>
                <a:ext cx="155735" cy="290486"/>
              </a:xfrm>
              <a:custGeom>
                <a:avLst/>
                <a:gdLst>
                  <a:gd name="connsiteX0" fmla="*/ 84833 w 155723"/>
                  <a:gd name="connsiteY0" fmla="*/ 0 h 289913"/>
                  <a:gd name="connsiteX1" fmla="*/ 13940 w 155723"/>
                  <a:gd name="connsiteY1" fmla="*/ 267005 h 289913"/>
                  <a:gd name="connsiteX2" fmla="*/ 155725 w 155723"/>
                  <a:gd name="connsiteY2" fmla="*/ 203539 h 2899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55723" h="289913">
                    <a:moveTo>
                      <a:pt x="84833" y="0"/>
                    </a:moveTo>
                    <a:cubicBezTo>
                      <a:pt x="84833" y="0"/>
                      <a:pt x="-41149" y="190401"/>
                      <a:pt x="13940" y="267005"/>
                    </a:cubicBezTo>
                    <a:cubicBezTo>
                      <a:pt x="69030" y="343610"/>
                      <a:pt x="155725" y="203539"/>
                      <a:pt x="155725" y="203539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7" name=""/>
              <p:cNvSpPr/>
              <p:nvPr/>
            </p:nvSpPr>
            <p:spPr>
              <a:xfrm>
                <a:off x="9178006" y="3031066"/>
                <a:ext cx="893650" cy="546053"/>
              </a:xfrm>
              <a:custGeom>
                <a:avLst/>
                <a:gdLst>
                  <a:gd name="connsiteX0" fmla="*/ 110465 w 893580"/>
                  <a:gd name="connsiteY0" fmla="*/ 465597 h 544975"/>
                  <a:gd name="connsiteX1" fmla="*/ 195955 w 893580"/>
                  <a:gd name="connsiteY1" fmla="*/ 544868 h 544975"/>
                  <a:gd name="connsiteX2" fmla="*/ 117193 w 893580"/>
                  <a:gd name="connsiteY2" fmla="*/ 442432 h 544975"/>
                  <a:gd name="connsiteX3" fmla="*/ 223 w 893580"/>
                  <a:gd name="connsiteY3" fmla="*/ 276530 h 544975"/>
                  <a:gd name="connsiteX4" fmla="*/ 606650 w 893580"/>
                  <a:gd name="connsiteY4" fmla="*/ 893 h 544975"/>
                  <a:gd name="connsiteX5" fmla="*/ 883492 w 893580"/>
                  <a:gd name="connsiteY5" fmla="*/ 107136 h 544975"/>
                  <a:gd name="connsiteX6" fmla="*/ 841795 w 893580"/>
                  <a:gd name="connsiteY6" fmla="*/ 292777 h 544975"/>
                  <a:gd name="connsiteX7" fmla="*/ 499771 w 893580"/>
                  <a:gd name="connsiteY7" fmla="*/ 419330 h 544975"/>
                  <a:gd name="connsiteX8" fmla="*/ 488030 w 893580"/>
                  <a:gd name="connsiteY8" fmla="*/ 422123 h 544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93580" h="544975">
                    <a:moveTo>
                      <a:pt x="110465" y="465597"/>
                    </a:moveTo>
                    <a:cubicBezTo>
                      <a:pt x="178375" y="533697"/>
                      <a:pt x="194305" y="546327"/>
                      <a:pt x="195955" y="544868"/>
                    </a:cubicBezTo>
                    <a:cubicBezTo>
                      <a:pt x="197605" y="543408"/>
                      <a:pt x="164920" y="503297"/>
                      <a:pt x="117193" y="442432"/>
                    </a:cubicBezTo>
                    <a:cubicBezTo>
                      <a:pt x="40207" y="344312"/>
                      <a:pt x="1747" y="295252"/>
                      <a:pt x="223" y="276530"/>
                    </a:cubicBezTo>
                    <a:cubicBezTo>
                      <a:pt x="-9551" y="156831"/>
                      <a:pt x="304865" y="-13832"/>
                      <a:pt x="606650" y="893"/>
                    </a:cubicBezTo>
                    <a:cubicBezTo>
                      <a:pt x="687379" y="4827"/>
                      <a:pt x="842873" y="13586"/>
                      <a:pt x="883492" y="107136"/>
                    </a:cubicBezTo>
                    <a:cubicBezTo>
                      <a:pt x="909704" y="167620"/>
                      <a:pt x="880954" y="247144"/>
                      <a:pt x="841795" y="292777"/>
                    </a:cubicBezTo>
                    <a:cubicBezTo>
                      <a:pt x="792861" y="349897"/>
                      <a:pt x="695123" y="372999"/>
                      <a:pt x="499771" y="419330"/>
                    </a:cubicBezTo>
                    <a:lnTo>
                      <a:pt x="488030" y="422123"/>
                    </a:ln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8" name=""/>
              <p:cNvSpPr/>
              <p:nvPr/>
            </p:nvSpPr>
            <p:spPr>
              <a:xfrm>
                <a:off x="9373151" y="3118655"/>
                <a:ext cx="529506" cy="270312"/>
              </a:xfrm>
              <a:custGeom>
                <a:avLst/>
                <a:gdLst>
                  <a:gd name="connsiteX0" fmla="*/ 528173 w 529465"/>
                  <a:gd name="connsiteY0" fmla="*/ 70240 h 269779"/>
                  <a:gd name="connsiteX1" fmla="*/ 490093 w 529465"/>
                  <a:gd name="connsiteY1" fmla="*/ 19086 h 269779"/>
                  <a:gd name="connsiteX2" fmla="*/ 353448 w 529465"/>
                  <a:gd name="connsiteY2" fmla="*/ 7789 h 269779"/>
                  <a:gd name="connsiteX3" fmla="*/ 1 w 529465"/>
                  <a:gd name="connsiteY3" fmla="*/ 147416 h 269779"/>
                  <a:gd name="connsiteX4" fmla="*/ 12695 w 529465"/>
                  <a:gd name="connsiteY4" fmla="*/ 191843 h 269779"/>
                  <a:gd name="connsiteX5" fmla="*/ 22595 w 529465"/>
                  <a:gd name="connsiteY5" fmla="*/ 269780 h 269779"/>
                  <a:gd name="connsiteX6" fmla="*/ 278558 w 529465"/>
                  <a:gd name="connsiteY6" fmla="*/ 254738 h 269779"/>
                  <a:gd name="connsiteX7" fmla="*/ 521001 w 529465"/>
                  <a:gd name="connsiteY7" fmla="*/ 118602 h 269779"/>
                  <a:gd name="connsiteX8" fmla="*/ 528173 w 529465"/>
                  <a:gd name="connsiteY8" fmla="*/ 70240 h 269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29465" h="269779">
                    <a:moveTo>
                      <a:pt x="528173" y="70240"/>
                    </a:moveTo>
                    <a:cubicBezTo>
                      <a:pt x="521826" y="40601"/>
                      <a:pt x="496439" y="23465"/>
                      <a:pt x="490093" y="19086"/>
                    </a:cubicBezTo>
                    <a:cubicBezTo>
                      <a:pt x="449093" y="-8967"/>
                      <a:pt x="393560" y="46"/>
                      <a:pt x="353448" y="7789"/>
                    </a:cubicBezTo>
                    <a:cubicBezTo>
                      <a:pt x="337328" y="10898"/>
                      <a:pt x="134234" y="54373"/>
                      <a:pt x="1" y="147416"/>
                    </a:cubicBezTo>
                    <a:cubicBezTo>
                      <a:pt x="8251" y="160763"/>
                      <a:pt x="12631" y="176147"/>
                      <a:pt x="12695" y="191843"/>
                    </a:cubicBezTo>
                    <a:cubicBezTo>
                      <a:pt x="13647" y="218067"/>
                      <a:pt x="16946" y="244146"/>
                      <a:pt x="22595" y="269780"/>
                    </a:cubicBezTo>
                    <a:lnTo>
                      <a:pt x="278558" y="254738"/>
                    </a:lnTo>
                    <a:cubicBezTo>
                      <a:pt x="278558" y="254738"/>
                      <a:pt x="478986" y="200474"/>
                      <a:pt x="521001" y="118602"/>
                    </a:cubicBezTo>
                    <a:cubicBezTo>
                      <a:pt x="528744" y="103744"/>
                      <a:pt x="531283" y="86710"/>
                      <a:pt x="528173" y="7024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19" name=""/>
              <p:cNvSpPr/>
              <p:nvPr/>
            </p:nvSpPr>
            <p:spPr>
              <a:xfrm>
                <a:off x="8383306" y="4588923"/>
                <a:ext cx="2940019" cy="2269077"/>
              </a:xfrm>
              <a:custGeom>
                <a:avLst/>
                <a:gdLst>
                  <a:gd name="connsiteX0" fmla="*/ 2924115 w 2939789"/>
                  <a:gd name="connsiteY0" fmla="*/ 1953801 h 2264599"/>
                  <a:gd name="connsiteX1" fmla="*/ 2836022 w 2939789"/>
                  <a:gd name="connsiteY1" fmla="*/ 1923464 h 2264599"/>
                  <a:gd name="connsiteX2" fmla="*/ 1970206 w 2939789"/>
                  <a:gd name="connsiteY2" fmla="*/ 1625169 h 2264599"/>
                  <a:gd name="connsiteX3" fmla="*/ 1822645 w 2939789"/>
                  <a:gd name="connsiteY3" fmla="*/ 125699 h 2264599"/>
                  <a:gd name="connsiteX4" fmla="*/ 733172 w 2939789"/>
                  <a:gd name="connsiteY4" fmla="*/ 289 h 2264599"/>
                  <a:gd name="connsiteX5" fmla="*/ 710831 w 2939789"/>
                  <a:gd name="connsiteY5" fmla="*/ 8540 h 2264599"/>
                  <a:gd name="connsiteX6" fmla="*/ 1 w 2939789"/>
                  <a:gd name="connsiteY6" fmla="*/ 2264282 h 2264599"/>
                  <a:gd name="connsiteX7" fmla="*/ 516813 w 2939789"/>
                  <a:gd name="connsiteY7" fmla="*/ 2264282 h 2264599"/>
                  <a:gd name="connsiteX8" fmla="*/ 1162589 w 2939789"/>
                  <a:gd name="connsiteY8" fmla="*/ 732316 h 2264599"/>
                  <a:gd name="connsiteX9" fmla="*/ 1608699 w 2939789"/>
                  <a:gd name="connsiteY9" fmla="*/ 2082385 h 2264599"/>
                  <a:gd name="connsiteX10" fmla="*/ 2428818 w 2939789"/>
                  <a:gd name="connsiteY10" fmla="*/ 2264599 h 2264599"/>
                  <a:gd name="connsiteX11" fmla="*/ 2939791 w 2939789"/>
                  <a:gd name="connsiteY11" fmla="*/ 2264599 h 22645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939789" h="2264599">
                    <a:moveTo>
                      <a:pt x="2924115" y="1953801"/>
                    </a:moveTo>
                    <a:lnTo>
                      <a:pt x="2836022" y="1923464"/>
                    </a:lnTo>
                    <a:lnTo>
                      <a:pt x="1970206" y="1625169"/>
                    </a:lnTo>
                    <a:lnTo>
                      <a:pt x="1822645" y="125699"/>
                    </a:lnTo>
                    <a:cubicBezTo>
                      <a:pt x="1461709" y="44335"/>
                      <a:pt x="1100074" y="-4217"/>
                      <a:pt x="733172" y="289"/>
                    </a:cubicBezTo>
                    <a:lnTo>
                      <a:pt x="710831" y="8540"/>
                    </a:lnTo>
                    <a:cubicBezTo>
                      <a:pt x="710831" y="8540"/>
                      <a:pt x="223405" y="1349025"/>
                      <a:pt x="1" y="2264282"/>
                    </a:cubicBezTo>
                    <a:lnTo>
                      <a:pt x="516813" y="2264282"/>
                    </a:lnTo>
                    <a:lnTo>
                      <a:pt x="1162589" y="732316"/>
                    </a:lnTo>
                    <a:cubicBezTo>
                      <a:pt x="1369491" y="1383043"/>
                      <a:pt x="1311293" y="1991628"/>
                      <a:pt x="1608699" y="2082385"/>
                    </a:cubicBezTo>
                    <a:cubicBezTo>
                      <a:pt x="1853681" y="2157086"/>
                      <a:pt x="2167208" y="2219601"/>
                      <a:pt x="2428818" y="2264599"/>
                    </a:cubicBezTo>
                    <a:lnTo>
                      <a:pt x="2939791" y="2264599"/>
                    </a:ln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0" name=""/>
              <p:cNvSpPr/>
              <p:nvPr/>
            </p:nvSpPr>
            <p:spPr>
              <a:xfrm>
                <a:off x="10006338" y="4783117"/>
                <a:ext cx="260663" cy="473037"/>
              </a:xfrm>
              <a:custGeom>
                <a:avLst/>
                <a:gdLst>
                  <a:gd name="connsiteX0" fmla="*/ 9 w 260643"/>
                  <a:gd name="connsiteY0" fmla="*/ 11349 h 472103"/>
                  <a:gd name="connsiteX1" fmla="*/ 74075 w 260643"/>
                  <a:gd name="connsiteY1" fmla="*/ 330524 h 472103"/>
                  <a:gd name="connsiteX2" fmla="*/ 131195 w 260643"/>
                  <a:gd name="connsiteY2" fmla="*/ 430485 h 472103"/>
                  <a:gd name="connsiteX3" fmla="*/ 250513 w 260643"/>
                  <a:gd name="connsiteY3" fmla="*/ 471929 h 472103"/>
                  <a:gd name="connsiteX4" fmla="*/ 251973 w 260643"/>
                  <a:gd name="connsiteY4" fmla="*/ 452381 h 472103"/>
                  <a:gd name="connsiteX5" fmla="*/ 134052 w 260643"/>
                  <a:gd name="connsiteY5" fmla="*/ 407383 h 472103"/>
                  <a:gd name="connsiteX6" fmla="*/ 85055 w 260643"/>
                  <a:gd name="connsiteY6" fmla="*/ 291492 h 472103"/>
                  <a:gd name="connsiteX7" fmla="*/ 19366 w 260643"/>
                  <a:gd name="connsiteY7" fmla="*/ 7541 h 472103"/>
                  <a:gd name="connsiteX8" fmla="*/ 326 w 260643"/>
                  <a:gd name="connsiteY8" fmla="*/ 11349 h 4721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0643" h="472103">
                    <a:moveTo>
                      <a:pt x="9" y="11349"/>
                    </a:moveTo>
                    <a:cubicBezTo>
                      <a:pt x="24571" y="117593"/>
                      <a:pt x="46721" y="224852"/>
                      <a:pt x="74075" y="330524"/>
                    </a:cubicBezTo>
                    <a:cubicBezTo>
                      <a:pt x="83976" y="368604"/>
                      <a:pt x="98891" y="405733"/>
                      <a:pt x="131195" y="430485"/>
                    </a:cubicBezTo>
                    <a:cubicBezTo>
                      <a:pt x="165151" y="456633"/>
                      <a:pt x="209323" y="464630"/>
                      <a:pt x="250513" y="471929"/>
                    </a:cubicBezTo>
                    <a:cubicBezTo>
                      <a:pt x="263207" y="474150"/>
                      <a:pt x="264286" y="454539"/>
                      <a:pt x="251973" y="452381"/>
                    </a:cubicBezTo>
                    <a:cubicBezTo>
                      <a:pt x="211164" y="445145"/>
                      <a:pt x="165277" y="437022"/>
                      <a:pt x="134052" y="407383"/>
                    </a:cubicBezTo>
                    <a:cubicBezTo>
                      <a:pt x="102826" y="377744"/>
                      <a:pt x="94448" y="331984"/>
                      <a:pt x="85055" y="291492"/>
                    </a:cubicBezTo>
                    <a:lnTo>
                      <a:pt x="19366" y="7541"/>
                    </a:lnTo>
                    <a:cubicBezTo>
                      <a:pt x="16574" y="-4708"/>
                      <a:pt x="-2720" y="-1027"/>
                      <a:pt x="326" y="1134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1" name=""/>
              <p:cNvSpPr/>
              <p:nvPr/>
            </p:nvSpPr>
            <p:spPr>
              <a:xfrm>
                <a:off x="9335243" y="5167003"/>
                <a:ext cx="185685" cy="101386"/>
              </a:xfrm>
              <a:custGeom>
                <a:avLst/>
                <a:gdLst>
                  <a:gd name="connsiteX0" fmla="*/ 5157 w 185670"/>
                  <a:gd name="connsiteY0" fmla="*/ 18669 h 101186"/>
                  <a:gd name="connsiteX1" fmla="*/ 170171 w 185670"/>
                  <a:gd name="connsiteY1" fmla="*/ 100034 h 101186"/>
                  <a:gd name="connsiteX2" fmla="*/ 180516 w 185670"/>
                  <a:gd name="connsiteY2" fmla="*/ 82517 h 101186"/>
                  <a:gd name="connsiteX3" fmla="*/ 15502 w 185670"/>
                  <a:gd name="connsiteY3" fmla="*/ 1152 h 101186"/>
                  <a:gd name="connsiteX4" fmla="*/ 5157 w 185670"/>
                  <a:gd name="connsiteY4" fmla="*/ 18669 h 101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85670" h="101186">
                    <a:moveTo>
                      <a:pt x="5157" y="18669"/>
                    </a:moveTo>
                    <a:lnTo>
                      <a:pt x="170171" y="100034"/>
                    </a:lnTo>
                    <a:cubicBezTo>
                      <a:pt x="181849" y="105809"/>
                      <a:pt x="192257" y="88292"/>
                      <a:pt x="180516" y="82517"/>
                    </a:cubicBezTo>
                    <a:lnTo>
                      <a:pt x="15502" y="1152"/>
                    </a:lnTo>
                    <a:cubicBezTo>
                      <a:pt x="3824" y="-4623"/>
                      <a:pt x="-6584" y="12894"/>
                      <a:pt x="5157" y="18669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2" name=""/>
              <p:cNvSpPr/>
              <p:nvPr/>
            </p:nvSpPr>
            <p:spPr>
              <a:xfrm>
                <a:off x="9248050" y="5000241"/>
                <a:ext cx="336267" cy="268317"/>
              </a:xfrm>
              <a:custGeom>
                <a:avLst/>
                <a:gdLst>
                  <a:gd name="connsiteX0" fmla="*/ 3743 w 336241"/>
                  <a:gd name="connsiteY0" fmla="*/ 17487 h 267787"/>
                  <a:gd name="connsiteX1" fmla="*/ 318476 w 336241"/>
                  <a:gd name="connsiteY1" fmla="*/ 265008 h 267787"/>
                  <a:gd name="connsiteX2" fmla="*/ 333327 w 336241"/>
                  <a:gd name="connsiteY2" fmla="*/ 252315 h 267787"/>
                  <a:gd name="connsiteX3" fmla="*/ 14850 w 336241"/>
                  <a:gd name="connsiteY3" fmla="*/ 1366 h 267787"/>
                  <a:gd name="connsiteX4" fmla="*/ 1395 w 336241"/>
                  <a:gd name="connsiteY4" fmla="*/ 4838 h 267787"/>
                  <a:gd name="connsiteX5" fmla="*/ 3743 w 336241"/>
                  <a:gd name="connsiteY5" fmla="*/ 17550 h 2677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36241" h="267787">
                    <a:moveTo>
                      <a:pt x="3743" y="17487"/>
                    </a:moveTo>
                    <a:cubicBezTo>
                      <a:pt x="115127" y="91458"/>
                      <a:pt x="220356" y="174225"/>
                      <a:pt x="318476" y="265008"/>
                    </a:cubicBezTo>
                    <a:cubicBezTo>
                      <a:pt x="327615" y="273449"/>
                      <a:pt x="342593" y="260756"/>
                      <a:pt x="333327" y="252315"/>
                    </a:cubicBezTo>
                    <a:cubicBezTo>
                      <a:pt x="234001" y="160319"/>
                      <a:pt x="127504" y="76397"/>
                      <a:pt x="14850" y="1366"/>
                    </a:cubicBezTo>
                    <a:cubicBezTo>
                      <a:pt x="10153" y="-1394"/>
                      <a:pt x="4124" y="161"/>
                      <a:pt x="1395" y="4838"/>
                    </a:cubicBezTo>
                    <a:cubicBezTo>
                      <a:pt x="-1144" y="9071"/>
                      <a:pt x="-128" y="14498"/>
                      <a:pt x="3743" y="1755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3" name=""/>
              <p:cNvSpPr/>
              <p:nvPr/>
            </p:nvSpPr>
            <p:spPr>
              <a:xfrm>
                <a:off x="8600902" y="3269796"/>
                <a:ext cx="1005063" cy="1420782"/>
              </a:xfrm>
              <a:custGeom>
                <a:avLst/>
                <a:gdLst>
                  <a:gd name="connsiteX0" fmla="*/ 1004986 w 1004984"/>
                  <a:gd name="connsiteY0" fmla="*/ 0 h 1417978"/>
                  <a:gd name="connsiteX1" fmla="*/ 827977 w 1004984"/>
                  <a:gd name="connsiteY1" fmla="*/ 86315 h 1417978"/>
                  <a:gd name="connsiteX2" fmla="*/ 722685 w 1004984"/>
                  <a:gd name="connsiteY2" fmla="*/ 133408 h 1417978"/>
                  <a:gd name="connsiteX3" fmla="*/ 652046 w 1004984"/>
                  <a:gd name="connsiteY3" fmla="*/ 73622 h 1417978"/>
                  <a:gd name="connsiteX4" fmla="*/ 548087 w 1004984"/>
                  <a:gd name="connsiteY4" fmla="*/ 214455 h 1417978"/>
                  <a:gd name="connsiteX5" fmla="*/ 516862 w 1004984"/>
                  <a:gd name="connsiteY5" fmla="*/ 241238 h 1417978"/>
                  <a:gd name="connsiteX6" fmla="*/ 473895 w 1004984"/>
                  <a:gd name="connsiteY6" fmla="*/ 315304 h 1417978"/>
                  <a:gd name="connsiteX7" fmla="*/ 461201 w 1004984"/>
                  <a:gd name="connsiteY7" fmla="*/ 347037 h 1417978"/>
                  <a:gd name="connsiteX8" fmla="*/ 36734 w 1004984"/>
                  <a:gd name="connsiteY8" fmla="*/ 853313 h 1417978"/>
                  <a:gd name="connsiteX9" fmla="*/ 277909 w 1004984"/>
                  <a:gd name="connsiteY9" fmla="*/ 1219581 h 1417978"/>
                  <a:gd name="connsiteX10" fmla="*/ 450602 w 1004984"/>
                  <a:gd name="connsiteY10" fmla="*/ 1014011 h 1417978"/>
                  <a:gd name="connsiteX11" fmla="*/ 443303 w 1004984"/>
                  <a:gd name="connsiteY11" fmla="*/ 1109212 h 1417978"/>
                  <a:gd name="connsiteX12" fmla="*/ 447429 w 1004984"/>
                  <a:gd name="connsiteY12" fmla="*/ 1405412 h 1417978"/>
                  <a:gd name="connsiteX13" fmla="*/ 454728 w 1004984"/>
                  <a:gd name="connsiteY13" fmla="*/ 1407062 h 1417978"/>
                  <a:gd name="connsiteX14" fmla="*/ 459044 w 1004984"/>
                  <a:gd name="connsiteY14" fmla="*/ 1376979 h 1417978"/>
                  <a:gd name="connsiteX15" fmla="*/ 458663 w 1004984"/>
                  <a:gd name="connsiteY15" fmla="*/ 1407951 h 1417978"/>
                  <a:gd name="connsiteX16" fmla="*/ 503978 w 1004984"/>
                  <a:gd name="connsiteY16" fmla="*/ 1417978 h 1417978"/>
                  <a:gd name="connsiteX17" fmla="*/ 787548 w 1004984"/>
                  <a:gd name="connsiteY17" fmla="*/ 1359018 h 1417978"/>
                  <a:gd name="connsiteX18" fmla="*/ 819281 w 1004984"/>
                  <a:gd name="connsiteY18" fmla="*/ 1174964 h 1417978"/>
                  <a:gd name="connsiteX19" fmla="*/ 946787 w 1004984"/>
                  <a:gd name="connsiteY19" fmla="*/ 1156812 h 1417978"/>
                  <a:gd name="connsiteX20" fmla="*/ 965382 w 1004984"/>
                  <a:gd name="connsiteY20" fmla="*/ 500374 h 1417978"/>
                  <a:gd name="connsiteX21" fmla="*/ 1004986 w 1004984"/>
                  <a:gd name="connsiteY21" fmla="*/ 0 h 14179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004984" h="1417978">
                    <a:moveTo>
                      <a:pt x="1004986" y="0"/>
                    </a:moveTo>
                    <a:cubicBezTo>
                      <a:pt x="947485" y="31803"/>
                      <a:pt x="888397" y="60611"/>
                      <a:pt x="827977" y="86315"/>
                    </a:cubicBezTo>
                    <a:cubicBezTo>
                      <a:pt x="782851" y="105990"/>
                      <a:pt x="756894" y="142103"/>
                      <a:pt x="722685" y="133408"/>
                    </a:cubicBezTo>
                    <a:cubicBezTo>
                      <a:pt x="684034" y="123507"/>
                      <a:pt x="679337" y="76795"/>
                      <a:pt x="652046" y="73622"/>
                    </a:cubicBezTo>
                    <a:cubicBezTo>
                      <a:pt x="631039" y="71147"/>
                      <a:pt x="598290" y="94947"/>
                      <a:pt x="548087" y="214455"/>
                    </a:cubicBezTo>
                    <a:cubicBezTo>
                      <a:pt x="536664" y="222090"/>
                      <a:pt x="526128" y="231083"/>
                      <a:pt x="516862" y="241238"/>
                    </a:cubicBezTo>
                    <a:cubicBezTo>
                      <a:pt x="497822" y="262309"/>
                      <a:pt x="485129" y="288775"/>
                      <a:pt x="473895" y="315304"/>
                    </a:cubicBezTo>
                    <a:cubicBezTo>
                      <a:pt x="469389" y="325776"/>
                      <a:pt x="465644" y="336502"/>
                      <a:pt x="461201" y="347037"/>
                    </a:cubicBezTo>
                    <a:cubicBezTo>
                      <a:pt x="306469" y="507736"/>
                      <a:pt x="137520" y="654217"/>
                      <a:pt x="36734" y="853313"/>
                    </a:cubicBezTo>
                    <a:cubicBezTo>
                      <a:pt x="-59736" y="1044095"/>
                      <a:pt x="38321" y="1284063"/>
                      <a:pt x="277909" y="1219581"/>
                    </a:cubicBezTo>
                    <a:cubicBezTo>
                      <a:pt x="351086" y="1199843"/>
                      <a:pt x="420202" y="1121778"/>
                      <a:pt x="450602" y="1014011"/>
                    </a:cubicBezTo>
                    <a:cubicBezTo>
                      <a:pt x="447683" y="1043523"/>
                      <a:pt x="445144" y="1075384"/>
                      <a:pt x="443303" y="1109212"/>
                    </a:cubicBezTo>
                    <a:cubicBezTo>
                      <a:pt x="436513" y="1235765"/>
                      <a:pt x="440955" y="1367268"/>
                      <a:pt x="447429" y="1405412"/>
                    </a:cubicBezTo>
                    <a:lnTo>
                      <a:pt x="454728" y="1407062"/>
                    </a:lnTo>
                    <a:cubicBezTo>
                      <a:pt x="456949" y="1395384"/>
                      <a:pt x="458599" y="1376915"/>
                      <a:pt x="459044" y="1376979"/>
                    </a:cubicBezTo>
                    <a:cubicBezTo>
                      <a:pt x="460757" y="1387242"/>
                      <a:pt x="460630" y="1397732"/>
                      <a:pt x="458663" y="1407951"/>
                    </a:cubicBezTo>
                    <a:cubicBezTo>
                      <a:pt x="473704" y="1411460"/>
                      <a:pt x="488809" y="1414805"/>
                      <a:pt x="503978" y="1417978"/>
                    </a:cubicBezTo>
                    <a:cubicBezTo>
                      <a:pt x="587945" y="1362445"/>
                      <a:pt x="685176" y="1352607"/>
                      <a:pt x="787548" y="1359018"/>
                    </a:cubicBezTo>
                    <a:cubicBezTo>
                      <a:pt x="792435" y="1309894"/>
                      <a:pt x="769333" y="1207459"/>
                      <a:pt x="819281" y="1174964"/>
                    </a:cubicBezTo>
                    <a:cubicBezTo>
                      <a:pt x="849619" y="1155225"/>
                      <a:pt x="908135" y="1178518"/>
                      <a:pt x="946787" y="1156812"/>
                    </a:cubicBezTo>
                    <a:cubicBezTo>
                      <a:pt x="878306" y="955749"/>
                      <a:pt x="938790" y="686141"/>
                      <a:pt x="965382" y="500374"/>
                    </a:cubicBezTo>
                    <a:cubicBezTo>
                      <a:pt x="988168" y="344118"/>
                      <a:pt x="979662" y="165712"/>
                      <a:pt x="1004986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4" name=""/>
              <p:cNvSpPr/>
              <p:nvPr/>
            </p:nvSpPr>
            <p:spPr>
              <a:xfrm>
                <a:off x="9169152" y="3269796"/>
                <a:ext cx="436813" cy="1387905"/>
              </a:xfrm>
              <a:custGeom>
                <a:avLst/>
                <a:gdLst>
                  <a:gd name="connsiteX0" fmla="*/ 436780 w 436779"/>
                  <a:gd name="connsiteY0" fmla="*/ 0 h 1385166"/>
                  <a:gd name="connsiteX1" fmla="*/ 259772 w 436779"/>
                  <a:gd name="connsiteY1" fmla="*/ 86315 h 1385166"/>
                  <a:gd name="connsiteX2" fmla="*/ 247078 w 436779"/>
                  <a:gd name="connsiteY2" fmla="*/ 104276 h 1385166"/>
                  <a:gd name="connsiteX3" fmla="*/ 189259 w 436779"/>
                  <a:gd name="connsiteY3" fmla="*/ 93804 h 1385166"/>
                  <a:gd name="connsiteX4" fmla="*/ 15995 w 436779"/>
                  <a:gd name="connsiteY4" fmla="*/ 608394 h 1385166"/>
                  <a:gd name="connsiteX5" fmla="*/ 58010 w 436779"/>
                  <a:gd name="connsiteY5" fmla="*/ 776328 h 1385166"/>
                  <a:gd name="connsiteX6" fmla="*/ 1 w 436779"/>
                  <a:gd name="connsiteY6" fmla="*/ 1385166 h 1385166"/>
                  <a:gd name="connsiteX7" fmla="*/ 219660 w 436779"/>
                  <a:gd name="connsiteY7" fmla="*/ 1359145 h 1385166"/>
                  <a:gd name="connsiteX8" fmla="*/ 251394 w 436779"/>
                  <a:gd name="connsiteY8" fmla="*/ 1175091 h 1385166"/>
                  <a:gd name="connsiteX9" fmla="*/ 378899 w 436779"/>
                  <a:gd name="connsiteY9" fmla="*/ 1156939 h 1385166"/>
                  <a:gd name="connsiteX10" fmla="*/ 397495 w 436779"/>
                  <a:gd name="connsiteY10" fmla="*/ 500500 h 1385166"/>
                  <a:gd name="connsiteX11" fmla="*/ 436780 w 436779"/>
                  <a:gd name="connsiteY11" fmla="*/ 0 h 13851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36779" h="1385166">
                    <a:moveTo>
                      <a:pt x="436780" y="0"/>
                    </a:moveTo>
                    <a:cubicBezTo>
                      <a:pt x="305023" y="38080"/>
                      <a:pt x="267006" y="66577"/>
                      <a:pt x="259772" y="86315"/>
                    </a:cubicBezTo>
                    <a:cubicBezTo>
                      <a:pt x="257740" y="93589"/>
                      <a:pt x="253234" y="99929"/>
                      <a:pt x="247078" y="104276"/>
                    </a:cubicBezTo>
                    <a:cubicBezTo>
                      <a:pt x="231021" y="114113"/>
                      <a:pt x="206776" y="103705"/>
                      <a:pt x="189259" y="93804"/>
                    </a:cubicBezTo>
                    <a:cubicBezTo>
                      <a:pt x="19168" y="213186"/>
                      <a:pt x="-15738" y="415391"/>
                      <a:pt x="15995" y="608394"/>
                    </a:cubicBezTo>
                    <a:cubicBezTo>
                      <a:pt x="30339" y="695344"/>
                      <a:pt x="39605" y="683031"/>
                      <a:pt x="58010" y="776328"/>
                    </a:cubicBezTo>
                    <a:cubicBezTo>
                      <a:pt x="98439" y="981136"/>
                      <a:pt x="84602" y="1193115"/>
                      <a:pt x="1" y="1385166"/>
                    </a:cubicBezTo>
                    <a:cubicBezTo>
                      <a:pt x="67911" y="1358764"/>
                      <a:pt x="142294" y="1354321"/>
                      <a:pt x="219660" y="1359145"/>
                    </a:cubicBezTo>
                    <a:cubicBezTo>
                      <a:pt x="224547" y="1310021"/>
                      <a:pt x="201445" y="1207586"/>
                      <a:pt x="251394" y="1175091"/>
                    </a:cubicBezTo>
                    <a:cubicBezTo>
                      <a:pt x="281731" y="1155352"/>
                      <a:pt x="340247" y="1178645"/>
                      <a:pt x="378899" y="1156939"/>
                    </a:cubicBezTo>
                    <a:cubicBezTo>
                      <a:pt x="310418" y="955876"/>
                      <a:pt x="370902" y="686268"/>
                      <a:pt x="397495" y="500500"/>
                    </a:cubicBezTo>
                    <a:cubicBezTo>
                      <a:pt x="419962" y="344118"/>
                      <a:pt x="411457" y="165712"/>
                      <a:pt x="436780" y="0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5" name=""/>
              <p:cNvSpPr/>
              <p:nvPr/>
            </p:nvSpPr>
            <p:spPr>
              <a:xfrm>
                <a:off x="8889647" y="4074508"/>
                <a:ext cx="134270" cy="260334"/>
              </a:xfrm>
              <a:custGeom>
                <a:avLst/>
                <a:gdLst>
                  <a:gd name="connsiteX0" fmla="*/ 112567 w 134260"/>
                  <a:gd name="connsiteY0" fmla="*/ 6714 h 259820"/>
                  <a:gd name="connsiteX1" fmla="*/ 1183 w 134260"/>
                  <a:gd name="connsiteY1" fmla="*/ 246047 h 259820"/>
                  <a:gd name="connsiteX2" fmla="*/ 21936 w 134260"/>
                  <a:gd name="connsiteY2" fmla="*/ 253219 h 259820"/>
                  <a:gd name="connsiteX3" fmla="*/ 133257 w 134260"/>
                  <a:gd name="connsiteY3" fmla="*/ 13885 h 259820"/>
                  <a:gd name="connsiteX4" fmla="*/ 112567 w 134260"/>
                  <a:gd name="connsiteY4" fmla="*/ 6714 h 2598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4260" h="259820">
                    <a:moveTo>
                      <a:pt x="112567" y="6714"/>
                    </a:moveTo>
                    <a:cubicBezTo>
                      <a:pt x="76645" y="87107"/>
                      <a:pt x="39516" y="166885"/>
                      <a:pt x="1183" y="246047"/>
                    </a:cubicBezTo>
                    <a:cubicBezTo>
                      <a:pt x="-5164" y="258741"/>
                      <a:pt x="15843" y="265786"/>
                      <a:pt x="21936" y="253219"/>
                    </a:cubicBezTo>
                    <a:cubicBezTo>
                      <a:pt x="60270" y="174013"/>
                      <a:pt x="97398" y="94235"/>
                      <a:pt x="133257" y="13885"/>
                    </a:cubicBezTo>
                    <a:cubicBezTo>
                      <a:pt x="139033" y="1192"/>
                      <a:pt x="118279" y="-6107"/>
                      <a:pt x="112567" y="6714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6" name=""/>
              <p:cNvSpPr/>
              <p:nvPr/>
            </p:nvSpPr>
            <p:spPr>
              <a:xfrm>
                <a:off x="9467142" y="3272015"/>
                <a:ext cx="1470457" cy="1605143"/>
              </a:xfrm>
              <a:custGeom>
                <a:avLst/>
                <a:gdLst>
                  <a:gd name="connsiteX0" fmla="*/ 133482 w 1470342"/>
                  <a:gd name="connsiteY0" fmla="*/ 1203848 h 1601975"/>
                  <a:gd name="connsiteX1" fmla="*/ 639314 w 1470342"/>
                  <a:gd name="connsiteY1" fmla="*/ 1533876 h 1601975"/>
                  <a:gd name="connsiteX2" fmla="*/ 816006 w 1470342"/>
                  <a:gd name="connsiteY2" fmla="*/ 1601976 h 1601975"/>
                  <a:gd name="connsiteX3" fmla="*/ 900036 w 1470342"/>
                  <a:gd name="connsiteY3" fmla="*/ 1593281 h 1601975"/>
                  <a:gd name="connsiteX4" fmla="*/ 1333325 w 1470342"/>
                  <a:gd name="connsiteY4" fmla="*/ 1391583 h 1601975"/>
                  <a:gd name="connsiteX5" fmla="*/ 1450549 w 1470342"/>
                  <a:gd name="connsiteY5" fmla="*/ 944141 h 1601975"/>
                  <a:gd name="connsiteX6" fmla="*/ 1379529 w 1470342"/>
                  <a:gd name="connsiteY6" fmla="*/ 805910 h 1601975"/>
                  <a:gd name="connsiteX7" fmla="*/ 966232 w 1470342"/>
                  <a:gd name="connsiteY7" fmla="*/ 197453 h 1601975"/>
                  <a:gd name="connsiteX8" fmla="*/ 781734 w 1470342"/>
                  <a:gd name="connsiteY8" fmla="*/ 24188 h 1601975"/>
                  <a:gd name="connsiteX9" fmla="*/ 359552 w 1470342"/>
                  <a:gd name="connsiteY9" fmla="*/ 88607 h 1601975"/>
                  <a:gd name="connsiteX10" fmla="*/ 29143 w 1470342"/>
                  <a:gd name="connsiteY10" fmla="*/ 1151043 h 1601975"/>
                  <a:gd name="connsiteX11" fmla="*/ 133482 w 1470342"/>
                  <a:gd name="connsiteY11" fmla="*/ 1203848 h 1601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70342" h="1601975">
                    <a:moveTo>
                      <a:pt x="133482" y="1203848"/>
                    </a:moveTo>
                    <a:cubicBezTo>
                      <a:pt x="266319" y="1367656"/>
                      <a:pt x="445232" y="1460318"/>
                      <a:pt x="639314" y="1533876"/>
                    </a:cubicBezTo>
                    <a:cubicBezTo>
                      <a:pt x="697958" y="1556153"/>
                      <a:pt x="756855" y="1579255"/>
                      <a:pt x="816006" y="1601976"/>
                    </a:cubicBezTo>
                    <a:cubicBezTo>
                      <a:pt x="844058" y="1599945"/>
                      <a:pt x="872111" y="1597343"/>
                      <a:pt x="900036" y="1593281"/>
                    </a:cubicBezTo>
                    <a:cubicBezTo>
                      <a:pt x="1060671" y="1570242"/>
                      <a:pt x="1220608" y="1508299"/>
                      <a:pt x="1333325" y="1391583"/>
                    </a:cubicBezTo>
                    <a:cubicBezTo>
                      <a:pt x="1446043" y="1274867"/>
                      <a:pt x="1503289" y="1097604"/>
                      <a:pt x="1450549" y="944141"/>
                    </a:cubicBezTo>
                    <a:cubicBezTo>
                      <a:pt x="1433666" y="895018"/>
                      <a:pt x="1406693" y="850146"/>
                      <a:pt x="1379529" y="805910"/>
                    </a:cubicBezTo>
                    <a:cubicBezTo>
                      <a:pt x="1251008" y="597021"/>
                      <a:pt x="1113285" y="394200"/>
                      <a:pt x="966232" y="197453"/>
                    </a:cubicBezTo>
                    <a:cubicBezTo>
                      <a:pt x="915458" y="129098"/>
                      <a:pt x="859735" y="58841"/>
                      <a:pt x="781734" y="24188"/>
                    </a:cubicBezTo>
                    <a:cubicBezTo>
                      <a:pt x="647374" y="-35598"/>
                      <a:pt x="492959" y="26790"/>
                      <a:pt x="359552" y="88607"/>
                    </a:cubicBezTo>
                    <a:cubicBezTo>
                      <a:pt x="359552" y="88607"/>
                      <a:pt x="-121274" y="650035"/>
                      <a:pt x="29143" y="1151043"/>
                    </a:cubicBezTo>
                    <a:cubicBezTo>
                      <a:pt x="65700" y="1150916"/>
                      <a:pt x="102955" y="1166212"/>
                      <a:pt x="133482" y="1203848"/>
                    </a:cubicBezTo>
                    <a:close/>
                  </a:path>
                </a:pathLst>
              </a:custGeom>
              <a:solidFill>
                <a:srgbClr val="838F69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7" name=""/>
              <p:cNvSpPr/>
              <p:nvPr/>
            </p:nvSpPr>
            <p:spPr>
              <a:xfrm>
                <a:off x="10388577" y="3567957"/>
                <a:ext cx="342939" cy="404980"/>
              </a:xfrm>
              <a:custGeom>
                <a:avLst/>
                <a:gdLst>
                  <a:gd name="connsiteX0" fmla="*/ 824 w 342912"/>
                  <a:gd name="connsiteY0" fmla="*/ 108108 h 404181"/>
                  <a:gd name="connsiteX1" fmla="*/ 83774 w 342912"/>
                  <a:gd name="connsiteY1" fmla="*/ 301619 h 404181"/>
                  <a:gd name="connsiteX2" fmla="*/ 168884 w 342912"/>
                  <a:gd name="connsiteY2" fmla="*/ 401198 h 404181"/>
                  <a:gd name="connsiteX3" fmla="*/ 340245 w 342912"/>
                  <a:gd name="connsiteY3" fmla="*/ 295018 h 404181"/>
                  <a:gd name="connsiteX4" fmla="*/ 272081 w 342912"/>
                  <a:gd name="connsiteY4" fmla="*/ 138635 h 404181"/>
                  <a:gd name="connsiteX5" fmla="*/ 147940 w 342912"/>
                  <a:gd name="connsiteY5" fmla="*/ 24 h 404181"/>
                  <a:gd name="connsiteX6" fmla="*/ 95517 w 342912"/>
                  <a:gd name="connsiteY6" fmla="*/ 17160 h 404181"/>
                  <a:gd name="connsiteX7" fmla="*/ 824 w 342912"/>
                  <a:gd name="connsiteY7" fmla="*/ 108108 h 4041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2912" h="404181">
                    <a:moveTo>
                      <a:pt x="824" y="108108"/>
                    </a:moveTo>
                    <a:cubicBezTo>
                      <a:pt x="-6348" y="154185"/>
                      <a:pt x="34398" y="209338"/>
                      <a:pt x="83774" y="301619"/>
                    </a:cubicBezTo>
                    <a:cubicBezTo>
                      <a:pt x="105798" y="342809"/>
                      <a:pt x="131058" y="387109"/>
                      <a:pt x="168884" y="401198"/>
                    </a:cubicBezTo>
                    <a:cubicBezTo>
                      <a:pt x="217119" y="419223"/>
                      <a:pt x="323553" y="352012"/>
                      <a:pt x="340245" y="295018"/>
                    </a:cubicBezTo>
                    <a:cubicBezTo>
                      <a:pt x="356936" y="238025"/>
                      <a:pt x="290614" y="196962"/>
                      <a:pt x="272081" y="138635"/>
                    </a:cubicBezTo>
                    <a:cubicBezTo>
                      <a:pt x="250375" y="70408"/>
                      <a:pt x="206012" y="-1499"/>
                      <a:pt x="147940" y="24"/>
                    </a:cubicBezTo>
                    <a:cubicBezTo>
                      <a:pt x="129535" y="532"/>
                      <a:pt x="112208" y="8592"/>
                      <a:pt x="95517" y="17160"/>
                    </a:cubicBezTo>
                    <a:cubicBezTo>
                      <a:pt x="33064" y="49274"/>
                      <a:pt x="5711" y="76565"/>
                      <a:pt x="824" y="108108"/>
                    </a:cubicBezTo>
                    <a:close/>
                  </a:path>
                </a:pathLst>
              </a:custGeom>
              <a:solidFill>
                <a:srgbClr val="D1A24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8" name=""/>
              <p:cNvSpPr/>
              <p:nvPr/>
            </p:nvSpPr>
            <p:spPr>
              <a:xfrm>
                <a:off x="8968263" y="3458289"/>
                <a:ext cx="198222" cy="363807"/>
              </a:xfrm>
              <a:custGeom>
                <a:avLst/>
                <a:gdLst>
                  <a:gd name="connsiteX0" fmla="*/ 38652 w 198207"/>
                  <a:gd name="connsiteY0" fmla="*/ 290039 h 363089"/>
                  <a:gd name="connsiteX1" fmla="*/ 1715 w 198207"/>
                  <a:gd name="connsiteY1" fmla="*/ 340051 h 363089"/>
                  <a:gd name="connsiteX2" fmla="*/ 1 w 198207"/>
                  <a:gd name="connsiteY2" fmla="*/ 363089 h 363089"/>
                  <a:gd name="connsiteX3" fmla="*/ 28625 w 198207"/>
                  <a:gd name="connsiteY3" fmla="*/ 346905 h 363089"/>
                  <a:gd name="connsiteX4" fmla="*/ 174599 w 198207"/>
                  <a:gd name="connsiteY4" fmla="*/ 66635 h 363089"/>
                  <a:gd name="connsiteX5" fmla="*/ 198208 w 198207"/>
                  <a:gd name="connsiteY5" fmla="*/ 7547 h 363089"/>
                  <a:gd name="connsiteX6" fmla="*/ 150989 w 198207"/>
                  <a:gd name="connsiteY6" fmla="*/ 3612 h 363089"/>
                  <a:gd name="connsiteX7" fmla="*/ 119256 w 198207"/>
                  <a:gd name="connsiteY7" fmla="*/ 43025 h 3630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8207" h="363089">
                    <a:moveTo>
                      <a:pt x="38652" y="290039"/>
                    </a:moveTo>
                    <a:cubicBezTo>
                      <a:pt x="31544" y="310005"/>
                      <a:pt x="18724" y="327414"/>
                      <a:pt x="1715" y="340051"/>
                    </a:cubicBezTo>
                    <a:cubicBezTo>
                      <a:pt x="509" y="354457"/>
                      <a:pt x="1" y="363089"/>
                      <a:pt x="1" y="363089"/>
                    </a:cubicBezTo>
                    <a:lnTo>
                      <a:pt x="28625" y="346905"/>
                    </a:lnTo>
                    <a:cubicBezTo>
                      <a:pt x="84856" y="257639"/>
                      <a:pt x="133727" y="163898"/>
                      <a:pt x="174599" y="66635"/>
                    </a:cubicBezTo>
                    <a:cubicBezTo>
                      <a:pt x="183040" y="46751"/>
                      <a:pt x="190910" y="27051"/>
                      <a:pt x="198208" y="7547"/>
                    </a:cubicBezTo>
                    <a:cubicBezTo>
                      <a:pt x="183865" y="-881"/>
                      <a:pt x="166538" y="-2335"/>
                      <a:pt x="150989" y="3612"/>
                    </a:cubicBezTo>
                    <a:cubicBezTo>
                      <a:pt x="134678" y="10854"/>
                      <a:pt x="122873" y="25534"/>
                      <a:pt x="119256" y="43025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29" name=""/>
              <p:cNvSpPr/>
              <p:nvPr/>
            </p:nvSpPr>
            <p:spPr>
              <a:xfrm>
                <a:off x="8993749" y="4045496"/>
                <a:ext cx="67118" cy="512300"/>
              </a:xfrm>
              <a:custGeom>
                <a:avLst/>
                <a:gdLst>
                  <a:gd name="connsiteX0" fmla="*/ 67115 w 67113"/>
                  <a:gd name="connsiteY0" fmla="*/ 4253 h 511289"/>
                  <a:gd name="connsiteX1" fmla="*/ 49027 w 67113"/>
                  <a:gd name="connsiteY1" fmla="*/ 511290 h 511289"/>
                  <a:gd name="connsiteX2" fmla="*/ 665 w 67113"/>
                  <a:gd name="connsiteY2" fmla="*/ 333582 h 511289"/>
                  <a:gd name="connsiteX3" fmla="*/ 32399 w 67113"/>
                  <a:gd name="connsiteY3" fmla="*/ 0 h 511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7113" h="511289">
                    <a:moveTo>
                      <a:pt x="67115" y="4253"/>
                    </a:moveTo>
                    <a:lnTo>
                      <a:pt x="49027" y="511290"/>
                    </a:lnTo>
                    <a:cubicBezTo>
                      <a:pt x="49027" y="511290"/>
                      <a:pt x="6759" y="357065"/>
                      <a:pt x="665" y="333582"/>
                    </a:cubicBezTo>
                    <a:cubicBezTo>
                      <a:pt x="-5427" y="310100"/>
                      <a:pt x="32399" y="0"/>
                      <a:pt x="32399" y="0"/>
                    </a:cubicBezTo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0" name=""/>
              <p:cNvSpPr/>
              <p:nvPr/>
            </p:nvSpPr>
            <p:spPr>
              <a:xfrm>
                <a:off x="8993752" y="4187244"/>
                <a:ext cx="60707" cy="370552"/>
              </a:xfrm>
              <a:custGeom>
                <a:avLst/>
                <a:gdLst>
                  <a:gd name="connsiteX0" fmla="*/ 60703 w 60702"/>
                  <a:gd name="connsiteY0" fmla="*/ 42142 h 369821"/>
                  <a:gd name="connsiteX1" fmla="*/ 49025 w 60702"/>
                  <a:gd name="connsiteY1" fmla="*/ 369822 h 369821"/>
                  <a:gd name="connsiteX2" fmla="*/ 663 w 60702"/>
                  <a:gd name="connsiteY2" fmla="*/ 192114 h 369821"/>
                  <a:gd name="connsiteX3" fmla="*/ 15895 w 60702"/>
                  <a:gd name="connsiteY3" fmla="*/ 0 h 369821"/>
                  <a:gd name="connsiteX4" fmla="*/ 60703 w 60702"/>
                  <a:gd name="connsiteY4" fmla="*/ 42142 h 3698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0702" h="369821">
                    <a:moveTo>
                      <a:pt x="60703" y="42142"/>
                    </a:moveTo>
                    <a:lnTo>
                      <a:pt x="49025" y="369822"/>
                    </a:lnTo>
                    <a:cubicBezTo>
                      <a:pt x="49025" y="369822"/>
                      <a:pt x="6757" y="215597"/>
                      <a:pt x="663" y="192114"/>
                    </a:cubicBezTo>
                    <a:cubicBezTo>
                      <a:pt x="-2574" y="179421"/>
                      <a:pt x="6629" y="85236"/>
                      <a:pt x="15895" y="0"/>
                    </a:cubicBezTo>
                    <a:cubicBezTo>
                      <a:pt x="30937" y="13918"/>
                      <a:pt x="45852" y="27970"/>
                      <a:pt x="60703" y="42142"/>
                    </a:cubicBezTo>
                    <a:close/>
                  </a:path>
                </a:pathLst>
              </a:custGeom>
              <a:solidFill>
                <a:srgbClr val="4D559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1" name=""/>
              <p:cNvSpPr/>
              <p:nvPr/>
            </p:nvSpPr>
            <p:spPr>
              <a:xfrm>
                <a:off x="9252745" y="4631247"/>
                <a:ext cx="973404" cy="290617"/>
              </a:xfrm>
              <a:custGeom>
                <a:avLst/>
                <a:gdLst>
                  <a:gd name="connsiteX0" fmla="*/ 567713 w 973328"/>
                  <a:gd name="connsiteY0" fmla="*/ 195542 h 290043"/>
                  <a:gd name="connsiteX1" fmla="*/ 886634 w 973328"/>
                  <a:gd name="connsiteY1" fmla="*/ 266434 h 290043"/>
                  <a:gd name="connsiteX2" fmla="*/ 973330 w 973328"/>
                  <a:gd name="connsiteY2" fmla="*/ 290044 h 290043"/>
                  <a:gd name="connsiteX3" fmla="*/ 955369 w 973328"/>
                  <a:gd name="connsiteY3" fmla="*/ 1713 h 290043"/>
                  <a:gd name="connsiteX4" fmla="*/ 1 w 973328"/>
                  <a:gd name="connsiteY4" fmla="*/ 0 h 290043"/>
                  <a:gd name="connsiteX5" fmla="*/ 10156 w 973328"/>
                  <a:gd name="connsiteY5" fmla="*/ 22594 h 290043"/>
                  <a:gd name="connsiteX6" fmla="*/ 567713 w 973328"/>
                  <a:gd name="connsiteY6" fmla="*/ 195542 h 2900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3328" h="290043">
                    <a:moveTo>
                      <a:pt x="567713" y="195542"/>
                    </a:moveTo>
                    <a:cubicBezTo>
                      <a:pt x="596907" y="201000"/>
                      <a:pt x="721366" y="223150"/>
                      <a:pt x="886634" y="266434"/>
                    </a:cubicBezTo>
                    <a:cubicBezTo>
                      <a:pt x="923318" y="276018"/>
                      <a:pt x="953338" y="284395"/>
                      <a:pt x="973330" y="290044"/>
                    </a:cubicBezTo>
                    <a:cubicBezTo>
                      <a:pt x="967300" y="193955"/>
                      <a:pt x="961335" y="97847"/>
                      <a:pt x="955369" y="1713"/>
                    </a:cubicBezTo>
                    <a:lnTo>
                      <a:pt x="1" y="0"/>
                    </a:lnTo>
                    <a:cubicBezTo>
                      <a:pt x="1" y="0"/>
                      <a:pt x="3555" y="7997"/>
                      <a:pt x="10156" y="22594"/>
                    </a:cubicBezTo>
                    <a:cubicBezTo>
                      <a:pt x="297471" y="132201"/>
                      <a:pt x="465086" y="176502"/>
                      <a:pt x="567713" y="195542"/>
                    </a:cubicBezTo>
                    <a:close/>
                  </a:path>
                </a:pathLst>
              </a:custGeom>
              <a:solidFill>
                <a:srgbClr val="42466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2" name=""/>
              <p:cNvSpPr/>
              <p:nvPr/>
            </p:nvSpPr>
            <p:spPr>
              <a:xfrm>
                <a:off x="9211831" y="3218950"/>
                <a:ext cx="900068" cy="1481926"/>
              </a:xfrm>
              <a:custGeom>
                <a:avLst/>
                <a:gdLst>
                  <a:gd name="connsiteX0" fmla="*/ 640928 w 899998"/>
                  <a:gd name="connsiteY0" fmla="*/ 51888 h 1479001"/>
                  <a:gd name="connsiteX1" fmla="*/ 635851 w 899998"/>
                  <a:gd name="connsiteY1" fmla="*/ 45541 h 1479001"/>
                  <a:gd name="connsiteX2" fmla="*/ 594216 w 899998"/>
                  <a:gd name="connsiteY2" fmla="*/ 23328 h 1479001"/>
                  <a:gd name="connsiteX3" fmla="*/ 18444 w 899998"/>
                  <a:gd name="connsiteY3" fmla="*/ 625121 h 1479001"/>
                  <a:gd name="connsiteX4" fmla="*/ 115612 w 899998"/>
                  <a:gd name="connsiteY4" fmla="*/ 985106 h 1479001"/>
                  <a:gd name="connsiteX5" fmla="*/ 69725 w 899998"/>
                  <a:gd name="connsiteY5" fmla="*/ 1321481 h 1479001"/>
                  <a:gd name="connsiteX6" fmla="*/ 63378 w 899998"/>
                  <a:gd name="connsiteY6" fmla="*/ 1416681 h 1479001"/>
                  <a:gd name="connsiteX7" fmla="*/ 119991 w 899998"/>
                  <a:gd name="connsiteY7" fmla="*/ 1442068 h 1479001"/>
                  <a:gd name="connsiteX8" fmla="*/ 900000 w 899998"/>
                  <a:gd name="connsiteY8" fmla="*/ 1455904 h 1479001"/>
                  <a:gd name="connsiteX9" fmla="*/ 656223 w 899998"/>
                  <a:gd name="connsiteY9" fmla="*/ 106596 h 1479001"/>
                  <a:gd name="connsiteX10" fmla="*/ 640928 w 899998"/>
                  <a:gd name="connsiteY10" fmla="*/ 51888 h 1479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99998" h="1479001">
                    <a:moveTo>
                      <a:pt x="640928" y="51888"/>
                    </a:moveTo>
                    <a:cubicBezTo>
                      <a:pt x="639405" y="49635"/>
                      <a:pt x="637691" y="47508"/>
                      <a:pt x="635851" y="45541"/>
                    </a:cubicBezTo>
                    <a:cubicBezTo>
                      <a:pt x="624997" y="33863"/>
                      <a:pt x="609448" y="28024"/>
                      <a:pt x="594216" y="23328"/>
                    </a:cubicBezTo>
                    <a:cubicBezTo>
                      <a:pt x="205037" y="-96752"/>
                      <a:pt x="-76185" y="268310"/>
                      <a:pt x="18444" y="625121"/>
                    </a:cubicBezTo>
                    <a:cubicBezTo>
                      <a:pt x="50178" y="745708"/>
                      <a:pt x="100190" y="861599"/>
                      <a:pt x="115612" y="985106"/>
                    </a:cubicBezTo>
                    <a:cubicBezTo>
                      <a:pt x="129765" y="1099315"/>
                      <a:pt x="113962" y="1215230"/>
                      <a:pt x="69725" y="1321481"/>
                    </a:cubicBezTo>
                    <a:cubicBezTo>
                      <a:pt x="57032" y="1352453"/>
                      <a:pt x="42244" y="1390469"/>
                      <a:pt x="63378" y="1416681"/>
                    </a:cubicBezTo>
                    <a:cubicBezTo>
                      <a:pt x="76453" y="1433246"/>
                      <a:pt x="99174" y="1438196"/>
                      <a:pt x="119991" y="1442068"/>
                    </a:cubicBezTo>
                    <a:cubicBezTo>
                      <a:pt x="377794" y="1486133"/>
                      <a:pt x="640801" y="1490798"/>
                      <a:pt x="900000" y="1455904"/>
                    </a:cubicBezTo>
                    <a:cubicBezTo>
                      <a:pt x="786267" y="1012606"/>
                      <a:pt x="704839" y="561661"/>
                      <a:pt x="656223" y="106596"/>
                    </a:cubicBezTo>
                    <a:cubicBezTo>
                      <a:pt x="653875" y="87683"/>
                      <a:pt x="651400" y="67310"/>
                      <a:pt x="640928" y="51888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3" name=""/>
              <p:cNvSpPr/>
              <p:nvPr/>
            </p:nvSpPr>
            <p:spPr>
              <a:xfrm>
                <a:off x="9532656" y="3215678"/>
                <a:ext cx="786733" cy="1485540"/>
              </a:xfrm>
              <a:custGeom>
                <a:avLst/>
                <a:gdLst>
                  <a:gd name="connsiteX0" fmla="*/ 412663 w 786672"/>
                  <a:gd name="connsiteY0" fmla="*/ 0 h 1482608"/>
                  <a:gd name="connsiteX1" fmla="*/ 329141 w 786672"/>
                  <a:gd name="connsiteY1" fmla="*/ 35478 h 1482608"/>
                  <a:gd name="connsiteX2" fmla="*/ 179105 w 786672"/>
                  <a:gd name="connsiteY2" fmla="*/ 736788 h 1482608"/>
                  <a:gd name="connsiteX3" fmla="*/ 116970 w 786672"/>
                  <a:gd name="connsiteY3" fmla="*/ 1274099 h 1482608"/>
                  <a:gd name="connsiteX4" fmla="*/ 1 w 786672"/>
                  <a:gd name="connsiteY4" fmla="*/ 1470846 h 1482608"/>
                  <a:gd name="connsiteX5" fmla="*/ 334726 w 786672"/>
                  <a:gd name="connsiteY5" fmla="*/ 1466848 h 1482608"/>
                  <a:gd name="connsiteX6" fmla="*/ 565935 w 786672"/>
                  <a:gd name="connsiteY6" fmla="*/ 1424071 h 1482608"/>
                  <a:gd name="connsiteX7" fmla="*/ 786674 w 786672"/>
                  <a:gd name="connsiteY7" fmla="*/ 1434607 h 1482608"/>
                  <a:gd name="connsiteX8" fmla="*/ 412663 w 786672"/>
                  <a:gd name="connsiteY8" fmla="*/ 0 h 1482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672" h="1482608">
                    <a:moveTo>
                      <a:pt x="412663" y="0"/>
                    </a:moveTo>
                    <a:lnTo>
                      <a:pt x="329141" y="35478"/>
                    </a:lnTo>
                    <a:cubicBezTo>
                      <a:pt x="199795" y="332186"/>
                      <a:pt x="175297" y="569489"/>
                      <a:pt x="179105" y="736788"/>
                    </a:cubicBezTo>
                    <a:cubicBezTo>
                      <a:pt x="182278" y="877557"/>
                      <a:pt x="207601" y="1061612"/>
                      <a:pt x="116970" y="1274099"/>
                    </a:cubicBezTo>
                    <a:cubicBezTo>
                      <a:pt x="86887" y="1344572"/>
                      <a:pt x="47538" y="1410737"/>
                      <a:pt x="1" y="1470846"/>
                    </a:cubicBezTo>
                    <a:cubicBezTo>
                      <a:pt x="145277" y="1491854"/>
                      <a:pt x="257804" y="1481065"/>
                      <a:pt x="334726" y="1466848"/>
                    </a:cubicBezTo>
                    <a:cubicBezTo>
                      <a:pt x="415012" y="1452060"/>
                      <a:pt x="467181" y="1431497"/>
                      <a:pt x="565935" y="1424071"/>
                    </a:cubicBezTo>
                    <a:cubicBezTo>
                      <a:pt x="639684" y="1418543"/>
                      <a:pt x="713814" y="1422078"/>
                      <a:pt x="786674" y="1434607"/>
                    </a:cubicBezTo>
                    <a:cubicBezTo>
                      <a:pt x="737804" y="1241731"/>
                      <a:pt x="412663" y="0"/>
                      <a:pt x="412663" y="0"/>
                    </a:cubicBezTo>
                    <a:close/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4" name=""/>
              <p:cNvSpPr/>
              <p:nvPr/>
            </p:nvSpPr>
            <p:spPr>
              <a:xfrm>
                <a:off x="9720013" y="3276981"/>
                <a:ext cx="647543" cy="1604143"/>
              </a:xfrm>
              <a:custGeom>
                <a:avLst/>
                <a:gdLst>
                  <a:gd name="connsiteX0" fmla="*/ 633603 w 647492"/>
                  <a:gd name="connsiteY0" fmla="*/ 681317 h 1600977"/>
                  <a:gd name="connsiteX1" fmla="*/ 606059 w 647492"/>
                  <a:gd name="connsiteY1" fmla="*/ 504054 h 1600977"/>
                  <a:gd name="connsiteX2" fmla="*/ 491120 w 647492"/>
                  <a:gd name="connsiteY2" fmla="*/ 290108 h 1600977"/>
                  <a:gd name="connsiteX3" fmla="*/ 314047 w 647492"/>
                  <a:gd name="connsiteY3" fmla="*/ 31162 h 1600977"/>
                  <a:gd name="connsiteX4" fmla="*/ 220941 w 647492"/>
                  <a:gd name="connsiteY4" fmla="*/ 0 h 1600977"/>
                  <a:gd name="connsiteX5" fmla="*/ 39806 w 647492"/>
                  <a:gd name="connsiteY5" fmla="*/ 165395 h 1600977"/>
                  <a:gd name="connsiteX6" fmla="*/ 393 w 647492"/>
                  <a:gd name="connsiteY6" fmla="*/ 614296 h 1600977"/>
                  <a:gd name="connsiteX7" fmla="*/ 58593 w 647492"/>
                  <a:gd name="connsiteY7" fmla="*/ 1356860 h 1600977"/>
                  <a:gd name="connsiteX8" fmla="*/ 70778 w 647492"/>
                  <a:gd name="connsiteY8" fmla="*/ 1442096 h 1600977"/>
                  <a:gd name="connsiteX9" fmla="*/ 155571 w 647492"/>
                  <a:gd name="connsiteY9" fmla="*/ 1501310 h 1600977"/>
                  <a:gd name="connsiteX10" fmla="*/ 546019 w 647492"/>
                  <a:gd name="connsiteY10" fmla="*/ 1599240 h 1600977"/>
                  <a:gd name="connsiteX11" fmla="*/ 602187 w 647492"/>
                  <a:gd name="connsiteY11" fmla="*/ 1592068 h 1600977"/>
                  <a:gd name="connsiteX12" fmla="*/ 627066 w 647492"/>
                  <a:gd name="connsiteY12" fmla="*/ 1529553 h 1600977"/>
                  <a:gd name="connsiteX13" fmla="*/ 632334 w 647492"/>
                  <a:gd name="connsiteY13" fmla="*/ 1464881 h 1600977"/>
                  <a:gd name="connsiteX14" fmla="*/ 633603 w 647492"/>
                  <a:gd name="connsiteY14" fmla="*/ 681317 h 1600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47492" h="1600977">
                    <a:moveTo>
                      <a:pt x="633603" y="681317"/>
                    </a:moveTo>
                    <a:cubicBezTo>
                      <a:pt x="629224" y="621532"/>
                      <a:pt x="623766" y="561302"/>
                      <a:pt x="606059" y="504054"/>
                    </a:cubicBezTo>
                    <a:cubicBezTo>
                      <a:pt x="582005" y="426434"/>
                      <a:pt x="536245" y="357509"/>
                      <a:pt x="491120" y="290108"/>
                    </a:cubicBezTo>
                    <a:cubicBezTo>
                      <a:pt x="432730" y="203367"/>
                      <a:pt x="373706" y="117052"/>
                      <a:pt x="314047" y="31162"/>
                    </a:cubicBezTo>
                    <a:cubicBezTo>
                      <a:pt x="287010" y="11291"/>
                      <a:pt x="254452" y="394"/>
                      <a:pt x="220941" y="0"/>
                    </a:cubicBezTo>
                    <a:cubicBezTo>
                      <a:pt x="143956" y="889"/>
                      <a:pt x="69509" y="66704"/>
                      <a:pt x="39806" y="165395"/>
                    </a:cubicBezTo>
                    <a:cubicBezTo>
                      <a:pt x="16070" y="313914"/>
                      <a:pt x="2932" y="463918"/>
                      <a:pt x="393" y="614296"/>
                    </a:cubicBezTo>
                    <a:cubicBezTo>
                      <a:pt x="-6397" y="1039525"/>
                      <a:pt x="77506" y="1225356"/>
                      <a:pt x="58593" y="1356860"/>
                    </a:cubicBezTo>
                    <a:cubicBezTo>
                      <a:pt x="56879" y="1368538"/>
                      <a:pt x="51040" y="1406681"/>
                      <a:pt x="70778" y="1442096"/>
                    </a:cubicBezTo>
                    <a:cubicBezTo>
                      <a:pt x="87851" y="1472877"/>
                      <a:pt x="122694" y="1488617"/>
                      <a:pt x="155571" y="1501310"/>
                    </a:cubicBezTo>
                    <a:cubicBezTo>
                      <a:pt x="281298" y="1549634"/>
                      <a:pt x="412358" y="1582523"/>
                      <a:pt x="546019" y="1599240"/>
                    </a:cubicBezTo>
                    <a:cubicBezTo>
                      <a:pt x="565059" y="1601652"/>
                      <a:pt x="586384" y="1603238"/>
                      <a:pt x="602187" y="1592068"/>
                    </a:cubicBezTo>
                    <a:cubicBezTo>
                      <a:pt x="621227" y="1578740"/>
                      <a:pt x="625035" y="1552655"/>
                      <a:pt x="627066" y="1529553"/>
                    </a:cubicBezTo>
                    <a:cubicBezTo>
                      <a:pt x="628970" y="1507974"/>
                      <a:pt x="630748" y="1486415"/>
                      <a:pt x="632334" y="1464881"/>
                    </a:cubicBezTo>
                    <a:cubicBezTo>
                      <a:pt x="652136" y="1204082"/>
                      <a:pt x="652516" y="942180"/>
                      <a:pt x="633603" y="681317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5" name=""/>
              <p:cNvSpPr/>
              <p:nvPr/>
            </p:nvSpPr>
            <p:spPr>
              <a:xfrm>
                <a:off x="9532656" y="3955450"/>
                <a:ext cx="976832" cy="742060"/>
              </a:xfrm>
              <a:custGeom>
                <a:avLst/>
                <a:gdLst>
                  <a:gd name="connsiteX0" fmla="*/ 892410 w 976756"/>
                  <a:gd name="connsiteY0" fmla="*/ 734566 h 740595"/>
                  <a:gd name="connsiteX1" fmla="*/ 951371 w 976756"/>
                  <a:gd name="connsiteY1" fmla="*/ 668370 h 740595"/>
                  <a:gd name="connsiteX2" fmla="*/ 976758 w 976756"/>
                  <a:gd name="connsiteY2" fmla="*/ 621151 h 740595"/>
                  <a:gd name="connsiteX3" fmla="*/ 98819 w 976756"/>
                  <a:gd name="connsiteY3" fmla="*/ 16565 h 740595"/>
                  <a:gd name="connsiteX4" fmla="*/ 1 w 976756"/>
                  <a:gd name="connsiteY4" fmla="*/ 0 h 740595"/>
                  <a:gd name="connsiteX5" fmla="*/ 887396 w 976756"/>
                  <a:gd name="connsiteY5" fmla="*/ 740596 h 740595"/>
                  <a:gd name="connsiteX6" fmla="*/ 892410 w 976756"/>
                  <a:gd name="connsiteY6" fmla="*/ 734566 h 740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76756" h="740595">
                    <a:moveTo>
                      <a:pt x="892410" y="734566"/>
                    </a:moveTo>
                    <a:cubicBezTo>
                      <a:pt x="913100" y="713369"/>
                      <a:pt x="932521" y="691092"/>
                      <a:pt x="951371" y="668370"/>
                    </a:cubicBezTo>
                    <a:cubicBezTo>
                      <a:pt x="959748" y="652567"/>
                      <a:pt x="968063" y="636637"/>
                      <a:pt x="976758" y="621151"/>
                    </a:cubicBezTo>
                    <a:lnTo>
                      <a:pt x="98819" y="16565"/>
                    </a:lnTo>
                    <a:lnTo>
                      <a:pt x="1" y="0"/>
                    </a:lnTo>
                    <a:cubicBezTo>
                      <a:pt x="1" y="0"/>
                      <a:pt x="525254" y="593099"/>
                      <a:pt x="887396" y="740596"/>
                    </a:cubicBezTo>
                    <a:cubicBezTo>
                      <a:pt x="888982" y="738375"/>
                      <a:pt x="890760" y="736217"/>
                      <a:pt x="892410" y="73456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6" name=""/>
              <p:cNvSpPr/>
              <p:nvPr/>
            </p:nvSpPr>
            <p:spPr>
              <a:xfrm>
                <a:off x="9894953" y="3079209"/>
                <a:ext cx="47320" cy="66645"/>
              </a:xfrm>
              <a:custGeom>
                <a:avLst/>
                <a:gdLst>
                  <a:gd name="connsiteX0" fmla="*/ 1 w 47316"/>
                  <a:gd name="connsiteY0" fmla="*/ 0 h 66513"/>
                  <a:gd name="connsiteX1" fmla="*/ 43984 w 47316"/>
                  <a:gd name="connsiteY1" fmla="*/ 66513 h 66513"/>
                  <a:gd name="connsiteX2" fmla="*/ 47285 w 47316"/>
                  <a:gd name="connsiteY2" fmla="*/ 55089 h 66513"/>
                  <a:gd name="connsiteX3" fmla="*/ 1 w 47316"/>
                  <a:gd name="connsiteY3" fmla="*/ 0 h 665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7316" h="66513">
                    <a:moveTo>
                      <a:pt x="1" y="0"/>
                    </a:moveTo>
                    <a:lnTo>
                      <a:pt x="43984" y="66513"/>
                    </a:lnTo>
                    <a:cubicBezTo>
                      <a:pt x="45951" y="63023"/>
                      <a:pt x="47094" y="59107"/>
                      <a:pt x="47285" y="55089"/>
                    </a:cubicBezTo>
                    <a:cubicBezTo>
                      <a:pt x="48363" y="33066"/>
                      <a:pt x="23040" y="13582"/>
                      <a:pt x="1" y="0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7" name=""/>
              <p:cNvSpPr/>
              <p:nvPr/>
            </p:nvSpPr>
            <p:spPr>
              <a:xfrm>
                <a:off x="9731577" y="3155584"/>
                <a:ext cx="283928" cy="415449"/>
              </a:xfrm>
              <a:custGeom>
                <a:avLst/>
                <a:gdLst>
                  <a:gd name="connsiteX0" fmla="*/ 199986 w 283906"/>
                  <a:gd name="connsiteY0" fmla="*/ 4062 h 414629"/>
                  <a:gd name="connsiteX1" fmla="*/ 186848 w 283906"/>
                  <a:gd name="connsiteY1" fmla="*/ 0 h 414629"/>
                  <a:gd name="connsiteX2" fmla="*/ 56296 w 283906"/>
                  <a:gd name="connsiteY2" fmla="*/ 222134 h 414629"/>
                  <a:gd name="connsiteX3" fmla="*/ 1 w 283906"/>
                  <a:gd name="connsiteY3" fmla="*/ 414629 h 414629"/>
                  <a:gd name="connsiteX4" fmla="*/ 185896 w 283906"/>
                  <a:gd name="connsiteY4" fmla="*/ 199730 h 414629"/>
                  <a:gd name="connsiteX5" fmla="*/ 270561 w 283906"/>
                  <a:gd name="connsiteY5" fmla="*/ 128394 h 414629"/>
                  <a:gd name="connsiteX6" fmla="*/ 272719 w 283906"/>
                  <a:gd name="connsiteY6" fmla="*/ 125220 h 414629"/>
                  <a:gd name="connsiteX7" fmla="*/ 275067 w 283906"/>
                  <a:gd name="connsiteY7" fmla="*/ 122111 h 414629"/>
                  <a:gd name="connsiteX8" fmla="*/ 283318 w 283906"/>
                  <a:gd name="connsiteY8" fmla="*/ 105355 h 414629"/>
                  <a:gd name="connsiteX9" fmla="*/ 199986 w 283906"/>
                  <a:gd name="connsiteY9" fmla="*/ 4062 h 4146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283906" h="414629">
                    <a:moveTo>
                      <a:pt x="199986" y="4062"/>
                    </a:moveTo>
                    <a:cubicBezTo>
                      <a:pt x="196114" y="1422"/>
                      <a:pt x="191545" y="6"/>
                      <a:pt x="186848" y="0"/>
                    </a:cubicBezTo>
                    <a:cubicBezTo>
                      <a:pt x="136075" y="6347"/>
                      <a:pt x="72608" y="181198"/>
                      <a:pt x="56296" y="222134"/>
                    </a:cubicBezTo>
                    <a:cubicBezTo>
                      <a:pt x="31291" y="284300"/>
                      <a:pt x="12440" y="348776"/>
                      <a:pt x="1" y="414629"/>
                    </a:cubicBezTo>
                    <a:lnTo>
                      <a:pt x="185896" y="199730"/>
                    </a:lnTo>
                    <a:cubicBezTo>
                      <a:pt x="246190" y="149972"/>
                      <a:pt x="269292" y="130361"/>
                      <a:pt x="270561" y="128394"/>
                    </a:cubicBezTo>
                    <a:cubicBezTo>
                      <a:pt x="271195" y="127277"/>
                      <a:pt x="271893" y="126217"/>
                      <a:pt x="272719" y="125220"/>
                    </a:cubicBezTo>
                    <a:cubicBezTo>
                      <a:pt x="273480" y="124205"/>
                      <a:pt x="274305" y="123189"/>
                      <a:pt x="275067" y="122111"/>
                    </a:cubicBezTo>
                    <a:cubicBezTo>
                      <a:pt x="277606" y="116398"/>
                      <a:pt x="280462" y="110940"/>
                      <a:pt x="283318" y="105355"/>
                    </a:cubicBezTo>
                    <a:cubicBezTo>
                      <a:pt x="290426" y="91456"/>
                      <a:pt x="231592" y="21769"/>
                      <a:pt x="199986" y="40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8" name=""/>
              <p:cNvSpPr/>
              <p:nvPr/>
            </p:nvSpPr>
            <p:spPr>
              <a:xfrm>
                <a:off x="9613742" y="3301265"/>
                <a:ext cx="495959" cy="394865"/>
              </a:xfrm>
              <a:custGeom>
                <a:avLst/>
                <a:gdLst>
                  <a:gd name="connsiteX0" fmla="*/ 381532 w 495920"/>
                  <a:gd name="connsiteY0" fmla="*/ 8196 h 394086"/>
                  <a:gd name="connsiteX1" fmla="*/ 346371 w 495920"/>
                  <a:gd name="connsiteY1" fmla="*/ 37264 h 394086"/>
                  <a:gd name="connsiteX2" fmla="*/ 121761 w 495920"/>
                  <a:gd name="connsiteY2" fmla="*/ 257748 h 394086"/>
                  <a:gd name="connsiteX3" fmla="*/ 9362 w 495920"/>
                  <a:gd name="connsiteY3" fmla="*/ 368053 h 394086"/>
                  <a:gd name="connsiteX4" fmla="*/ 77144 w 495920"/>
                  <a:gd name="connsiteY4" fmla="*/ 355360 h 394086"/>
                  <a:gd name="connsiteX5" fmla="*/ 482507 w 495920"/>
                  <a:gd name="connsiteY5" fmla="*/ 78835 h 394086"/>
                  <a:gd name="connsiteX6" fmla="*/ 495201 w 495920"/>
                  <a:gd name="connsiteY6" fmla="*/ 65189 h 394086"/>
                  <a:gd name="connsiteX7" fmla="*/ 485173 w 495920"/>
                  <a:gd name="connsiteY7" fmla="*/ 39803 h 394086"/>
                  <a:gd name="connsiteX8" fmla="*/ 402666 w 495920"/>
                  <a:gd name="connsiteY8" fmla="*/ 897 h 394086"/>
                  <a:gd name="connsiteX9" fmla="*/ 381532 w 495920"/>
                  <a:gd name="connsiteY9" fmla="*/ 8196 h 3940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95920" h="394086">
                    <a:moveTo>
                      <a:pt x="381532" y="8196"/>
                    </a:moveTo>
                    <a:cubicBezTo>
                      <a:pt x="368648" y="16358"/>
                      <a:pt x="356843" y="26125"/>
                      <a:pt x="346371" y="37264"/>
                    </a:cubicBezTo>
                    <a:lnTo>
                      <a:pt x="121761" y="257748"/>
                    </a:lnTo>
                    <a:cubicBezTo>
                      <a:pt x="87489" y="291385"/>
                      <a:pt x="34876" y="327562"/>
                      <a:pt x="9362" y="368053"/>
                    </a:cubicBezTo>
                    <a:cubicBezTo>
                      <a:pt x="-27259" y="426189"/>
                      <a:pt x="53789" y="371037"/>
                      <a:pt x="77144" y="355360"/>
                    </a:cubicBezTo>
                    <a:lnTo>
                      <a:pt x="482507" y="78835"/>
                    </a:lnTo>
                    <a:cubicBezTo>
                      <a:pt x="488092" y="75788"/>
                      <a:pt x="492599" y="70997"/>
                      <a:pt x="495201" y="65189"/>
                    </a:cubicBezTo>
                    <a:cubicBezTo>
                      <a:pt x="498121" y="56050"/>
                      <a:pt x="491647" y="46720"/>
                      <a:pt x="485173" y="39803"/>
                    </a:cubicBezTo>
                    <a:cubicBezTo>
                      <a:pt x="463785" y="16193"/>
                      <a:pt x="433892" y="-4624"/>
                      <a:pt x="402666" y="897"/>
                    </a:cubicBezTo>
                    <a:cubicBezTo>
                      <a:pt x="395240" y="2147"/>
                      <a:pt x="388132" y="4610"/>
                      <a:pt x="381532" y="8196"/>
                    </a:cubicBezTo>
                    <a:close/>
                  </a:path>
                </a:pathLst>
              </a:custGeom>
              <a:solidFill>
                <a:srgbClr val="2F34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39" name=""/>
              <p:cNvSpPr/>
              <p:nvPr/>
            </p:nvSpPr>
            <p:spPr>
              <a:xfrm>
                <a:off x="8911584" y="3687725"/>
                <a:ext cx="272820" cy="393723"/>
              </a:xfrm>
              <a:custGeom>
                <a:avLst/>
                <a:gdLst>
                  <a:gd name="connsiteX0" fmla="*/ 1 w 272799"/>
                  <a:gd name="connsiteY0" fmla="*/ 189322 h 392946"/>
                  <a:gd name="connsiteX1" fmla="*/ 48489 w 272799"/>
                  <a:gd name="connsiteY1" fmla="*/ 23229 h 392946"/>
                  <a:gd name="connsiteX2" fmla="*/ 210457 w 272799"/>
                  <a:gd name="connsiteY2" fmla="*/ 0 h 392946"/>
                  <a:gd name="connsiteX3" fmla="*/ 225753 w 272799"/>
                  <a:gd name="connsiteY3" fmla="*/ 106815 h 392946"/>
                  <a:gd name="connsiteX4" fmla="*/ 272528 w 272799"/>
                  <a:gd name="connsiteY4" fmla="*/ 255011 h 392946"/>
                  <a:gd name="connsiteX5" fmla="*/ 65181 w 272799"/>
                  <a:gd name="connsiteY5" fmla="*/ 391591 h 392946"/>
                  <a:gd name="connsiteX6" fmla="*/ 1 w 272799"/>
                  <a:gd name="connsiteY6" fmla="*/ 189322 h 392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72799" h="392946">
                    <a:moveTo>
                      <a:pt x="1" y="189322"/>
                    </a:moveTo>
                    <a:cubicBezTo>
                      <a:pt x="1" y="189322"/>
                      <a:pt x="12695" y="27799"/>
                      <a:pt x="48489" y="23229"/>
                    </a:cubicBezTo>
                    <a:cubicBezTo>
                      <a:pt x="84285" y="18660"/>
                      <a:pt x="152956" y="254"/>
                      <a:pt x="210457" y="0"/>
                    </a:cubicBezTo>
                    <a:cubicBezTo>
                      <a:pt x="267958" y="-254"/>
                      <a:pt x="225753" y="106815"/>
                      <a:pt x="225753" y="106815"/>
                    </a:cubicBezTo>
                    <a:cubicBezTo>
                      <a:pt x="225753" y="106815"/>
                      <a:pt x="276970" y="216740"/>
                      <a:pt x="272528" y="255011"/>
                    </a:cubicBezTo>
                    <a:cubicBezTo>
                      <a:pt x="268086" y="293281"/>
                      <a:pt x="94820" y="406570"/>
                      <a:pt x="65181" y="391591"/>
                    </a:cubicBezTo>
                    <a:cubicBezTo>
                      <a:pt x="35543" y="376613"/>
                      <a:pt x="1" y="189322"/>
                      <a:pt x="1" y="189322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0" name=""/>
              <p:cNvSpPr/>
              <p:nvPr/>
            </p:nvSpPr>
            <p:spPr>
              <a:xfrm>
                <a:off x="9387055" y="3631128"/>
                <a:ext cx="526749" cy="537800"/>
              </a:xfrm>
              <a:custGeom>
                <a:avLst/>
                <a:gdLst>
                  <a:gd name="connsiteX0" fmla="*/ 446424 w 526708"/>
                  <a:gd name="connsiteY0" fmla="*/ 241872 h 536739"/>
                  <a:gd name="connsiteX1" fmla="*/ 349637 w 526708"/>
                  <a:gd name="connsiteY1" fmla="*/ 195478 h 536739"/>
                  <a:gd name="connsiteX2" fmla="*/ 274365 w 526708"/>
                  <a:gd name="connsiteY2" fmla="*/ 0 h 536739"/>
                  <a:gd name="connsiteX3" fmla="*/ 176816 w 526708"/>
                  <a:gd name="connsiteY3" fmla="*/ 63467 h 536739"/>
                  <a:gd name="connsiteX4" fmla="*/ 39411 w 526708"/>
                  <a:gd name="connsiteY4" fmla="*/ 19548 h 536739"/>
                  <a:gd name="connsiteX5" fmla="*/ 32620 w 526708"/>
                  <a:gd name="connsiteY5" fmla="*/ 144324 h 536739"/>
                  <a:gd name="connsiteX6" fmla="*/ 1267 w 526708"/>
                  <a:gd name="connsiteY6" fmla="*/ 278874 h 536739"/>
                  <a:gd name="connsiteX7" fmla="*/ 171866 w 526708"/>
                  <a:gd name="connsiteY7" fmla="*/ 402381 h 536739"/>
                  <a:gd name="connsiteX8" fmla="*/ 282616 w 526708"/>
                  <a:gd name="connsiteY8" fmla="*/ 412916 h 536739"/>
                  <a:gd name="connsiteX9" fmla="*/ 526710 w 526708"/>
                  <a:gd name="connsiteY9" fmla="*/ 536740 h 536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526708" h="536739">
                    <a:moveTo>
                      <a:pt x="446424" y="241872"/>
                    </a:moveTo>
                    <a:lnTo>
                      <a:pt x="349637" y="195478"/>
                    </a:lnTo>
                    <a:lnTo>
                      <a:pt x="274365" y="0"/>
                    </a:lnTo>
                    <a:lnTo>
                      <a:pt x="176816" y="63467"/>
                    </a:lnTo>
                    <a:cubicBezTo>
                      <a:pt x="176816" y="63467"/>
                      <a:pt x="49438" y="-15486"/>
                      <a:pt x="39411" y="19548"/>
                    </a:cubicBezTo>
                    <a:cubicBezTo>
                      <a:pt x="29383" y="54581"/>
                      <a:pt x="32620" y="144324"/>
                      <a:pt x="32620" y="144324"/>
                    </a:cubicBezTo>
                    <a:cubicBezTo>
                      <a:pt x="32620" y="144324"/>
                      <a:pt x="-7555" y="224165"/>
                      <a:pt x="1267" y="278874"/>
                    </a:cubicBezTo>
                    <a:cubicBezTo>
                      <a:pt x="10089" y="333582"/>
                      <a:pt x="171866" y="402381"/>
                      <a:pt x="171866" y="402381"/>
                    </a:cubicBezTo>
                    <a:cubicBezTo>
                      <a:pt x="171866" y="402381"/>
                      <a:pt x="260720" y="393178"/>
                      <a:pt x="282616" y="412916"/>
                    </a:cubicBezTo>
                    <a:cubicBezTo>
                      <a:pt x="304512" y="432654"/>
                      <a:pt x="526710" y="536740"/>
                      <a:pt x="526710" y="536740"/>
                    </a:cubicBez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1" name=""/>
              <p:cNvSpPr/>
              <p:nvPr/>
            </p:nvSpPr>
            <p:spPr>
              <a:xfrm>
                <a:off x="9824118" y="3670937"/>
                <a:ext cx="551317" cy="457865"/>
              </a:xfrm>
              <a:custGeom>
                <a:avLst/>
                <a:gdLst>
                  <a:gd name="connsiteX0" fmla="*/ 551276 w 551274"/>
                  <a:gd name="connsiteY0" fmla="*/ 456962 h 456961"/>
                  <a:gd name="connsiteX1" fmla="*/ 173266 w 551274"/>
                  <a:gd name="connsiteY1" fmla="*/ 0 h 456961"/>
                  <a:gd name="connsiteX2" fmla="*/ 378011 w 551274"/>
                  <a:gd name="connsiteY2" fmla="*/ 338660 h 456961"/>
                  <a:gd name="connsiteX3" fmla="*/ 441034 w 551274"/>
                  <a:gd name="connsiteY3" fmla="*/ 362269 h 456961"/>
                  <a:gd name="connsiteX4" fmla="*/ 94504 w 551274"/>
                  <a:gd name="connsiteY4" fmla="*/ 181135 h 456961"/>
                  <a:gd name="connsiteX5" fmla="*/ 1 w 551274"/>
                  <a:gd name="connsiteY5" fmla="*/ 181135 h 456961"/>
                  <a:gd name="connsiteX6" fmla="*/ 15742 w 551274"/>
                  <a:gd name="connsiteY6" fmla="*/ 196875 h 456961"/>
                  <a:gd name="connsiteX7" fmla="*/ 39351 w 551274"/>
                  <a:gd name="connsiteY7" fmla="*/ 189004 h 456961"/>
                  <a:gd name="connsiteX8" fmla="*/ 448904 w 551274"/>
                  <a:gd name="connsiteY8" fmla="*/ 433162 h 4569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51274" h="456961">
                    <a:moveTo>
                      <a:pt x="551276" y="456962"/>
                    </a:moveTo>
                    <a:cubicBezTo>
                      <a:pt x="425293" y="304641"/>
                      <a:pt x="299248" y="152321"/>
                      <a:pt x="173266" y="0"/>
                    </a:cubicBezTo>
                    <a:lnTo>
                      <a:pt x="378011" y="338660"/>
                    </a:lnTo>
                    <a:cubicBezTo>
                      <a:pt x="425674" y="362142"/>
                      <a:pt x="439193" y="365252"/>
                      <a:pt x="441034" y="362269"/>
                    </a:cubicBezTo>
                    <a:cubicBezTo>
                      <a:pt x="450300" y="347545"/>
                      <a:pt x="161779" y="181325"/>
                      <a:pt x="94504" y="181135"/>
                    </a:cubicBezTo>
                    <a:lnTo>
                      <a:pt x="1" y="181135"/>
                    </a:lnTo>
                    <a:cubicBezTo>
                      <a:pt x="2731" y="188414"/>
                      <a:pt x="8443" y="194158"/>
                      <a:pt x="15742" y="196875"/>
                    </a:cubicBezTo>
                    <a:cubicBezTo>
                      <a:pt x="26848" y="199730"/>
                      <a:pt x="38019" y="190084"/>
                      <a:pt x="39351" y="189004"/>
                    </a:cubicBezTo>
                    <a:cubicBezTo>
                      <a:pt x="53948" y="177835"/>
                      <a:pt x="156067" y="231654"/>
                      <a:pt x="448904" y="43316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2" name=""/>
              <p:cNvSpPr/>
              <p:nvPr/>
            </p:nvSpPr>
            <p:spPr>
              <a:xfrm>
                <a:off x="9714922" y="3366105"/>
                <a:ext cx="1119350" cy="1269174"/>
              </a:xfrm>
              <a:custGeom>
                <a:avLst/>
                <a:gdLst>
                  <a:gd name="connsiteX0" fmla="*/ 1008388 w 1119263"/>
                  <a:gd name="connsiteY0" fmla="*/ 1241319 h 1266669"/>
                  <a:gd name="connsiteX1" fmla="*/ 1109428 w 1119263"/>
                  <a:gd name="connsiteY1" fmla="*/ 1108039 h 1266669"/>
                  <a:gd name="connsiteX2" fmla="*/ 1062145 w 1119263"/>
                  <a:gd name="connsiteY2" fmla="*/ 847824 h 1266669"/>
                  <a:gd name="connsiteX3" fmla="*/ 621113 w 1119263"/>
                  <a:gd name="connsiteY3" fmla="*/ 91680 h 1266669"/>
                  <a:gd name="connsiteX4" fmla="*/ 487198 w 1119263"/>
                  <a:gd name="connsiteY4" fmla="*/ 5047 h 1266669"/>
                  <a:gd name="connsiteX5" fmla="*/ 354806 w 1119263"/>
                  <a:gd name="connsiteY5" fmla="*/ 16725 h 1266669"/>
                  <a:gd name="connsiteX6" fmla="*/ 216321 w 1119263"/>
                  <a:gd name="connsiteY6" fmla="*/ 202366 h 1266669"/>
                  <a:gd name="connsiteX7" fmla="*/ 245135 w 1119263"/>
                  <a:gd name="connsiteY7" fmla="*/ 263294 h 1266669"/>
                  <a:gd name="connsiteX8" fmla="*/ 663382 w 1119263"/>
                  <a:gd name="connsiteY8" fmla="*/ 736821 h 1266669"/>
                  <a:gd name="connsiteX9" fmla="*/ 225460 w 1119263"/>
                  <a:gd name="connsiteY9" fmla="*/ 506246 h 1266669"/>
                  <a:gd name="connsiteX10" fmla="*/ 138891 w 1119263"/>
                  <a:gd name="connsiteY10" fmla="*/ 491711 h 1266669"/>
                  <a:gd name="connsiteX11" fmla="*/ 9292 w 1119263"/>
                  <a:gd name="connsiteY11" fmla="*/ 678368 h 1266669"/>
                  <a:gd name="connsiteX12" fmla="*/ 13608 w 1119263"/>
                  <a:gd name="connsiteY12" fmla="*/ 807333 h 1266669"/>
                  <a:gd name="connsiteX13" fmla="*/ 61271 w 1119263"/>
                  <a:gd name="connsiteY13" fmla="*/ 856901 h 1266669"/>
                  <a:gd name="connsiteX14" fmla="*/ 779082 w 1119263"/>
                  <a:gd name="connsiteY14" fmla="*/ 1246905 h 1266669"/>
                  <a:gd name="connsiteX15" fmla="*/ 1008388 w 1119263"/>
                  <a:gd name="connsiteY15" fmla="*/ 1241319 h 12666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119263" h="1266669">
                    <a:moveTo>
                      <a:pt x="1008388" y="1241319"/>
                    </a:moveTo>
                    <a:cubicBezTo>
                      <a:pt x="1079979" y="1200003"/>
                      <a:pt x="1104605" y="1123715"/>
                      <a:pt x="1109428" y="1108039"/>
                    </a:cubicBezTo>
                    <a:cubicBezTo>
                      <a:pt x="1139257" y="1008459"/>
                      <a:pt x="1094767" y="916115"/>
                      <a:pt x="1062145" y="847824"/>
                    </a:cubicBezTo>
                    <a:cubicBezTo>
                      <a:pt x="944922" y="602969"/>
                      <a:pt x="798504" y="290267"/>
                      <a:pt x="621113" y="91680"/>
                    </a:cubicBezTo>
                    <a:cubicBezTo>
                      <a:pt x="598456" y="66293"/>
                      <a:pt x="555298" y="20469"/>
                      <a:pt x="487198" y="5047"/>
                    </a:cubicBezTo>
                    <a:cubicBezTo>
                      <a:pt x="442898" y="-4505"/>
                      <a:pt x="396758" y="-437"/>
                      <a:pt x="354806" y="16725"/>
                    </a:cubicBezTo>
                    <a:cubicBezTo>
                      <a:pt x="276995" y="48459"/>
                      <a:pt x="210482" y="128871"/>
                      <a:pt x="216321" y="202366"/>
                    </a:cubicBezTo>
                    <a:cubicBezTo>
                      <a:pt x="217907" y="222040"/>
                      <a:pt x="226666" y="242350"/>
                      <a:pt x="245135" y="263294"/>
                    </a:cubicBezTo>
                    <a:lnTo>
                      <a:pt x="663382" y="736821"/>
                    </a:lnTo>
                    <a:cubicBezTo>
                      <a:pt x="529911" y="638225"/>
                      <a:pt x="382287" y="560478"/>
                      <a:pt x="225460" y="506246"/>
                    </a:cubicBezTo>
                    <a:cubicBezTo>
                      <a:pt x="197535" y="496599"/>
                      <a:pt x="168340" y="487206"/>
                      <a:pt x="138891" y="491711"/>
                    </a:cubicBezTo>
                    <a:cubicBezTo>
                      <a:pt x="58669" y="503135"/>
                      <a:pt x="25667" y="599034"/>
                      <a:pt x="9292" y="678368"/>
                    </a:cubicBezTo>
                    <a:cubicBezTo>
                      <a:pt x="407" y="721462"/>
                      <a:pt x="-7908" y="768935"/>
                      <a:pt x="13608" y="807333"/>
                    </a:cubicBezTo>
                    <a:cubicBezTo>
                      <a:pt x="24905" y="827452"/>
                      <a:pt x="43183" y="842557"/>
                      <a:pt x="61271" y="856901"/>
                    </a:cubicBezTo>
                    <a:cubicBezTo>
                      <a:pt x="271601" y="1023819"/>
                      <a:pt x="435726" y="1162113"/>
                      <a:pt x="779082" y="1246905"/>
                    </a:cubicBezTo>
                    <a:cubicBezTo>
                      <a:pt x="871364" y="1269626"/>
                      <a:pt x="943335" y="1278702"/>
                      <a:pt x="1008388" y="1241319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3" name=""/>
              <p:cNvSpPr/>
              <p:nvPr/>
            </p:nvSpPr>
            <p:spPr>
              <a:xfrm>
                <a:off x="9776464" y="3841151"/>
                <a:ext cx="174141" cy="408245"/>
              </a:xfrm>
              <a:custGeom>
                <a:avLst/>
                <a:gdLst>
                  <a:gd name="connsiteX0" fmla="*/ 152563 w 174127"/>
                  <a:gd name="connsiteY0" fmla="*/ 7004 h 407439"/>
                  <a:gd name="connsiteX1" fmla="*/ 813 w 174127"/>
                  <a:gd name="connsiteY1" fmla="*/ 393327 h 407439"/>
                  <a:gd name="connsiteX2" fmla="*/ 21567 w 174127"/>
                  <a:gd name="connsiteY2" fmla="*/ 400499 h 407439"/>
                  <a:gd name="connsiteX3" fmla="*/ 173316 w 174127"/>
                  <a:gd name="connsiteY3" fmla="*/ 14112 h 407439"/>
                  <a:gd name="connsiteX4" fmla="*/ 152563 w 174127"/>
                  <a:gd name="connsiteY4" fmla="*/ 6941 h 4074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127" h="407439">
                    <a:moveTo>
                      <a:pt x="152563" y="7004"/>
                    </a:moveTo>
                    <a:lnTo>
                      <a:pt x="813" y="393327"/>
                    </a:lnTo>
                    <a:cubicBezTo>
                      <a:pt x="-4327" y="406465"/>
                      <a:pt x="16426" y="413573"/>
                      <a:pt x="21567" y="400499"/>
                    </a:cubicBezTo>
                    <a:lnTo>
                      <a:pt x="173316" y="14112"/>
                    </a:lnTo>
                    <a:cubicBezTo>
                      <a:pt x="178458" y="975"/>
                      <a:pt x="157704" y="-6134"/>
                      <a:pt x="152563" y="6941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4" name=""/>
              <p:cNvSpPr/>
              <p:nvPr/>
            </p:nvSpPr>
            <p:spPr>
              <a:xfrm>
                <a:off x="10260548" y="4031611"/>
                <a:ext cx="195372" cy="93271"/>
              </a:xfrm>
              <a:custGeom>
                <a:avLst/>
                <a:gdLst>
                  <a:gd name="connsiteX0" fmla="*/ 8826 w 195357"/>
                  <a:gd name="connsiteY0" fmla="*/ 19189 h 93087"/>
                  <a:gd name="connsiteX1" fmla="*/ 180187 w 195357"/>
                  <a:gd name="connsiteY1" fmla="*/ 91732 h 93087"/>
                  <a:gd name="connsiteX2" fmla="*/ 186534 w 195357"/>
                  <a:gd name="connsiteY2" fmla="*/ 73898 h 93087"/>
                  <a:gd name="connsiteX3" fmla="*/ 15173 w 195357"/>
                  <a:gd name="connsiteY3" fmla="*/ 1355 h 93087"/>
                  <a:gd name="connsiteX4" fmla="*/ 8826 w 195357"/>
                  <a:gd name="connsiteY4" fmla="*/ 19189 h 930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5357" h="93087">
                    <a:moveTo>
                      <a:pt x="8826" y="19189"/>
                    </a:moveTo>
                    <a:lnTo>
                      <a:pt x="180187" y="91732"/>
                    </a:lnTo>
                    <a:cubicBezTo>
                      <a:pt x="195737" y="98079"/>
                      <a:pt x="201766" y="80435"/>
                      <a:pt x="186534" y="73898"/>
                    </a:cubicBezTo>
                    <a:lnTo>
                      <a:pt x="15173" y="1355"/>
                    </a:lnTo>
                    <a:cubicBezTo>
                      <a:pt x="-376" y="-4991"/>
                      <a:pt x="-6406" y="12652"/>
                      <a:pt x="8826" y="19189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5" name=""/>
              <p:cNvSpPr/>
              <p:nvPr/>
            </p:nvSpPr>
            <p:spPr>
              <a:xfrm>
                <a:off x="11202538" y="6494068"/>
                <a:ext cx="192834" cy="363678"/>
              </a:xfrm>
              <a:custGeom>
                <a:avLst/>
                <a:gdLst>
                  <a:gd name="connsiteX0" fmla="*/ 1 w 192819"/>
                  <a:gd name="connsiteY0" fmla="*/ 143999 h 362960"/>
                  <a:gd name="connsiteX1" fmla="*/ 9585 w 192819"/>
                  <a:gd name="connsiteY1" fmla="*/ 362960 h 362960"/>
                  <a:gd name="connsiteX2" fmla="*/ 189070 w 192819"/>
                  <a:gd name="connsiteY2" fmla="*/ 362960 h 362960"/>
                  <a:gd name="connsiteX3" fmla="*/ 149656 w 192819"/>
                  <a:gd name="connsiteY3" fmla="*/ 10084 h 362960"/>
                  <a:gd name="connsiteX4" fmla="*/ 1 w 192819"/>
                  <a:gd name="connsiteY4" fmla="*/ 143999 h 3629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19" h="362960">
                    <a:moveTo>
                      <a:pt x="1" y="143999"/>
                    </a:moveTo>
                    <a:cubicBezTo>
                      <a:pt x="1" y="143999"/>
                      <a:pt x="7617" y="261920"/>
                      <a:pt x="9585" y="362960"/>
                    </a:cubicBezTo>
                    <a:lnTo>
                      <a:pt x="189070" y="362960"/>
                    </a:lnTo>
                    <a:cubicBezTo>
                      <a:pt x="199732" y="243134"/>
                      <a:pt x="187990" y="63840"/>
                      <a:pt x="149656" y="10084"/>
                    </a:cubicBezTo>
                    <a:cubicBezTo>
                      <a:pt x="110243" y="-45069"/>
                      <a:pt x="1" y="143999"/>
                      <a:pt x="1" y="143999"/>
                    </a:cubicBezTo>
                    <a:close/>
                  </a:path>
                </a:pathLst>
              </a:custGeom>
              <a:solidFill>
                <a:srgbClr val="5F659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6" name=""/>
              <p:cNvSpPr/>
              <p:nvPr/>
            </p:nvSpPr>
            <p:spPr>
              <a:xfrm>
                <a:off x="10210028" y="5265454"/>
                <a:ext cx="1087019" cy="1349431"/>
              </a:xfrm>
              <a:custGeom>
                <a:avLst/>
                <a:gdLst>
                  <a:gd name="connsiteX0" fmla="*/ 1 w 1086934"/>
                  <a:gd name="connsiteY0" fmla="*/ 0 h 1346768"/>
                  <a:gd name="connsiteX1" fmla="*/ 78764 w 1086934"/>
                  <a:gd name="connsiteY1" fmla="*/ 992369 h 1346768"/>
                  <a:gd name="connsiteX2" fmla="*/ 189070 w 1086934"/>
                  <a:gd name="connsiteY2" fmla="*/ 1071132 h 1346768"/>
                  <a:gd name="connsiteX3" fmla="*/ 1086936 w 1086934"/>
                  <a:gd name="connsiteY3" fmla="*/ 1346768 h 13467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086934" h="1346768">
                    <a:moveTo>
                      <a:pt x="1" y="0"/>
                    </a:moveTo>
                    <a:cubicBezTo>
                      <a:pt x="1" y="0"/>
                      <a:pt x="55154" y="921477"/>
                      <a:pt x="78764" y="992369"/>
                    </a:cubicBezTo>
                    <a:cubicBezTo>
                      <a:pt x="102373" y="1063262"/>
                      <a:pt x="157526" y="1063262"/>
                      <a:pt x="189070" y="1071132"/>
                    </a:cubicBezTo>
                    <a:cubicBezTo>
                      <a:pt x="220612" y="1079002"/>
                      <a:pt x="1086936" y="1346768"/>
                      <a:pt x="1086936" y="1346768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7" name=""/>
              <p:cNvSpPr/>
              <p:nvPr/>
            </p:nvSpPr>
            <p:spPr>
              <a:xfrm>
                <a:off x="8814471" y="5233658"/>
                <a:ext cx="655156" cy="1624150"/>
              </a:xfrm>
              <a:custGeom>
                <a:avLst/>
                <a:gdLst>
                  <a:gd name="connsiteX0" fmla="*/ 655107 w 655105"/>
                  <a:gd name="connsiteY0" fmla="*/ 0 h 1620945"/>
                  <a:gd name="connsiteX1" fmla="*/ 229878 w 655105"/>
                  <a:gd name="connsiteY1" fmla="*/ 1071195 h 1620945"/>
                  <a:gd name="connsiteX2" fmla="*/ 1 w 655105"/>
                  <a:gd name="connsiteY2" fmla="*/ 1620946 h 1620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655105" h="1620945">
                    <a:moveTo>
                      <a:pt x="655107" y="0"/>
                    </a:moveTo>
                    <a:cubicBezTo>
                      <a:pt x="655107" y="23673"/>
                      <a:pt x="229878" y="1071195"/>
                      <a:pt x="229878" y="1071195"/>
                    </a:cubicBezTo>
                    <a:cubicBezTo>
                      <a:pt x="151751" y="1291235"/>
                      <a:pt x="75971" y="1453774"/>
                      <a:pt x="1" y="1620946"/>
                    </a:cubicBezTo>
                  </a:path>
                </a:pathLst>
              </a:custGeom>
              <a:noFill/>
              <a:ln w="10662" cap="flat">
                <a:solidFill>
                  <a:srgbClr val="434770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8" name=""/>
              <p:cNvSpPr/>
              <p:nvPr/>
            </p:nvSpPr>
            <p:spPr>
              <a:xfrm>
                <a:off x="9429894" y="4702407"/>
                <a:ext cx="72041" cy="493159"/>
              </a:xfrm>
              <a:custGeom>
                <a:avLst/>
                <a:gdLst>
                  <a:gd name="connsiteX0" fmla="*/ 48998 w 72035"/>
                  <a:gd name="connsiteY0" fmla="*/ 1333 h 492186"/>
                  <a:gd name="connsiteX1" fmla="*/ 33385 w 72035"/>
                  <a:gd name="connsiteY1" fmla="*/ 0 h 492186"/>
                  <a:gd name="connsiteX2" fmla="*/ 382 w 72035"/>
                  <a:gd name="connsiteY2" fmla="*/ 364110 h 492186"/>
                  <a:gd name="connsiteX3" fmla="*/ 1 w 72035"/>
                  <a:gd name="connsiteY3" fmla="*/ 368553 h 492186"/>
                  <a:gd name="connsiteX4" fmla="*/ 54710 w 72035"/>
                  <a:gd name="connsiteY4" fmla="*/ 407648 h 492186"/>
                  <a:gd name="connsiteX5" fmla="*/ 39859 w 72035"/>
                  <a:gd name="connsiteY5" fmla="*/ 489330 h 492186"/>
                  <a:gd name="connsiteX6" fmla="*/ 55345 w 72035"/>
                  <a:gd name="connsiteY6" fmla="*/ 492186 h 492186"/>
                  <a:gd name="connsiteX7" fmla="*/ 72037 w 72035"/>
                  <a:gd name="connsiteY7" fmla="*/ 400603 h 492186"/>
                  <a:gd name="connsiteX8" fmla="*/ 16440 w 72035"/>
                  <a:gd name="connsiteY8" fmla="*/ 360936 h 492186"/>
                  <a:gd name="connsiteX9" fmla="*/ 48998 w 72035"/>
                  <a:gd name="connsiteY9" fmla="*/ 1333 h 4921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035" h="492186">
                    <a:moveTo>
                      <a:pt x="48998" y="1333"/>
                    </a:moveTo>
                    <a:cubicBezTo>
                      <a:pt x="43794" y="1371"/>
                      <a:pt x="38526" y="927"/>
                      <a:pt x="33385" y="0"/>
                    </a:cubicBezTo>
                    <a:cubicBezTo>
                      <a:pt x="21898" y="102055"/>
                      <a:pt x="2985" y="332313"/>
                      <a:pt x="382" y="364110"/>
                    </a:cubicBezTo>
                    <a:lnTo>
                      <a:pt x="1" y="368553"/>
                    </a:lnTo>
                    <a:lnTo>
                      <a:pt x="54710" y="407648"/>
                    </a:lnTo>
                    <a:lnTo>
                      <a:pt x="39859" y="489330"/>
                    </a:lnTo>
                    <a:lnTo>
                      <a:pt x="55345" y="492186"/>
                    </a:lnTo>
                    <a:lnTo>
                      <a:pt x="72037" y="400603"/>
                    </a:lnTo>
                    <a:lnTo>
                      <a:pt x="16440" y="360936"/>
                    </a:lnTo>
                    <a:cubicBezTo>
                      <a:pt x="26150" y="242507"/>
                      <a:pt x="40366" y="79016"/>
                      <a:pt x="48998" y="1333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49" name=""/>
              <p:cNvSpPr/>
              <p:nvPr/>
            </p:nvSpPr>
            <p:spPr>
              <a:xfrm>
                <a:off x="9485432" y="4694584"/>
                <a:ext cx="45192" cy="413351"/>
              </a:xfrm>
              <a:custGeom>
                <a:avLst/>
                <a:gdLst>
                  <a:gd name="connsiteX0" fmla="*/ 29259 w 45188"/>
                  <a:gd name="connsiteY0" fmla="*/ 3110 h 412535"/>
                  <a:gd name="connsiteX1" fmla="*/ 1 w 45188"/>
                  <a:gd name="connsiteY1" fmla="*/ 411329 h 412535"/>
                  <a:gd name="connsiteX2" fmla="*/ 15678 w 45188"/>
                  <a:gd name="connsiteY2" fmla="*/ 412535 h 412535"/>
                  <a:gd name="connsiteX3" fmla="*/ 45190 w 45188"/>
                  <a:gd name="connsiteY3" fmla="*/ 0 h 412535"/>
                  <a:gd name="connsiteX4" fmla="*/ 29259 w 45188"/>
                  <a:gd name="connsiteY4" fmla="*/ 3110 h 412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188" h="412535">
                    <a:moveTo>
                      <a:pt x="29259" y="3110"/>
                    </a:moveTo>
                    <a:cubicBezTo>
                      <a:pt x="22151" y="122999"/>
                      <a:pt x="255" y="407902"/>
                      <a:pt x="1" y="411329"/>
                    </a:cubicBezTo>
                    <a:lnTo>
                      <a:pt x="15678" y="412535"/>
                    </a:lnTo>
                    <a:cubicBezTo>
                      <a:pt x="16757" y="398446"/>
                      <a:pt x="38399" y="116589"/>
                      <a:pt x="45190" y="0"/>
                    </a:cubicBezTo>
                    <a:cubicBezTo>
                      <a:pt x="39859" y="1016"/>
                      <a:pt x="34528" y="2095"/>
                      <a:pt x="29259" y="3110"/>
                    </a:cubicBezTo>
                    <a:close/>
                  </a:path>
                </a:pathLst>
              </a:custGeom>
              <a:solidFill>
                <a:srgbClr val="43477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0" name=""/>
              <p:cNvSpPr/>
              <p:nvPr/>
            </p:nvSpPr>
            <p:spPr>
              <a:xfrm>
                <a:off x="9762346" y="4681167"/>
                <a:ext cx="621016" cy="234144"/>
              </a:xfrm>
              <a:custGeom>
                <a:avLst/>
                <a:gdLst>
                  <a:gd name="connsiteX0" fmla="*/ 30734 w 620967"/>
                  <a:gd name="connsiteY0" fmla="*/ 0 h 233682"/>
                  <a:gd name="connsiteX1" fmla="*/ 6743 w 620967"/>
                  <a:gd name="connsiteY1" fmla="*/ 107894 h 233682"/>
                  <a:gd name="connsiteX2" fmla="*/ 599588 w 620967"/>
                  <a:gd name="connsiteY2" fmla="*/ 229179 h 233682"/>
                  <a:gd name="connsiteX3" fmla="*/ 599588 w 620967"/>
                  <a:gd name="connsiteY3" fmla="*/ 121285 h 233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20967" h="233682">
                    <a:moveTo>
                      <a:pt x="30734" y="0"/>
                    </a:moveTo>
                    <a:cubicBezTo>
                      <a:pt x="30734" y="0"/>
                      <a:pt x="-17311" y="60674"/>
                      <a:pt x="6743" y="107894"/>
                    </a:cubicBezTo>
                    <a:cubicBezTo>
                      <a:pt x="30796" y="155113"/>
                      <a:pt x="551480" y="256152"/>
                      <a:pt x="599588" y="229179"/>
                    </a:cubicBezTo>
                    <a:cubicBezTo>
                      <a:pt x="647696" y="202206"/>
                      <a:pt x="599588" y="121285"/>
                      <a:pt x="599588" y="12128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1" name=""/>
              <p:cNvSpPr/>
              <p:nvPr/>
            </p:nvSpPr>
            <p:spPr>
              <a:xfrm>
                <a:off x="8986294" y="4613269"/>
                <a:ext cx="282150" cy="172516"/>
              </a:xfrm>
              <a:custGeom>
                <a:avLst/>
                <a:gdLst>
                  <a:gd name="connsiteX0" fmla="*/ 34903 w 282128"/>
                  <a:gd name="connsiteY0" fmla="*/ 169565 h 172176"/>
                  <a:gd name="connsiteX1" fmla="*/ 43281 w 282128"/>
                  <a:gd name="connsiteY1" fmla="*/ 171342 h 172176"/>
                  <a:gd name="connsiteX2" fmla="*/ 115316 w 282128"/>
                  <a:gd name="connsiteY2" fmla="*/ 148875 h 172176"/>
                  <a:gd name="connsiteX3" fmla="*/ 215213 w 282128"/>
                  <a:gd name="connsiteY3" fmla="*/ 89343 h 172176"/>
                  <a:gd name="connsiteX4" fmla="*/ 275190 w 282128"/>
                  <a:gd name="connsiteY4" fmla="*/ 37617 h 172176"/>
                  <a:gd name="connsiteX5" fmla="*/ 34903 w 282128"/>
                  <a:gd name="connsiteY5" fmla="*/ 169565 h 1721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82128" h="172176">
                    <a:moveTo>
                      <a:pt x="34903" y="169565"/>
                    </a:moveTo>
                    <a:cubicBezTo>
                      <a:pt x="37505" y="170200"/>
                      <a:pt x="40298" y="170834"/>
                      <a:pt x="43281" y="171342"/>
                    </a:cubicBezTo>
                    <a:cubicBezTo>
                      <a:pt x="68668" y="175721"/>
                      <a:pt x="93230" y="162076"/>
                      <a:pt x="115316" y="148875"/>
                    </a:cubicBezTo>
                    <a:lnTo>
                      <a:pt x="215213" y="89343"/>
                    </a:lnTo>
                    <a:cubicBezTo>
                      <a:pt x="238061" y="75761"/>
                      <a:pt x="261861" y="61163"/>
                      <a:pt x="275190" y="37617"/>
                    </a:cubicBezTo>
                    <a:cubicBezTo>
                      <a:pt x="344304" y="-85318"/>
                      <a:pt x="-129539" y="128946"/>
                      <a:pt x="34903" y="169565"/>
                    </a:cubicBezTo>
                    <a:close/>
                  </a:path>
                </a:pathLst>
              </a:custGeom>
              <a:solidFill>
                <a:srgbClr val="D451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2" name=""/>
              <p:cNvSpPr/>
              <p:nvPr/>
            </p:nvSpPr>
            <p:spPr>
              <a:xfrm>
                <a:off x="9132182" y="2279333"/>
                <a:ext cx="237669" cy="459148"/>
              </a:xfrm>
              <a:custGeom>
                <a:avLst/>
                <a:gdLst>
                  <a:gd name="connsiteX0" fmla="*/ 237651 w 237650"/>
                  <a:gd name="connsiteY0" fmla="*/ 18163 h 458242"/>
                  <a:gd name="connsiteX1" fmla="*/ 4537 w 237650"/>
                  <a:gd name="connsiteY1" fmla="*/ 128215 h 458242"/>
                  <a:gd name="connsiteX2" fmla="*/ 95168 w 237650"/>
                  <a:gd name="connsiteY2" fmla="*/ 458243 h 4582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37650" h="458242">
                    <a:moveTo>
                      <a:pt x="237651" y="18163"/>
                    </a:moveTo>
                    <a:cubicBezTo>
                      <a:pt x="237651" y="18163"/>
                      <a:pt x="23958" y="-66058"/>
                      <a:pt x="4537" y="128215"/>
                    </a:cubicBezTo>
                    <a:cubicBezTo>
                      <a:pt x="-14884" y="322487"/>
                      <a:pt x="30432" y="432539"/>
                      <a:pt x="95168" y="458243"/>
                    </a:cubicBezTo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3" name=""/>
              <p:cNvSpPr/>
              <p:nvPr/>
            </p:nvSpPr>
            <p:spPr>
              <a:xfrm>
                <a:off x="9343699" y="2864394"/>
                <a:ext cx="265260" cy="413089"/>
              </a:xfrm>
              <a:custGeom>
                <a:avLst/>
                <a:gdLst>
                  <a:gd name="connsiteX0" fmla="*/ 198145 w 265239"/>
                  <a:gd name="connsiteY0" fmla="*/ 0 h 412274"/>
                  <a:gd name="connsiteX1" fmla="*/ 1 w 265239"/>
                  <a:gd name="connsiteY1" fmla="*/ 75082 h 412274"/>
                  <a:gd name="connsiteX2" fmla="*/ 36114 w 265239"/>
                  <a:gd name="connsiteY2" fmla="*/ 277097 h 412274"/>
                  <a:gd name="connsiteX3" fmla="*/ 81747 w 265239"/>
                  <a:gd name="connsiteY3" fmla="*/ 401619 h 412274"/>
                  <a:gd name="connsiteX4" fmla="*/ 184626 w 265239"/>
                  <a:gd name="connsiteY4" fmla="*/ 392670 h 412274"/>
                  <a:gd name="connsiteX5" fmla="*/ 265103 w 265239"/>
                  <a:gd name="connsiteY5" fmla="*/ 234637 h 412274"/>
                  <a:gd name="connsiteX6" fmla="*/ 198145 w 265239"/>
                  <a:gd name="connsiteY6" fmla="*/ 0 h 4122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65239" h="412274">
                    <a:moveTo>
                      <a:pt x="198145" y="0"/>
                    </a:move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3520" y="141849"/>
                      <a:pt x="32179" y="207220"/>
                      <a:pt x="36114" y="277097"/>
                    </a:cubicBezTo>
                    <a:cubicBezTo>
                      <a:pt x="38652" y="323110"/>
                      <a:pt x="42460" y="377248"/>
                      <a:pt x="81747" y="401619"/>
                    </a:cubicBezTo>
                    <a:cubicBezTo>
                      <a:pt x="112592" y="420659"/>
                      <a:pt x="153909" y="412027"/>
                      <a:pt x="184626" y="392670"/>
                    </a:cubicBezTo>
                    <a:cubicBezTo>
                      <a:pt x="236543" y="359858"/>
                      <a:pt x="267578" y="297025"/>
                      <a:pt x="265103" y="234637"/>
                    </a:cubicBezTo>
                    <a:cubicBezTo>
                      <a:pt x="261993" y="155938"/>
                      <a:pt x="216868" y="78699"/>
                      <a:pt x="198145" y="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4" name=""/>
              <p:cNvSpPr/>
              <p:nvPr/>
            </p:nvSpPr>
            <p:spPr>
              <a:xfrm>
                <a:off x="9343699" y="2864394"/>
                <a:ext cx="200380" cy="264354"/>
              </a:xfrm>
              <a:custGeom>
                <a:avLst/>
                <a:gdLst>
                  <a:gd name="connsiteX0" fmla="*/ 165269 w 200364"/>
                  <a:gd name="connsiteY0" fmla="*/ 76160 h 263832"/>
                  <a:gd name="connsiteX1" fmla="*/ 200366 w 200364"/>
                  <a:gd name="connsiteY1" fmla="*/ 8632 h 263832"/>
                  <a:gd name="connsiteX2" fmla="*/ 198145 w 200364"/>
                  <a:gd name="connsiteY2" fmla="*/ 0 h 263832"/>
                  <a:gd name="connsiteX3" fmla="*/ 1 w 200364"/>
                  <a:gd name="connsiteY3" fmla="*/ 75082 h 263832"/>
                  <a:gd name="connsiteX4" fmla="*/ 35035 w 200364"/>
                  <a:gd name="connsiteY4" fmla="*/ 263832 h 263832"/>
                  <a:gd name="connsiteX5" fmla="*/ 165269 w 200364"/>
                  <a:gd name="connsiteY5" fmla="*/ 76160 h 263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200364" h="263832">
                    <a:moveTo>
                      <a:pt x="165269" y="76160"/>
                    </a:moveTo>
                    <a:cubicBezTo>
                      <a:pt x="175424" y="54708"/>
                      <a:pt x="187863" y="32051"/>
                      <a:pt x="200366" y="8632"/>
                    </a:cubicBezTo>
                    <a:cubicBezTo>
                      <a:pt x="199604" y="5776"/>
                      <a:pt x="198843" y="2920"/>
                      <a:pt x="198145" y="0"/>
                    </a:cubicBezTo>
                    <a:cubicBezTo>
                      <a:pt x="141025" y="44167"/>
                      <a:pt x="72036" y="70309"/>
                      <a:pt x="1" y="75082"/>
                    </a:cubicBezTo>
                    <a:cubicBezTo>
                      <a:pt x="12695" y="137596"/>
                      <a:pt x="29704" y="198969"/>
                      <a:pt x="35035" y="263832"/>
                    </a:cubicBezTo>
                    <a:cubicBezTo>
                      <a:pt x="95392" y="214836"/>
                      <a:pt x="131949" y="146291"/>
                      <a:pt x="165269" y="76160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5" name=""/>
              <p:cNvSpPr/>
              <p:nvPr/>
            </p:nvSpPr>
            <p:spPr>
              <a:xfrm rot="20641199">
                <a:off x="9506765" y="2755232"/>
                <a:ext cx="212631" cy="196119"/>
              </a:xfrm>
              <a:custGeom>
                <a:avLst/>
                <a:gdLst>
                  <a:gd name="connsiteX0" fmla="*/ 212615 w 212614"/>
                  <a:gd name="connsiteY0" fmla="*/ 97866 h 195732"/>
                  <a:gd name="connsiteX1" fmla="*/ 106308 w 212614"/>
                  <a:gd name="connsiteY1" fmla="*/ 195732 h 195732"/>
                  <a:gd name="connsiteX2" fmla="*/ 1 w 212614"/>
                  <a:gd name="connsiteY2" fmla="*/ 97866 h 195732"/>
                  <a:gd name="connsiteX3" fmla="*/ 106308 w 212614"/>
                  <a:gd name="connsiteY3" fmla="*/ 0 h 195732"/>
                  <a:gd name="connsiteX4" fmla="*/ 212615 w 212614"/>
                  <a:gd name="connsiteY4" fmla="*/ 97866 h 195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2614" h="195732">
                    <a:moveTo>
                      <a:pt x="212615" y="97866"/>
                    </a:moveTo>
                    <a:cubicBezTo>
                      <a:pt x="212615" y="151916"/>
                      <a:pt x="165020" y="195732"/>
                      <a:pt x="106308" y="195732"/>
                    </a:cubicBezTo>
                    <a:cubicBezTo>
                      <a:pt x="47596" y="195732"/>
                      <a:pt x="1" y="151916"/>
                      <a:pt x="1" y="97866"/>
                    </a:cubicBezTo>
                    <a:cubicBezTo>
                      <a:pt x="1" y="43816"/>
                      <a:pt x="47596" y="0"/>
                      <a:pt x="106308" y="0"/>
                    </a:cubicBezTo>
                    <a:cubicBezTo>
                      <a:pt x="165020" y="0"/>
                      <a:pt x="212615" y="43816"/>
                      <a:pt x="212615" y="97866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6" name=""/>
              <p:cNvSpPr/>
              <p:nvPr/>
            </p:nvSpPr>
            <p:spPr>
              <a:xfrm>
                <a:off x="9138600" y="2413618"/>
                <a:ext cx="458415" cy="608308"/>
              </a:xfrm>
              <a:custGeom>
                <a:avLst/>
                <a:gdLst>
                  <a:gd name="connsiteX0" fmla="*/ 305870 w 458379"/>
                  <a:gd name="connsiteY0" fmla="*/ 40335 h 607107"/>
                  <a:gd name="connsiteX1" fmla="*/ 184394 w 458379"/>
                  <a:gd name="connsiteY1" fmla="*/ 3080 h 607107"/>
                  <a:gd name="connsiteX2" fmla="*/ 93700 w 458379"/>
                  <a:gd name="connsiteY2" fmla="*/ 86094 h 607107"/>
                  <a:gd name="connsiteX3" fmla="*/ 17539 w 458379"/>
                  <a:gd name="connsiteY3" fmla="*/ 270720 h 607107"/>
                  <a:gd name="connsiteX4" fmla="*/ 36897 w 458379"/>
                  <a:gd name="connsiteY4" fmla="*/ 515131 h 607107"/>
                  <a:gd name="connsiteX5" fmla="*/ 257063 w 458379"/>
                  <a:gd name="connsiteY5" fmla="*/ 605000 h 607107"/>
                  <a:gd name="connsiteX6" fmla="*/ 458381 w 458379"/>
                  <a:gd name="connsiteY6" fmla="*/ 419486 h 607107"/>
                  <a:gd name="connsiteX7" fmla="*/ 305870 w 458379"/>
                  <a:gd name="connsiteY7" fmla="*/ 40335 h 6071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58379" h="607107">
                    <a:moveTo>
                      <a:pt x="305870" y="40335"/>
                    </a:moveTo>
                    <a:cubicBezTo>
                      <a:pt x="269757" y="12409"/>
                      <a:pt x="227171" y="-8027"/>
                      <a:pt x="184394" y="3080"/>
                    </a:cubicBezTo>
                    <a:cubicBezTo>
                      <a:pt x="143648" y="13679"/>
                      <a:pt x="115342" y="50045"/>
                      <a:pt x="93700" y="86094"/>
                    </a:cubicBezTo>
                    <a:cubicBezTo>
                      <a:pt x="59237" y="143481"/>
                      <a:pt x="33533" y="205717"/>
                      <a:pt x="17539" y="270720"/>
                    </a:cubicBezTo>
                    <a:cubicBezTo>
                      <a:pt x="-4230" y="359574"/>
                      <a:pt x="-13559" y="444429"/>
                      <a:pt x="36897" y="515131"/>
                    </a:cubicBezTo>
                    <a:cubicBezTo>
                      <a:pt x="86147" y="584183"/>
                      <a:pt x="179761" y="615917"/>
                      <a:pt x="257063" y="605000"/>
                    </a:cubicBezTo>
                    <a:cubicBezTo>
                      <a:pt x="358610" y="590720"/>
                      <a:pt x="420935" y="504722"/>
                      <a:pt x="458381" y="419486"/>
                    </a:cubicBezTo>
                    <a:cubicBezTo>
                      <a:pt x="353343" y="360526"/>
                      <a:pt x="283402" y="179835"/>
                      <a:pt x="305870" y="40335"/>
                    </a:cubicBezTo>
                    <a:close/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7" name=""/>
              <p:cNvSpPr/>
              <p:nvPr/>
            </p:nvSpPr>
            <p:spPr>
              <a:xfrm>
                <a:off x="9400926" y="2392475"/>
                <a:ext cx="78158" cy="319107"/>
              </a:xfrm>
              <a:custGeom>
                <a:avLst/>
                <a:gdLst>
                  <a:gd name="connsiteX0" fmla="*/ 78154 w 78152"/>
                  <a:gd name="connsiteY0" fmla="*/ 15549 h 318477"/>
                  <a:gd name="connsiteX1" fmla="*/ 52133 w 78152"/>
                  <a:gd name="connsiteY1" fmla="*/ 0 h 318477"/>
                  <a:gd name="connsiteX2" fmla="*/ 21542 w 78152"/>
                  <a:gd name="connsiteY2" fmla="*/ 248156 h 318477"/>
                  <a:gd name="connsiteX3" fmla="*/ 60320 w 78152"/>
                  <a:gd name="connsiteY3" fmla="*/ 318477 h 318477"/>
                  <a:gd name="connsiteX4" fmla="*/ 78154 w 78152"/>
                  <a:gd name="connsiteY4" fmla="*/ 15549 h 3184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8152" h="318477">
                    <a:moveTo>
                      <a:pt x="78154" y="15549"/>
                    </a:moveTo>
                    <a:lnTo>
                      <a:pt x="52133" y="0"/>
                    </a:lnTo>
                    <a:cubicBezTo>
                      <a:pt x="52133" y="0"/>
                      <a:pt x="-40847" y="127569"/>
                      <a:pt x="21542" y="248156"/>
                    </a:cubicBezTo>
                    <a:cubicBezTo>
                      <a:pt x="35631" y="275320"/>
                      <a:pt x="48579" y="298612"/>
                      <a:pt x="60320" y="318477"/>
                    </a:cubicBezTo>
                    <a:cubicBezTo>
                      <a:pt x="40328" y="217634"/>
                      <a:pt x="46484" y="113352"/>
                      <a:pt x="78154" y="15549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8" name=""/>
              <p:cNvSpPr/>
              <p:nvPr/>
            </p:nvSpPr>
            <p:spPr>
              <a:xfrm>
                <a:off x="9299551" y="3055759"/>
                <a:ext cx="483631" cy="453082"/>
              </a:xfrm>
              <a:custGeom>
                <a:avLst/>
                <a:gdLst>
                  <a:gd name="connsiteX0" fmla="*/ 3909 w 483593"/>
                  <a:gd name="connsiteY0" fmla="*/ 214123 h 452188"/>
                  <a:gd name="connsiteX1" fmla="*/ 100061 w 483593"/>
                  <a:gd name="connsiteY1" fmla="*/ 406237 h 452188"/>
                  <a:gd name="connsiteX2" fmla="*/ 222997 w 483593"/>
                  <a:gd name="connsiteY2" fmla="*/ 446285 h 452188"/>
                  <a:gd name="connsiteX3" fmla="*/ 277261 w 483593"/>
                  <a:gd name="connsiteY3" fmla="*/ 400208 h 452188"/>
                  <a:gd name="connsiteX4" fmla="*/ 369606 w 483593"/>
                  <a:gd name="connsiteY4" fmla="*/ 294980 h 452188"/>
                  <a:gd name="connsiteX5" fmla="*/ 476102 w 483593"/>
                  <a:gd name="connsiteY5" fmla="*/ 283556 h 452188"/>
                  <a:gd name="connsiteX6" fmla="*/ 457062 w 483593"/>
                  <a:gd name="connsiteY6" fmla="*/ 53805 h 452188"/>
                  <a:gd name="connsiteX7" fmla="*/ 412636 w 483593"/>
                  <a:gd name="connsiteY7" fmla="*/ 4428 h 452188"/>
                  <a:gd name="connsiteX8" fmla="*/ 305441 w 483593"/>
                  <a:gd name="connsiteY8" fmla="*/ 35209 h 452188"/>
                  <a:gd name="connsiteX9" fmla="*/ 99744 w 483593"/>
                  <a:gd name="connsiteY9" fmla="*/ 103627 h 452188"/>
                  <a:gd name="connsiteX10" fmla="*/ 3909 w 483593"/>
                  <a:gd name="connsiteY10" fmla="*/ 214123 h 4521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83593" h="452188">
                    <a:moveTo>
                      <a:pt x="3909" y="214123"/>
                    </a:moveTo>
                    <a:cubicBezTo>
                      <a:pt x="17173" y="284634"/>
                      <a:pt x="61727" y="368728"/>
                      <a:pt x="100061" y="406237"/>
                    </a:cubicBezTo>
                    <a:cubicBezTo>
                      <a:pt x="133826" y="439303"/>
                      <a:pt x="180981" y="463992"/>
                      <a:pt x="222997" y="446285"/>
                    </a:cubicBezTo>
                    <a:cubicBezTo>
                      <a:pt x="244448" y="437209"/>
                      <a:pt x="261077" y="418486"/>
                      <a:pt x="277261" y="400208"/>
                    </a:cubicBezTo>
                    <a:lnTo>
                      <a:pt x="369606" y="294980"/>
                    </a:lnTo>
                    <a:cubicBezTo>
                      <a:pt x="398610" y="262040"/>
                      <a:pt x="457000" y="324555"/>
                      <a:pt x="476102" y="283556"/>
                    </a:cubicBezTo>
                    <a:cubicBezTo>
                      <a:pt x="495206" y="242556"/>
                      <a:pt x="473691" y="96138"/>
                      <a:pt x="457062" y="53805"/>
                    </a:cubicBezTo>
                    <a:cubicBezTo>
                      <a:pt x="448367" y="31846"/>
                      <a:pt x="432755" y="12488"/>
                      <a:pt x="412636" y="4428"/>
                    </a:cubicBezTo>
                    <a:cubicBezTo>
                      <a:pt x="376650" y="-9916"/>
                      <a:pt x="338189" y="13313"/>
                      <a:pt x="305441" y="35209"/>
                    </a:cubicBezTo>
                    <a:cubicBezTo>
                      <a:pt x="242608" y="77161"/>
                      <a:pt x="171715" y="118795"/>
                      <a:pt x="99744" y="103627"/>
                    </a:cubicBezTo>
                    <a:cubicBezTo>
                      <a:pt x="9240" y="84841"/>
                      <a:pt x="-9546" y="142659"/>
                      <a:pt x="3909" y="21412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59" name=""/>
              <p:cNvSpPr/>
              <p:nvPr/>
            </p:nvSpPr>
            <p:spPr>
              <a:xfrm>
                <a:off x="9319009" y="3294660"/>
                <a:ext cx="230085" cy="77671"/>
              </a:xfrm>
              <a:custGeom>
                <a:avLst/>
                <a:gdLst>
                  <a:gd name="connsiteX0" fmla="*/ 3365 w 230067"/>
                  <a:gd name="connsiteY0" fmla="*/ 40682 h 77518"/>
                  <a:gd name="connsiteX1" fmla="*/ 85872 w 230067"/>
                  <a:gd name="connsiteY1" fmla="*/ 75081 h 77518"/>
                  <a:gd name="connsiteX2" fmla="*/ 230069 w 230067"/>
                  <a:gd name="connsiteY2" fmla="*/ 28179 h 77518"/>
                  <a:gd name="connsiteX3" fmla="*/ 1 w 230067"/>
                  <a:gd name="connsiteY3" fmla="*/ 0 h 775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0067" h="77518">
                    <a:moveTo>
                      <a:pt x="3365" y="40682"/>
                    </a:moveTo>
                    <a:cubicBezTo>
                      <a:pt x="3365" y="40682"/>
                      <a:pt x="20564" y="59722"/>
                      <a:pt x="85872" y="75081"/>
                    </a:cubicBezTo>
                    <a:cubicBezTo>
                      <a:pt x="151180" y="90440"/>
                      <a:pt x="230069" y="28179"/>
                      <a:pt x="230069" y="28179"/>
                    </a:cubicBezTo>
                    <a:cubicBezTo>
                      <a:pt x="230069" y="28179"/>
                      <a:pt x="58708" y="87584"/>
                      <a:pt x="1" y="0"/>
                    </a:cubicBezTo>
                  </a:path>
                </a:pathLst>
              </a:custGeom>
              <a:solidFill>
                <a:srgbClr val="FFEBD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0" name=""/>
              <p:cNvSpPr/>
              <p:nvPr/>
            </p:nvSpPr>
            <p:spPr>
              <a:xfrm>
                <a:off x="9568053" y="2810936"/>
                <a:ext cx="94405" cy="78752"/>
              </a:xfrm>
              <a:custGeom>
                <a:avLst/>
                <a:gdLst>
                  <a:gd name="connsiteX0" fmla="*/ 40894 w 94398"/>
                  <a:gd name="connsiteY0" fmla="*/ 231 h 78597"/>
                  <a:gd name="connsiteX1" fmla="*/ 93826 w 94398"/>
                  <a:gd name="connsiteY1" fmla="*/ 31393 h 78597"/>
                  <a:gd name="connsiteX2" fmla="*/ 71739 w 94398"/>
                  <a:gd name="connsiteY2" fmla="*/ 73281 h 78597"/>
                  <a:gd name="connsiteX3" fmla="*/ 4337 w 94398"/>
                  <a:gd name="connsiteY3" fmla="*/ 75566 h 78597"/>
                  <a:gd name="connsiteX4" fmla="*/ 4337 w 94398"/>
                  <a:gd name="connsiteY4" fmla="*/ 75566 h 785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4398" h="78597">
                    <a:moveTo>
                      <a:pt x="40894" y="231"/>
                    </a:moveTo>
                    <a:cubicBezTo>
                      <a:pt x="68058" y="-2054"/>
                      <a:pt x="90081" y="12924"/>
                      <a:pt x="93826" y="31393"/>
                    </a:cubicBezTo>
                    <a:cubicBezTo>
                      <a:pt x="97253" y="48275"/>
                      <a:pt x="84750" y="65538"/>
                      <a:pt x="71739" y="73281"/>
                    </a:cubicBezTo>
                    <a:cubicBezTo>
                      <a:pt x="52699" y="84769"/>
                      <a:pt x="-18067" y="73789"/>
                      <a:pt x="4337" y="75566"/>
                    </a:cubicBezTo>
                    <a:lnTo>
                      <a:pt x="4337" y="75566"/>
                    </a:lnTo>
                  </a:path>
                </a:pathLst>
              </a:custGeom>
              <a:solidFill>
                <a:srgbClr val="FFD4C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1" name=""/>
              <p:cNvSpPr/>
              <p:nvPr/>
            </p:nvSpPr>
            <p:spPr>
              <a:xfrm>
                <a:off x="9251715" y="2728115"/>
                <a:ext cx="45586" cy="27727"/>
              </a:xfrm>
              <a:custGeom>
                <a:avLst/>
                <a:gdLst>
                  <a:gd name="connsiteX0" fmla="*/ 586 w 45582"/>
                  <a:gd name="connsiteY0" fmla="*/ 0 h 27672"/>
                  <a:gd name="connsiteX1" fmla="*/ 9472 w 45582"/>
                  <a:gd name="connsiteY1" fmla="*/ 26593 h 27672"/>
                  <a:gd name="connsiteX2" fmla="*/ 42538 w 45582"/>
                  <a:gd name="connsiteY2" fmla="*/ 12122 h 27672"/>
                  <a:gd name="connsiteX3" fmla="*/ 45584 w 45582"/>
                  <a:gd name="connsiteY3" fmla="*/ 3935 h 27672"/>
                  <a:gd name="connsiteX4" fmla="*/ 586 w 45582"/>
                  <a:gd name="connsiteY4" fmla="*/ 0 h 276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5582" h="27672">
                    <a:moveTo>
                      <a:pt x="586" y="0"/>
                    </a:moveTo>
                    <a:cubicBezTo>
                      <a:pt x="-1571" y="13328"/>
                      <a:pt x="2427" y="23610"/>
                      <a:pt x="9472" y="26593"/>
                    </a:cubicBezTo>
                    <a:cubicBezTo>
                      <a:pt x="18484" y="30401"/>
                      <a:pt x="35430" y="23800"/>
                      <a:pt x="42538" y="12122"/>
                    </a:cubicBezTo>
                    <a:cubicBezTo>
                      <a:pt x="44061" y="9609"/>
                      <a:pt x="45077" y="6829"/>
                      <a:pt x="45584" y="3935"/>
                    </a:cubicBezTo>
                    <a:cubicBezTo>
                      <a:pt x="30479" y="4728"/>
                      <a:pt x="15311" y="3402"/>
                      <a:pt x="586" y="0"/>
                    </a:cubicBezTo>
                    <a:close/>
                  </a:path>
                </a:pathLst>
              </a:custGeom>
              <a:solidFill>
                <a:srgbClr val="FFA59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2" name=""/>
              <p:cNvSpPr/>
              <p:nvPr/>
            </p:nvSpPr>
            <p:spPr>
              <a:xfrm>
                <a:off x="9369436" y="2597562"/>
                <a:ext cx="83759" cy="46534"/>
              </a:xfrm>
              <a:custGeom>
                <a:avLst/>
                <a:gdLst>
                  <a:gd name="connsiteX0" fmla="*/ 83620 w 83752"/>
                  <a:gd name="connsiteY0" fmla="*/ 44172 h 46442"/>
                  <a:gd name="connsiteX1" fmla="*/ 62041 w 83752"/>
                  <a:gd name="connsiteY1" fmla="*/ 13708 h 46442"/>
                  <a:gd name="connsiteX2" fmla="*/ 2382 w 83752"/>
                  <a:gd name="connsiteY2" fmla="*/ 7043 h 46442"/>
                  <a:gd name="connsiteX3" fmla="*/ 1367 w 83752"/>
                  <a:gd name="connsiteY3" fmla="*/ 15967 h 46442"/>
                  <a:gd name="connsiteX4" fmla="*/ 6127 w 83752"/>
                  <a:gd name="connsiteY4" fmla="*/ 18341 h 46442"/>
                  <a:gd name="connsiteX5" fmla="*/ 41287 w 83752"/>
                  <a:gd name="connsiteY5" fmla="*/ 18848 h 46442"/>
                  <a:gd name="connsiteX6" fmla="*/ 79367 w 83752"/>
                  <a:gd name="connsiteY6" fmla="*/ 45695 h 46442"/>
                  <a:gd name="connsiteX7" fmla="*/ 83620 w 83752"/>
                  <a:gd name="connsiteY7" fmla="*/ 44172 h 46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3752" h="46442">
                    <a:moveTo>
                      <a:pt x="83620" y="44172"/>
                    </a:moveTo>
                    <a:cubicBezTo>
                      <a:pt x="80002" y="35667"/>
                      <a:pt x="80891" y="29828"/>
                      <a:pt x="62041" y="13708"/>
                    </a:cubicBezTo>
                    <a:cubicBezTo>
                      <a:pt x="41287" y="-4063"/>
                      <a:pt x="13743" y="-2603"/>
                      <a:pt x="2382" y="7043"/>
                    </a:cubicBezTo>
                    <a:cubicBezTo>
                      <a:pt x="-347" y="9233"/>
                      <a:pt x="-791" y="13231"/>
                      <a:pt x="1367" y="15967"/>
                    </a:cubicBezTo>
                    <a:cubicBezTo>
                      <a:pt x="2572" y="17408"/>
                      <a:pt x="4286" y="18277"/>
                      <a:pt x="6127" y="18341"/>
                    </a:cubicBezTo>
                    <a:cubicBezTo>
                      <a:pt x="17868" y="19800"/>
                      <a:pt x="29229" y="16119"/>
                      <a:pt x="41287" y="18848"/>
                    </a:cubicBezTo>
                    <a:cubicBezTo>
                      <a:pt x="58740" y="22847"/>
                      <a:pt x="67626" y="34588"/>
                      <a:pt x="79367" y="45695"/>
                    </a:cubicBezTo>
                    <a:cubicBezTo>
                      <a:pt x="81271" y="47282"/>
                      <a:pt x="84445" y="46139"/>
                      <a:pt x="83620" y="44172"/>
                    </a:cubicBezTo>
                    <a:close/>
                  </a:path>
                </a:pathLst>
              </a:custGeom>
              <a:solidFill>
                <a:srgbClr val="24305E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3" name=""/>
              <p:cNvSpPr/>
              <p:nvPr/>
            </p:nvSpPr>
            <p:spPr>
              <a:xfrm>
                <a:off x="9151841" y="2659711"/>
                <a:ext cx="66691" cy="32453"/>
              </a:xfrm>
              <a:custGeom>
                <a:avLst/>
                <a:gdLst>
                  <a:gd name="connsiteX0" fmla="*/ 66497 w 66686"/>
                  <a:gd name="connsiteY0" fmla="*/ 30760 h 32389"/>
                  <a:gd name="connsiteX1" fmla="*/ 41110 w 66686"/>
                  <a:gd name="connsiteY1" fmla="*/ 677 h 32389"/>
                  <a:gd name="connsiteX2" fmla="*/ 555 w 66686"/>
                  <a:gd name="connsiteY2" fmla="*/ 17877 h 32389"/>
                  <a:gd name="connsiteX3" fmla="*/ 4426 w 66686"/>
                  <a:gd name="connsiteY3" fmla="*/ 21621 h 32389"/>
                  <a:gd name="connsiteX4" fmla="*/ 40158 w 66686"/>
                  <a:gd name="connsiteY4" fmla="*/ 6960 h 32389"/>
                  <a:gd name="connsiteX5" fmla="*/ 63704 w 66686"/>
                  <a:gd name="connsiteY5" fmla="*/ 31712 h 32389"/>
                  <a:gd name="connsiteX6" fmla="*/ 65990 w 66686"/>
                  <a:gd name="connsiteY6" fmla="*/ 32074 h 32389"/>
                  <a:gd name="connsiteX7" fmla="*/ 66688 w 66686"/>
                  <a:gd name="connsiteY7" fmla="*/ 30760 h 32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6686" h="32389">
                    <a:moveTo>
                      <a:pt x="66497" y="30760"/>
                    </a:moveTo>
                    <a:cubicBezTo>
                      <a:pt x="65354" y="16322"/>
                      <a:pt x="55136" y="4206"/>
                      <a:pt x="41110" y="677"/>
                    </a:cubicBezTo>
                    <a:cubicBezTo>
                      <a:pt x="26069" y="-2687"/>
                      <a:pt x="8869" y="7024"/>
                      <a:pt x="555" y="17877"/>
                    </a:cubicBezTo>
                    <a:cubicBezTo>
                      <a:pt x="-1159" y="20161"/>
                      <a:pt x="1380" y="22954"/>
                      <a:pt x="4426" y="21621"/>
                    </a:cubicBezTo>
                    <a:cubicBezTo>
                      <a:pt x="17120" y="16290"/>
                      <a:pt x="23847" y="2581"/>
                      <a:pt x="40158" y="6960"/>
                    </a:cubicBezTo>
                    <a:cubicBezTo>
                      <a:pt x="53550" y="10705"/>
                      <a:pt x="58183" y="21938"/>
                      <a:pt x="63704" y="31712"/>
                    </a:cubicBezTo>
                    <a:cubicBezTo>
                      <a:pt x="64212" y="32448"/>
                      <a:pt x="65291" y="32607"/>
                      <a:pt x="65990" y="32074"/>
                    </a:cubicBezTo>
                    <a:cubicBezTo>
                      <a:pt x="66434" y="31763"/>
                      <a:pt x="66688" y="31281"/>
                      <a:pt x="66688" y="30760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4" name=""/>
              <p:cNvSpPr/>
              <p:nvPr/>
            </p:nvSpPr>
            <p:spPr>
              <a:xfrm>
                <a:off x="9147258" y="2655750"/>
                <a:ext cx="75719" cy="40051"/>
              </a:xfrm>
              <a:custGeom>
                <a:avLst/>
                <a:gdLst>
                  <a:gd name="connsiteX0" fmla="*/ 69684 w 75713"/>
                  <a:gd name="connsiteY0" fmla="*/ 39917 h 39972"/>
                  <a:gd name="connsiteX1" fmla="*/ 63908 w 75713"/>
                  <a:gd name="connsiteY1" fmla="*/ 37188 h 39972"/>
                  <a:gd name="connsiteX2" fmla="*/ 62068 w 75713"/>
                  <a:gd name="connsiteY2" fmla="*/ 33824 h 39972"/>
                  <a:gd name="connsiteX3" fmla="*/ 43028 w 75713"/>
                  <a:gd name="connsiteY3" fmla="*/ 14277 h 39972"/>
                  <a:gd name="connsiteX4" fmla="*/ 23226 w 75713"/>
                  <a:gd name="connsiteY4" fmla="*/ 20623 h 39972"/>
                  <a:gd name="connsiteX5" fmla="*/ 10977 w 75713"/>
                  <a:gd name="connsiteY5" fmla="*/ 28430 h 39972"/>
                  <a:gd name="connsiteX6" fmla="*/ 2092 w 75713"/>
                  <a:gd name="connsiteY6" fmla="*/ 27478 h 39972"/>
                  <a:gd name="connsiteX7" fmla="*/ 1139 w 75713"/>
                  <a:gd name="connsiteY7" fmla="*/ 19912 h 39972"/>
                  <a:gd name="connsiteX8" fmla="*/ 1203 w 75713"/>
                  <a:gd name="connsiteY8" fmla="*/ 19798 h 39972"/>
                  <a:gd name="connsiteX9" fmla="*/ 47026 w 75713"/>
                  <a:gd name="connsiteY9" fmla="*/ 758 h 39972"/>
                  <a:gd name="connsiteX10" fmla="*/ 75713 w 75713"/>
                  <a:gd name="connsiteY10" fmla="*/ 33824 h 39972"/>
                  <a:gd name="connsiteX11" fmla="*/ 75713 w 75713"/>
                  <a:gd name="connsiteY11" fmla="*/ 33824 h 39972"/>
                  <a:gd name="connsiteX12" fmla="*/ 71017 w 75713"/>
                  <a:gd name="connsiteY12" fmla="*/ 39283 h 39972"/>
                  <a:gd name="connsiteX13" fmla="*/ 20053 w 75713"/>
                  <a:gd name="connsiteY13" fmla="*/ 13515 h 39972"/>
                  <a:gd name="connsiteX14" fmla="*/ 13706 w 75713"/>
                  <a:gd name="connsiteY14" fmla="*/ 18529 h 39972"/>
                  <a:gd name="connsiteX15" fmla="*/ 17133 w 75713"/>
                  <a:gd name="connsiteY15" fmla="*/ 15927 h 39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5713" h="39972">
                    <a:moveTo>
                      <a:pt x="69684" y="39917"/>
                    </a:moveTo>
                    <a:cubicBezTo>
                      <a:pt x="67399" y="40234"/>
                      <a:pt x="65114" y="39162"/>
                      <a:pt x="63908" y="37188"/>
                    </a:cubicBezTo>
                    <a:lnTo>
                      <a:pt x="62068" y="33824"/>
                    </a:lnTo>
                    <a:cubicBezTo>
                      <a:pt x="57371" y="25193"/>
                      <a:pt x="52992" y="17069"/>
                      <a:pt x="43028" y="14277"/>
                    </a:cubicBezTo>
                    <a:cubicBezTo>
                      <a:pt x="35221" y="12055"/>
                      <a:pt x="30334" y="15165"/>
                      <a:pt x="23226" y="20623"/>
                    </a:cubicBezTo>
                    <a:cubicBezTo>
                      <a:pt x="19482" y="23752"/>
                      <a:pt x="15356" y="26380"/>
                      <a:pt x="10977" y="28430"/>
                    </a:cubicBezTo>
                    <a:cubicBezTo>
                      <a:pt x="8057" y="29775"/>
                      <a:pt x="4630" y="29407"/>
                      <a:pt x="2092" y="27478"/>
                    </a:cubicBezTo>
                    <a:cubicBezTo>
                      <a:pt x="-257" y="25656"/>
                      <a:pt x="-701" y="22273"/>
                      <a:pt x="1139" y="19912"/>
                    </a:cubicBezTo>
                    <a:cubicBezTo>
                      <a:pt x="1139" y="19874"/>
                      <a:pt x="1203" y="19836"/>
                      <a:pt x="1203" y="19798"/>
                    </a:cubicBezTo>
                    <a:cubicBezTo>
                      <a:pt x="10343" y="7739"/>
                      <a:pt x="29636" y="-2986"/>
                      <a:pt x="47026" y="758"/>
                    </a:cubicBezTo>
                    <a:cubicBezTo>
                      <a:pt x="62703" y="4458"/>
                      <a:pt x="74254" y="17780"/>
                      <a:pt x="75713" y="33824"/>
                    </a:cubicBezTo>
                    <a:lnTo>
                      <a:pt x="75713" y="33824"/>
                    </a:lnTo>
                    <a:cubicBezTo>
                      <a:pt x="75777" y="36572"/>
                      <a:pt x="73746" y="38927"/>
                      <a:pt x="71017" y="39283"/>
                    </a:cubicBezTo>
                    <a:close/>
                    <a:moveTo>
                      <a:pt x="20053" y="13515"/>
                    </a:moveTo>
                    <a:cubicBezTo>
                      <a:pt x="17768" y="14968"/>
                      <a:pt x="15674" y="16650"/>
                      <a:pt x="13706" y="18529"/>
                    </a:cubicBezTo>
                    <a:lnTo>
                      <a:pt x="17133" y="15927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5" name=""/>
              <p:cNvSpPr/>
              <p:nvPr/>
            </p:nvSpPr>
            <p:spPr>
              <a:xfrm>
                <a:off x="9357875" y="2705464"/>
                <a:ext cx="66950" cy="38457"/>
              </a:xfrm>
              <a:custGeom>
                <a:avLst/>
                <a:gdLst>
                  <a:gd name="connsiteX0" fmla="*/ 66938 w 66945"/>
                  <a:gd name="connsiteY0" fmla="*/ 36506 h 38381"/>
                  <a:gd name="connsiteX1" fmla="*/ 40916 w 66945"/>
                  <a:gd name="connsiteY1" fmla="*/ 965 h 38381"/>
                  <a:gd name="connsiteX2" fmla="*/ 551 w 66945"/>
                  <a:gd name="connsiteY2" fmla="*/ 20512 h 38381"/>
                  <a:gd name="connsiteX3" fmla="*/ 1249 w 66945"/>
                  <a:gd name="connsiteY3" fmla="*/ 24758 h 38381"/>
                  <a:gd name="connsiteX4" fmla="*/ 4485 w 66945"/>
                  <a:gd name="connsiteY4" fmla="*/ 24955 h 38381"/>
                  <a:gd name="connsiteX5" fmla="*/ 40028 w 66945"/>
                  <a:gd name="connsiteY5" fmla="*/ 8263 h 38381"/>
                  <a:gd name="connsiteX6" fmla="*/ 63891 w 66945"/>
                  <a:gd name="connsiteY6" fmla="*/ 37585 h 38381"/>
                  <a:gd name="connsiteX7" fmla="*/ 66176 w 66945"/>
                  <a:gd name="connsiteY7" fmla="*/ 38144 h 38381"/>
                  <a:gd name="connsiteX8" fmla="*/ 66938 w 66945"/>
                  <a:gd name="connsiteY8" fmla="*/ 36506 h 38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6945" h="38381">
                    <a:moveTo>
                      <a:pt x="66938" y="36506"/>
                    </a:moveTo>
                    <a:cubicBezTo>
                      <a:pt x="65097" y="21211"/>
                      <a:pt x="56909" y="5344"/>
                      <a:pt x="40916" y="965"/>
                    </a:cubicBezTo>
                    <a:cubicBezTo>
                      <a:pt x="24922" y="-3415"/>
                      <a:pt x="8738" y="7819"/>
                      <a:pt x="551" y="20512"/>
                    </a:cubicBezTo>
                    <a:cubicBezTo>
                      <a:pt x="-401" y="21883"/>
                      <a:pt x="-84" y="23787"/>
                      <a:pt x="1249" y="24758"/>
                    </a:cubicBezTo>
                    <a:cubicBezTo>
                      <a:pt x="2201" y="25431"/>
                      <a:pt x="3471" y="25507"/>
                      <a:pt x="4485" y="24955"/>
                    </a:cubicBezTo>
                    <a:cubicBezTo>
                      <a:pt x="17179" y="18608"/>
                      <a:pt x="23526" y="2742"/>
                      <a:pt x="40028" y="8263"/>
                    </a:cubicBezTo>
                    <a:cubicBezTo>
                      <a:pt x="53483" y="12833"/>
                      <a:pt x="58306" y="26034"/>
                      <a:pt x="63891" y="37585"/>
                    </a:cubicBezTo>
                    <a:cubicBezTo>
                      <a:pt x="64335" y="38366"/>
                      <a:pt x="65351" y="38613"/>
                      <a:pt x="66176" y="38144"/>
                    </a:cubicBezTo>
                    <a:cubicBezTo>
                      <a:pt x="66747" y="37801"/>
                      <a:pt x="67001" y="37160"/>
                      <a:pt x="66938" y="36506"/>
                    </a:cubicBezTo>
                    <a:close/>
                  </a:path>
                </a:pathLst>
              </a:custGeom>
              <a:solidFill>
                <a:srgbClr val="503160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6" name=""/>
              <p:cNvSpPr/>
              <p:nvPr/>
            </p:nvSpPr>
            <p:spPr>
              <a:xfrm>
                <a:off x="9353337" y="2701355"/>
                <a:ext cx="75992" cy="46757"/>
              </a:xfrm>
              <a:custGeom>
                <a:avLst/>
                <a:gdLst>
                  <a:gd name="connsiteX0" fmla="*/ 70142 w 75986"/>
                  <a:gd name="connsiteY0" fmla="*/ 46636 h 46665"/>
                  <a:gd name="connsiteX1" fmla="*/ 64304 w 75986"/>
                  <a:gd name="connsiteY1" fmla="*/ 43399 h 46665"/>
                  <a:gd name="connsiteX2" fmla="*/ 62400 w 75986"/>
                  <a:gd name="connsiteY2" fmla="*/ 39464 h 46665"/>
                  <a:gd name="connsiteX3" fmla="*/ 42979 w 75986"/>
                  <a:gd name="connsiteY3" fmla="*/ 16298 h 46665"/>
                  <a:gd name="connsiteX4" fmla="*/ 23241 w 75986"/>
                  <a:gd name="connsiteY4" fmla="*/ 23787 h 46665"/>
                  <a:gd name="connsiteX5" fmla="*/ 11119 w 75986"/>
                  <a:gd name="connsiteY5" fmla="*/ 32736 h 46665"/>
                  <a:gd name="connsiteX6" fmla="*/ 2170 w 75986"/>
                  <a:gd name="connsiteY6" fmla="*/ 31530 h 46665"/>
                  <a:gd name="connsiteX7" fmla="*/ 1154 w 75986"/>
                  <a:gd name="connsiteY7" fmla="*/ 22518 h 46665"/>
                  <a:gd name="connsiteX8" fmla="*/ 46787 w 75986"/>
                  <a:gd name="connsiteY8" fmla="*/ 1066 h 46665"/>
                  <a:gd name="connsiteX9" fmla="*/ 75982 w 75986"/>
                  <a:gd name="connsiteY9" fmla="*/ 40098 h 46665"/>
                  <a:gd name="connsiteX10" fmla="*/ 75982 w 75986"/>
                  <a:gd name="connsiteY10" fmla="*/ 40098 h 46665"/>
                  <a:gd name="connsiteX11" fmla="*/ 71349 w 75986"/>
                  <a:gd name="connsiteY11" fmla="*/ 46445 h 46665"/>
                  <a:gd name="connsiteX12" fmla="*/ 20068 w 75986"/>
                  <a:gd name="connsiteY12" fmla="*/ 14902 h 46665"/>
                  <a:gd name="connsiteX13" fmla="*/ 13721 w 75986"/>
                  <a:gd name="connsiteY13" fmla="*/ 20614 h 46665"/>
                  <a:gd name="connsiteX14" fmla="*/ 17148 w 75986"/>
                  <a:gd name="connsiteY14" fmla="*/ 17631 h 466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75986" h="46665">
                    <a:moveTo>
                      <a:pt x="70142" y="46636"/>
                    </a:moveTo>
                    <a:cubicBezTo>
                      <a:pt x="67731" y="46883"/>
                      <a:pt x="65382" y="45595"/>
                      <a:pt x="64304" y="43399"/>
                    </a:cubicBezTo>
                    <a:lnTo>
                      <a:pt x="62400" y="39464"/>
                    </a:lnTo>
                    <a:cubicBezTo>
                      <a:pt x="57640" y="29309"/>
                      <a:pt x="53134" y="19725"/>
                      <a:pt x="42979" y="16298"/>
                    </a:cubicBezTo>
                    <a:cubicBezTo>
                      <a:pt x="35172" y="13633"/>
                      <a:pt x="30286" y="17187"/>
                      <a:pt x="23241" y="23787"/>
                    </a:cubicBezTo>
                    <a:cubicBezTo>
                      <a:pt x="19623" y="27329"/>
                      <a:pt x="15561" y="30337"/>
                      <a:pt x="11119" y="32736"/>
                    </a:cubicBezTo>
                    <a:cubicBezTo>
                      <a:pt x="8199" y="34253"/>
                      <a:pt x="4581" y="33771"/>
                      <a:pt x="2170" y="31530"/>
                    </a:cubicBezTo>
                    <a:cubicBezTo>
                      <a:pt x="-306" y="29163"/>
                      <a:pt x="-686" y="25374"/>
                      <a:pt x="1154" y="22518"/>
                    </a:cubicBezTo>
                    <a:cubicBezTo>
                      <a:pt x="10166" y="8555"/>
                      <a:pt x="29334" y="-3757"/>
                      <a:pt x="46787" y="1066"/>
                    </a:cubicBezTo>
                    <a:cubicBezTo>
                      <a:pt x="65446" y="6207"/>
                      <a:pt x="74077" y="24613"/>
                      <a:pt x="75982" y="40098"/>
                    </a:cubicBezTo>
                    <a:lnTo>
                      <a:pt x="75982" y="40098"/>
                    </a:lnTo>
                    <a:cubicBezTo>
                      <a:pt x="76109" y="43030"/>
                      <a:pt x="74204" y="45652"/>
                      <a:pt x="71349" y="46445"/>
                    </a:cubicBezTo>
                    <a:close/>
                    <a:moveTo>
                      <a:pt x="20068" y="14902"/>
                    </a:moveTo>
                    <a:cubicBezTo>
                      <a:pt x="17782" y="16590"/>
                      <a:pt x="15625" y="18507"/>
                      <a:pt x="13721" y="20614"/>
                    </a:cubicBezTo>
                    <a:lnTo>
                      <a:pt x="17148" y="17631"/>
                    </a:ln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7" name=""/>
              <p:cNvSpPr/>
              <p:nvPr/>
            </p:nvSpPr>
            <p:spPr>
              <a:xfrm>
                <a:off x="9166744" y="2570513"/>
                <a:ext cx="77137" cy="34689"/>
              </a:xfrm>
              <a:custGeom>
                <a:avLst/>
                <a:gdLst>
                  <a:gd name="connsiteX0" fmla="*/ 2536 w 77131"/>
                  <a:gd name="connsiteY0" fmla="*/ 20140 h 34621"/>
                  <a:gd name="connsiteX1" fmla="*/ 41632 w 77131"/>
                  <a:gd name="connsiteY1" fmla="*/ 16268 h 34621"/>
                  <a:gd name="connsiteX2" fmla="*/ 68288 w 77131"/>
                  <a:gd name="connsiteY2" fmla="*/ 33785 h 34621"/>
                  <a:gd name="connsiteX3" fmla="*/ 76285 w 77131"/>
                  <a:gd name="connsiteY3" fmla="*/ 31792 h 34621"/>
                  <a:gd name="connsiteX4" fmla="*/ 76856 w 77131"/>
                  <a:gd name="connsiteY4" fmla="*/ 26994 h 34621"/>
                  <a:gd name="connsiteX5" fmla="*/ 252 w 77131"/>
                  <a:gd name="connsiteY5" fmla="*/ 17030 h 34621"/>
                  <a:gd name="connsiteX6" fmla="*/ 1203 w 77131"/>
                  <a:gd name="connsiteY6" fmla="*/ 19936 h 34621"/>
                  <a:gd name="connsiteX7" fmla="*/ 2536 w 77131"/>
                  <a:gd name="connsiteY7" fmla="*/ 20140 h 346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7131" h="34621">
                    <a:moveTo>
                      <a:pt x="2536" y="20140"/>
                    </a:moveTo>
                    <a:cubicBezTo>
                      <a:pt x="15928" y="16522"/>
                      <a:pt x="27352" y="11318"/>
                      <a:pt x="41632" y="16268"/>
                    </a:cubicBezTo>
                    <a:cubicBezTo>
                      <a:pt x="52167" y="19886"/>
                      <a:pt x="59022" y="28073"/>
                      <a:pt x="68288" y="33785"/>
                    </a:cubicBezTo>
                    <a:cubicBezTo>
                      <a:pt x="71080" y="35448"/>
                      <a:pt x="74635" y="34553"/>
                      <a:pt x="76285" y="31792"/>
                    </a:cubicBezTo>
                    <a:cubicBezTo>
                      <a:pt x="77174" y="30345"/>
                      <a:pt x="77363" y="28600"/>
                      <a:pt x="76856" y="26994"/>
                    </a:cubicBezTo>
                    <a:cubicBezTo>
                      <a:pt x="64670" y="-4739"/>
                      <a:pt x="17832" y="-9055"/>
                      <a:pt x="252" y="17030"/>
                    </a:cubicBezTo>
                    <a:cubicBezTo>
                      <a:pt x="-320" y="18089"/>
                      <a:pt x="125" y="19391"/>
                      <a:pt x="1203" y="19936"/>
                    </a:cubicBezTo>
                    <a:cubicBezTo>
                      <a:pt x="1584" y="20146"/>
                      <a:pt x="2092" y="20216"/>
                      <a:pt x="2536" y="20140"/>
                    </a:cubicBezTo>
                    <a:close/>
                  </a:path>
                </a:pathLst>
              </a:custGeom>
              <a:solidFill>
                <a:srgbClr val="151C3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8" name=""/>
              <p:cNvSpPr/>
              <p:nvPr/>
            </p:nvSpPr>
            <p:spPr>
              <a:xfrm rot="17251800">
                <a:off x="9130646" y="2681392"/>
                <a:ext cx="40318" cy="70962"/>
              </a:xfrm>
              <a:custGeom>
                <a:avLst/>
                <a:gdLst>
                  <a:gd name="connsiteX0" fmla="*/ 40239 w 40238"/>
                  <a:gd name="connsiteY0" fmla="*/ 35478 h 70956"/>
                  <a:gd name="connsiteX1" fmla="*/ 20120 w 40238"/>
                  <a:gd name="connsiteY1" fmla="*/ 70956 h 70956"/>
                  <a:gd name="connsiteX2" fmla="*/ 0 w 40238"/>
                  <a:gd name="connsiteY2" fmla="*/ 35478 h 70956"/>
                  <a:gd name="connsiteX3" fmla="*/ 20120 w 40238"/>
                  <a:gd name="connsiteY3" fmla="*/ 0 h 70956"/>
                  <a:gd name="connsiteX4" fmla="*/ 40239 w 40238"/>
                  <a:gd name="connsiteY4" fmla="*/ 35478 h 709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238" h="70956">
                    <a:moveTo>
                      <a:pt x="40239" y="35478"/>
                    </a:moveTo>
                    <a:cubicBezTo>
                      <a:pt x="40239" y="55072"/>
                      <a:pt x="31231" y="70956"/>
                      <a:pt x="20120" y="70956"/>
                    </a:cubicBezTo>
                    <a:cubicBezTo>
                      <a:pt x="9008" y="70956"/>
                      <a:pt x="0" y="55072"/>
                      <a:pt x="0" y="35478"/>
                    </a:cubicBezTo>
                    <a:cubicBezTo>
                      <a:pt x="0" y="15884"/>
                      <a:pt x="9008" y="0"/>
                      <a:pt x="20120" y="0"/>
                    </a:cubicBezTo>
                    <a:cubicBezTo>
                      <a:pt x="31231" y="0"/>
                      <a:pt x="40239" y="15884"/>
                      <a:pt x="40239" y="35478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69" name=""/>
              <p:cNvSpPr/>
              <p:nvPr/>
            </p:nvSpPr>
            <p:spPr>
              <a:xfrm rot="21331800">
                <a:off x="9423715" y="2749478"/>
                <a:ext cx="70962" cy="40318"/>
              </a:xfrm>
              <a:custGeom>
                <a:avLst/>
                <a:gdLst>
                  <a:gd name="connsiteX0" fmla="*/ 70957 w 70956"/>
                  <a:gd name="connsiteY0" fmla="*/ 20119 h 40238"/>
                  <a:gd name="connsiteX1" fmla="*/ 35479 w 70956"/>
                  <a:gd name="connsiteY1" fmla="*/ 40238 h 40238"/>
                  <a:gd name="connsiteX2" fmla="*/ 1 w 70956"/>
                  <a:gd name="connsiteY2" fmla="*/ 20119 h 40238"/>
                  <a:gd name="connsiteX3" fmla="*/ 35479 w 70956"/>
                  <a:gd name="connsiteY3" fmla="*/ 0 h 40238"/>
                  <a:gd name="connsiteX4" fmla="*/ 70957 w 70956"/>
                  <a:gd name="connsiteY4" fmla="*/ 20119 h 402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0956" h="40238">
                    <a:moveTo>
                      <a:pt x="70957" y="20119"/>
                    </a:moveTo>
                    <a:cubicBezTo>
                      <a:pt x="70957" y="31230"/>
                      <a:pt x="55073" y="40238"/>
                      <a:pt x="35479" y="40238"/>
                    </a:cubicBezTo>
                    <a:cubicBezTo>
                      <a:pt x="15885" y="40238"/>
                      <a:pt x="1" y="31231"/>
                      <a:pt x="1" y="20119"/>
                    </a:cubicBezTo>
                    <a:cubicBezTo>
                      <a:pt x="1" y="9008"/>
                      <a:pt x="15885" y="0"/>
                      <a:pt x="35479" y="0"/>
                    </a:cubicBezTo>
                    <a:cubicBezTo>
                      <a:pt x="55073" y="0"/>
                      <a:pt x="70957" y="9008"/>
                      <a:pt x="70957" y="20119"/>
                    </a:cubicBezTo>
                    <a:close/>
                  </a:path>
                </a:pathLst>
              </a:custGeom>
              <a:solidFill>
                <a:srgbClr val="FFA598">
                  <a:alpha val="31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0" name=""/>
              <p:cNvSpPr/>
              <p:nvPr/>
            </p:nvSpPr>
            <p:spPr>
              <a:xfrm>
                <a:off x="9217321" y="2818869"/>
                <a:ext cx="115511" cy="77463"/>
              </a:xfrm>
              <a:custGeom>
                <a:avLst/>
                <a:gdLst>
                  <a:gd name="connsiteX0" fmla="*/ 114437 w 115502"/>
                  <a:gd name="connsiteY0" fmla="*/ 8117 h 77310"/>
                  <a:gd name="connsiteX1" fmla="*/ 68297 w 115502"/>
                  <a:gd name="connsiteY1" fmla="*/ 76248 h 77310"/>
                  <a:gd name="connsiteX2" fmla="*/ 197 w 115502"/>
                  <a:gd name="connsiteY2" fmla="*/ 30140 h 77310"/>
                  <a:gd name="connsiteX3" fmla="*/ 197 w 115502"/>
                  <a:gd name="connsiteY3" fmla="*/ 30140 h 77310"/>
                  <a:gd name="connsiteX4" fmla="*/ 8003 w 115502"/>
                  <a:gd name="connsiteY4" fmla="*/ 18417 h 77310"/>
                  <a:gd name="connsiteX5" fmla="*/ 8130 w 115502"/>
                  <a:gd name="connsiteY5" fmla="*/ 18398 h 77310"/>
                  <a:gd name="connsiteX6" fmla="*/ 102125 w 115502"/>
                  <a:gd name="connsiteY6" fmla="*/ 183 h 77310"/>
                  <a:gd name="connsiteX7" fmla="*/ 113867 w 115502"/>
                  <a:gd name="connsiteY7" fmla="*/ 8117 h 773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5502" h="77310">
                    <a:moveTo>
                      <a:pt x="114437" y="8117"/>
                    </a:moveTo>
                    <a:cubicBezTo>
                      <a:pt x="120530" y="39666"/>
                      <a:pt x="99903" y="70168"/>
                      <a:pt x="68297" y="76248"/>
                    </a:cubicBezTo>
                    <a:cubicBezTo>
                      <a:pt x="36754" y="82329"/>
                      <a:pt x="6290" y="61689"/>
                      <a:pt x="197" y="30140"/>
                    </a:cubicBezTo>
                    <a:lnTo>
                      <a:pt x="197" y="30140"/>
                    </a:lnTo>
                    <a:cubicBezTo>
                      <a:pt x="-882" y="24745"/>
                      <a:pt x="2609" y="19496"/>
                      <a:pt x="8003" y="18417"/>
                    </a:cubicBezTo>
                    <a:cubicBezTo>
                      <a:pt x="8067" y="18411"/>
                      <a:pt x="8067" y="18405"/>
                      <a:pt x="8130" y="18398"/>
                    </a:cubicBezTo>
                    <a:lnTo>
                      <a:pt x="102125" y="183"/>
                    </a:lnTo>
                    <a:cubicBezTo>
                      <a:pt x="107583" y="-864"/>
                      <a:pt x="112787" y="2684"/>
                      <a:pt x="113867" y="8117"/>
                    </a:cubicBezTo>
                    <a:close/>
                  </a:path>
                </a:pathLst>
              </a:custGeom>
              <a:solidFill>
                <a:srgbClr val="CF383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1" name=""/>
              <p:cNvSpPr/>
              <p:nvPr/>
            </p:nvSpPr>
            <p:spPr>
              <a:xfrm>
                <a:off x="9258331" y="2874315"/>
                <a:ext cx="61313" cy="21634"/>
              </a:xfrm>
              <a:custGeom>
                <a:avLst/>
                <a:gdLst>
                  <a:gd name="connsiteX0" fmla="*/ 1 w 61308"/>
                  <a:gd name="connsiteY0" fmla="*/ 19104 h 21591"/>
                  <a:gd name="connsiteX1" fmla="*/ 27292 w 61308"/>
                  <a:gd name="connsiteY1" fmla="*/ 20563 h 21591"/>
                  <a:gd name="connsiteX2" fmla="*/ 61310 w 61308"/>
                  <a:gd name="connsiteY2" fmla="*/ 0 h 21591"/>
                  <a:gd name="connsiteX3" fmla="*/ 1 w 61308"/>
                  <a:gd name="connsiteY3" fmla="*/ 19104 h 215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1308" h="21591">
                    <a:moveTo>
                      <a:pt x="1" y="19104"/>
                    </a:moveTo>
                    <a:cubicBezTo>
                      <a:pt x="8822" y="21820"/>
                      <a:pt x="18216" y="22321"/>
                      <a:pt x="27292" y="20563"/>
                    </a:cubicBezTo>
                    <a:cubicBezTo>
                      <a:pt x="40683" y="17955"/>
                      <a:pt x="52742" y="10669"/>
                      <a:pt x="61310" y="0"/>
                    </a:cubicBezTo>
                    <a:cubicBezTo>
                      <a:pt x="39668" y="1428"/>
                      <a:pt x="18660" y="7972"/>
                      <a:pt x="1" y="19104"/>
                    </a:cubicBezTo>
                    <a:close/>
                  </a:path>
                </a:pathLst>
              </a:custGeom>
              <a:solidFill>
                <a:srgbClr val="FFB9A4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2" name=""/>
              <p:cNvSpPr/>
              <p:nvPr/>
            </p:nvSpPr>
            <p:spPr>
              <a:xfrm>
                <a:off x="9257442" y="2854672"/>
                <a:ext cx="70581" cy="41502"/>
              </a:xfrm>
              <a:custGeom>
                <a:avLst/>
                <a:gdLst>
                  <a:gd name="connsiteX0" fmla="*/ 10156 w 70575"/>
                  <a:gd name="connsiteY0" fmla="*/ 18842 h 41420"/>
                  <a:gd name="connsiteX1" fmla="*/ 1 w 70575"/>
                  <a:gd name="connsiteY1" fmla="*/ 38771 h 41420"/>
                  <a:gd name="connsiteX2" fmla="*/ 28180 w 70575"/>
                  <a:gd name="connsiteY2" fmla="*/ 40357 h 41420"/>
                  <a:gd name="connsiteX3" fmla="*/ 70576 w 70575"/>
                  <a:gd name="connsiteY3" fmla="*/ 5704 h 41420"/>
                  <a:gd name="connsiteX4" fmla="*/ 44808 w 70575"/>
                  <a:gd name="connsiteY4" fmla="*/ 56 h 41420"/>
                  <a:gd name="connsiteX5" fmla="*/ 10156 w 70575"/>
                  <a:gd name="connsiteY5" fmla="*/ 18842 h 41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0575" h="41420">
                    <a:moveTo>
                      <a:pt x="10156" y="18842"/>
                    </a:moveTo>
                    <a:cubicBezTo>
                      <a:pt x="5840" y="24954"/>
                      <a:pt x="2413" y="31669"/>
                      <a:pt x="1" y="38771"/>
                    </a:cubicBezTo>
                    <a:cubicBezTo>
                      <a:pt x="9140" y="41646"/>
                      <a:pt x="18787" y="42191"/>
                      <a:pt x="28180" y="40357"/>
                    </a:cubicBezTo>
                    <a:cubicBezTo>
                      <a:pt x="47220" y="36676"/>
                      <a:pt x="63151" y="23653"/>
                      <a:pt x="70576" y="5704"/>
                    </a:cubicBezTo>
                    <a:cubicBezTo>
                      <a:pt x="62643" y="1585"/>
                      <a:pt x="53758" y="-363"/>
                      <a:pt x="44808" y="56"/>
                    </a:cubicBezTo>
                    <a:cubicBezTo>
                      <a:pt x="30910" y="494"/>
                      <a:pt x="18089" y="7456"/>
                      <a:pt x="10156" y="18842"/>
                    </a:cubicBezTo>
                    <a:close/>
                  </a:path>
                </a:pathLst>
              </a:custGeom>
              <a:solidFill>
                <a:srgbClr val="FF66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3" name=""/>
              <p:cNvSpPr/>
              <p:nvPr/>
            </p:nvSpPr>
            <p:spPr>
              <a:xfrm>
                <a:off x="5749602" y="1434454"/>
                <a:ext cx="451411" cy="221365"/>
              </a:xfrm>
              <a:custGeom>
                <a:avLst/>
                <a:gdLst>
                  <a:gd name="connsiteX0" fmla="*/ 0 w 451376"/>
                  <a:gd name="connsiteY0" fmla="*/ 181706 h 220928"/>
                  <a:gd name="connsiteX1" fmla="*/ 146482 w 451376"/>
                  <a:gd name="connsiteY1" fmla="*/ 220928 h 220928"/>
                  <a:gd name="connsiteX2" fmla="*/ 451377 w 451376"/>
                  <a:gd name="connsiteY2" fmla="*/ 0 h 220928"/>
                  <a:gd name="connsiteX3" fmla="*/ 0 w 451376"/>
                  <a:gd name="connsiteY3" fmla="*/ 181706 h 2209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451376" h="220928">
                    <a:moveTo>
                      <a:pt x="0" y="181706"/>
                    </a:moveTo>
                    <a:lnTo>
                      <a:pt x="146482" y="220928"/>
                    </a:lnTo>
                    <a:lnTo>
                      <a:pt x="451377" y="0"/>
                    </a:lnTo>
                    <a:lnTo>
                      <a:pt x="0" y="181706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4" name=""/>
              <p:cNvSpPr/>
              <p:nvPr/>
            </p:nvSpPr>
            <p:spPr>
              <a:xfrm>
                <a:off x="5896096" y="1434454"/>
                <a:ext cx="304919" cy="361268"/>
              </a:xfrm>
              <a:custGeom>
                <a:avLst/>
                <a:gdLst>
                  <a:gd name="connsiteX0" fmla="*/ 40873 w 304895"/>
                  <a:gd name="connsiteY0" fmla="*/ 360556 h 360555"/>
                  <a:gd name="connsiteX1" fmla="*/ 0 w 304895"/>
                  <a:gd name="connsiteY1" fmla="*/ 220928 h 360555"/>
                  <a:gd name="connsiteX2" fmla="*/ 304895 w 304895"/>
                  <a:gd name="connsiteY2" fmla="*/ 0 h 360555"/>
                  <a:gd name="connsiteX3" fmla="*/ 198906 w 304895"/>
                  <a:gd name="connsiteY3" fmla="*/ 252281 h 360555"/>
                  <a:gd name="connsiteX4" fmla="*/ 40873 w 304895"/>
                  <a:gd name="connsiteY4" fmla="*/ 360556 h 3605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4895" h="360555">
                    <a:moveTo>
                      <a:pt x="40873" y="360556"/>
                    </a:moveTo>
                    <a:lnTo>
                      <a:pt x="0" y="220928"/>
                    </a:lnTo>
                    <a:lnTo>
                      <a:pt x="304895" y="0"/>
                    </a:lnTo>
                    <a:lnTo>
                      <a:pt x="198906" y="252281"/>
                    </a:lnTo>
                    <a:lnTo>
                      <a:pt x="40873" y="36055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5" name=""/>
              <p:cNvSpPr/>
              <p:nvPr/>
            </p:nvSpPr>
            <p:spPr>
              <a:xfrm>
                <a:off x="6003998" y="1434454"/>
                <a:ext cx="197016" cy="267406"/>
              </a:xfrm>
              <a:custGeom>
                <a:avLst/>
                <a:gdLst>
                  <a:gd name="connsiteX0" fmla="*/ 183356 w 197001"/>
                  <a:gd name="connsiteY0" fmla="*/ 266878 h 266878"/>
                  <a:gd name="connsiteX1" fmla="*/ 0 w 197001"/>
                  <a:gd name="connsiteY1" fmla="*/ 237938 h 266878"/>
                  <a:gd name="connsiteX2" fmla="*/ 197001 w 197001"/>
                  <a:gd name="connsiteY2" fmla="*/ 0 h 266878"/>
                  <a:gd name="connsiteX3" fmla="*/ 183356 w 197001"/>
                  <a:gd name="connsiteY3" fmla="*/ 266878 h 266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7001" h="266878">
                    <a:moveTo>
                      <a:pt x="183356" y="266878"/>
                    </a:moveTo>
                    <a:lnTo>
                      <a:pt x="0" y="237938"/>
                    </a:lnTo>
                    <a:lnTo>
                      <a:pt x="197001" y="0"/>
                    </a:lnTo>
                    <a:lnTo>
                      <a:pt x="183356" y="26687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6" name=""/>
              <p:cNvSpPr/>
              <p:nvPr/>
            </p:nvSpPr>
            <p:spPr>
              <a:xfrm>
                <a:off x="5936972" y="1672863"/>
                <a:ext cx="158044" cy="122860"/>
              </a:xfrm>
              <a:custGeom>
                <a:avLst/>
                <a:gdLst>
                  <a:gd name="connsiteX0" fmla="*/ 0 w 158032"/>
                  <a:gd name="connsiteY0" fmla="*/ 122618 h 122618"/>
                  <a:gd name="connsiteX1" fmla="*/ 67021 w 158032"/>
                  <a:gd name="connsiteY1" fmla="*/ 0 h 122618"/>
                  <a:gd name="connsiteX2" fmla="*/ 158033 w 158032"/>
                  <a:gd name="connsiteY2" fmla="*/ 14344 h 122618"/>
                  <a:gd name="connsiteX3" fmla="*/ 0 w 158032"/>
                  <a:gd name="connsiteY3" fmla="*/ 122618 h 1226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8032" h="122618">
                    <a:moveTo>
                      <a:pt x="0" y="122618"/>
                    </a:moveTo>
                    <a:lnTo>
                      <a:pt x="67021" y="0"/>
                    </a:lnTo>
                    <a:lnTo>
                      <a:pt x="158033" y="14344"/>
                    </a:lnTo>
                    <a:lnTo>
                      <a:pt x="0" y="12261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7" name=""/>
              <p:cNvSpPr/>
              <p:nvPr/>
            </p:nvSpPr>
            <p:spPr>
              <a:xfrm>
                <a:off x="11985781" y="3174280"/>
                <a:ext cx="205966" cy="100984"/>
              </a:xfrm>
              <a:custGeom>
                <a:avLst/>
                <a:gdLst>
                  <a:gd name="connsiteX0" fmla="*/ 205951 w 205950"/>
                  <a:gd name="connsiteY0" fmla="*/ 82888 h 100785"/>
                  <a:gd name="connsiteX1" fmla="*/ 139120 w 205950"/>
                  <a:gd name="connsiteY1" fmla="*/ 100785 h 100785"/>
                  <a:gd name="connsiteX2" fmla="*/ 0 w 205950"/>
                  <a:gd name="connsiteY2" fmla="*/ 0 h 100785"/>
                  <a:gd name="connsiteX3" fmla="*/ 205951 w 205950"/>
                  <a:gd name="connsiteY3" fmla="*/ 82888 h 10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05950" h="100785">
                    <a:moveTo>
                      <a:pt x="205951" y="82888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205951" y="82888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8" name=""/>
              <p:cNvSpPr/>
              <p:nvPr/>
            </p:nvSpPr>
            <p:spPr>
              <a:xfrm>
                <a:off x="11985781" y="3174280"/>
                <a:ext cx="139130" cy="164831"/>
              </a:xfrm>
              <a:custGeom>
                <a:avLst/>
                <a:gdLst>
                  <a:gd name="connsiteX0" fmla="*/ 120460 w 139119"/>
                  <a:gd name="connsiteY0" fmla="*/ 164506 h 164506"/>
                  <a:gd name="connsiteX1" fmla="*/ 139120 w 139119"/>
                  <a:gd name="connsiteY1" fmla="*/ 100785 h 164506"/>
                  <a:gd name="connsiteX2" fmla="*/ 0 w 139119"/>
                  <a:gd name="connsiteY2" fmla="*/ 0 h 164506"/>
                  <a:gd name="connsiteX3" fmla="*/ 48362 w 139119"/>
                  <a:gd name="connsiteY3" fmla="*/ 115129 h 164506"/>
                  <a:gd name="connsiteX4" fmla="*/ 120460 w 139119"/>
                  <a:gd name="connsiteY4" fmla="*/ 164506 h 164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39119" h="164506">
                    <a:moveTo>
                      <a:pt x="120460" y="164506"/>
                    </a:moveTo>
                    <a:lnTo>
                      <a:pt x="139120" y="100785"/>
                    </a:lnTo>
                    <a:lnTo>
                      <a:pt x="0" y="0"/>
                    </a:lnTo>
                    <a:lnTo>
                      <a:pt x="48362" y="115129"/>
                    </a:lnTo>
                    <a:lnTo>
                      <a:pt x="120460" y="164506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79" name=""/>
              <p:cNvSpPr/>
              <p:nvPr/>
            </p:nvSpPr>
            <p:spPr>
              <a:xfrm>
                <a:off x="11985781" y="3174280"/>
                <a:ext cx="89939" cy="122033"/>
              </a:xfrm>
              <a:custGeom>
                <a:avLst/>
                <a:gdLst>
                  <a:gd name="connsiteX0" fmla="*/ 6220 w 89932"/>
                  <a:gd name="connsiteY0" fmla="*/ 121793 h 121792"/>
                  <a:gd name="connsiteX1" fmla="*/ 89933 w 89932"/>
                  <a:gd name="connsiteY1" fmla="*/ 108529 h 121792"/>
                  <a:gd name="connsiteX2" fmla="*/ 0 w 89932"/>
                  <a:gd name="connsiteY2" fmla="*/ 0 h 121792"/>
                  <a:gd name="connsiteX3" fmla="*/ 6220 w 89932"/>
                  <a:gd name="connsiteY3" fmla="*/ 121793 h 1217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9932" h="121792">
                    <a:moveTo>
                      <a:pt x="6220" y="121793"/>
                    </a:moveTo>
                    <a:lnTo>
                      <a:pt x="89933" y="108529"/>
                    </a:lnTo>
                    <a:lnTo>
                      <a:pt x="0" y="0"/>
                    </a:lnTo>
                    <a:lnTo>
                      <a:pt x="6220" y="12179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0" name=""/>
              <p:cNvSpPr/>
              <p:nvPr/>
            </p:nvSpPr>
            <p:spPr>
              <a:xfrm>
                <a:off x="12034147" y="3283023"/>
                <a:ext cx="72104" cy="56088"/>
              </a:xfrm>
              <a:custGeom>
                <a:avLst/>
                <a:gdLst>
                  <a:gd name="connsiteX0" fmla="*/ 72098 w 72098"/>
                  <a:gd name="connsiteY0" fmla="*/ 55978 h 55977"/>
                  <a:gd name="connsiteX1" fmla="*/ 41571 w 72098"/>
                  <a:gd name="connsiteY1" fmla="*/ 0 h 55977"/>
                  <a:gd name="connsiteX2" fmla="*/ 0 w 72098"/>
                  <a:gd name="connsiteY2" fmla="*/ 6600 h 55977"/>
                  <a:gd name="connsiteX3" fmla="*/ 72098 w 72098"/>
                  <a:gd name="connsiteY3" fmla="*/ 55978 h 559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2098" h="55977">
                    <a:moveTo>
                      <a:pt x="72098" y="55978"/>
                    </a:moveTo>
                    <a:lnTo>
                      <a:pt x="41571" y="0"/>
                    </a:lnTo>
                    <a:lnTo>
                      <a:pt x="0" y="6600"/>
                    </a:lnTo>
                    <a:lnTo>
                      <a:pt x="72098" y="5597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1" name=""/>
              <p:cNvSpPr/>
              <p:nvPr/>
            </p:nvSpPr>
            <p:spPr>
              <a:xfrm>
                <a:off x="5010473" y="2643474"/>
                <a:ext cx="323262" cy="226262"/>
              </a:xfrm>
              <a:custGeom>
                <a:avLst/>
                <a:gdLst>
                  <a:gd name="connsiteX0" fmla="*/ 323237 w 323237"/>
                  <a:gd name="connsiteY0" fmla="*/ 197763 h 225815"/>
                  <a:gd name="connsiteX1" fmla="*/ 218326 w 323237"/>
                  <a:gd name="connsiteY1" fmla="*/ 225815 h 225815"/>
                  <a:gd name="connsiteX2" fmla="*/ 0 w 323237"/>
                  <a:gd name="connsiteY2" fmla="*/ 0 h 225815"/>
                  <a:gd name="connsiteX3" fmla="*/ 323237 w 323237"/>
                  <a:gd name="connsiteY3" fmla="*/ 197763 h 2258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23237" h="225815">
                    <a:moveTo>
                      <a:pt x="323237" y="197763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323237" y="197763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2" name=""/>
              <p:cNvSpPr/>
              <p:nvPr/>
            </p:nvSpPr>
            <p:spPr>
              <a:xfrm>
                <a:off x="5010473" y="2643474"/>
                <a:ext cx="218343" cy="326483"/>
              </a:xfrm>
              <a:custGeom>
                <a:avLst/>
                <a:gdLst>
                  <a:gd name="connsiteX0" fmla="*/ 164443 w 218326"/>
                  <a:gd name="connsiteY0" fmla="*/ 325839 h 325839"/>
                  <a:gd name="connsiteX1" fmla="*/ 218326 w 218326"/>
                  <a:gd name="connsiteY1" fmla="*/ 225815 h 325839"/>
                  <a:gd name="connsiteX2" fmla="*/ 0 w 218326"/>
                  <a:gd name="connsiteY2" fmla="*/ 0 h 325839"/>
                  <a:gd name="connsiteX3" fmla="*/ 75906 w 218326"/>
                  <a:gd name="connsiteY3" fmla="*/ 248346 h 325839"/>
                  <a:gd name="connsiteX4" fmla="*/ 164443 w 218326"/>
                  <a:gd name="connsiteY4" fmla="*/ 325839 h 325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8326" h="325839">
                    <a:moveTo>
                      <a:pt x="164443" y="325839"/>
                    </a:moveTo>
                    <a:lnTo>
                      <a:pt x="218326" y="225815"/>
                    </a:lnTo>
                    <a:lnTo>
                      <a:pt x="0" y="0"/>
                    </a:lnTo>
                    <a:lnTo>
                      <a:pt x="75906" y="248346"/>
                    </a:lnTo>
                    <a:lnTo>
                      <a:pt x="164443" y="325839"/>
                    </a:lnTo>
                    <a:close/>
                  </a:path>
                </a:pathLst>
              </a:custGeom>
              <a:solidFill>
                <a:srgbClr val="FFE4B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3" name=""/>
              <p:cNvSpPr/>
              <p:nvPr/>
            </p:nvSpPr>
            <p:spPr>
              <a:xfrm>
                <a:off x="5010473" y="2643474"/>
                <a:ext cx="141097" cy="259266"/>
              </a:xfrm>
              <a:custGeom>
                <a:avLst/>
                <a:gdLst>
                  <a:gd name="connsiteX0" fmla="*/ 9710 w 141086"/>
                  <a:gd name="connsiteY0" fmla="*/ 258755 h 258754"/>
                  <a:gd name="connsiteX1" fmla="*/ 141087 w 141086"/>
                  <a:gd name="connsiteY1" fmla="*/ 238001 h 258754"/>
                  <a:gd name="connsiteX2" fmla="*/ 0 w 141086"/>
                  <a:gd name="connsiteY2" fmla="*/ 0 h 258754"/>
                  <a:gd name="connsiteX3" fmla="*/ 9710 w 141086"/>
                  <a:gd name="connsiteY3" fmla="*/ 258755 h 2587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1086" h="258754">
                    <a:moveTo>
                      <a:pt x="9710" y="258755"/>
                    </a:moveTo>
                    <a:lnTo>
                      <a:pt x="141087" y="238001"/>
                    </a:lnTo>
                    <a:lnTo>
                      <a:pt x="0" y="0"/>
                    </a:lnTo>
                    <a:lnTo>
                      <a:pt x="9710" y="258755"/>
                    </a:ln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4" name=""/>
              <p:cNvSpPr/>
              <p:nvPr/>
            </p:nvSpPr>
            <p:spPr>
              <a:xfrm>
                <a:off x="5086385" y="2881946"/>
                <a:ext cx="88543" cy="88012"/>
              </a:xfrm>
              <a:custGeom>
                <a:avLst/>
                <a:gdLst>
                  <a:gd name="connsiteX0" fmla="*/ 88536 w 88536"/>
                  <a:gd name="connsiteY0" fmla="*/ 87838 h 87838"/>
                  <a:gd name="connsiteX1" fmla="*/ 65181 w 88536"/>
                  <a:gd name="connsiteY1" fmla="*/ 0 h 87838"/>
                  <a:gd name="connsiteX2" fmla="*/ 0 w 88536"/>
                  <a:gd name="connsiteY2" fmla="*/ 10345 h 87838"/>
                  <a:gd name="connsiteX3" fmla="*/ 88536 w 88536"/>
                  <a:gd name="connsiteY3" fmla="*/ 87838 h 87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8536" h="87838">
                    <a:moveTo>
                      <a:pt x="88536" y="87838"/>
                    </a:moveTo>
                    <a:lnTo>
                      <a:pt x="65181" y="0"/>
                    </a:lnTo>
                    <a:lnTo>
                      <a:pt x="0" y="10345"/>
                    </a:lnTo>
                    <a:lnTo>
                      <a:pt x="88536" y="87838"/>
                    </a:lnTo>
                    <a:close/>
                  </a:path>
                </a:pathLst>
              </a:custGeom>
              <a:solidFill>
                <a:srgbClr val="FFFAF7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5" name=""/>
              <p:cNvSpPr/>
              <p:nvPr/>
            </p:nvSpPr>
            <p:spPr>
              <a:xfrm>
                <a:off x="1" y="4202936"/>
                <a:ext cx="6626149" cy="2558911"/>
              </a:xfrm>
              <a:custGeom>
                <a:avLst/>
                <a:gdLst>
                  <a:gd name="connsiteX0" fmla="*/ 4072485 w 6625631"/>
                  <a:gd name="connsiteY0" fmla="*/ 523 h 2553861"/>
                  <a:gd name="connsiteX1" fmla="*/ 2492158 w 6625631"/>
                  <a:gd name="connsiteY1" fmla="*/ 705641 h 2553861"/>
                  <a:gd name="connsiteX2" fmla="*/ 960066 w 6625631"/>
                  <a:gd name="connsiteY2" fmla="*/ 195112 h 2553861"/>
                  <a:gd name="connsiteX3" fmla="*/ 473782 w 6625631"/>
                  <a:gd name="connsiteY3" fmla="*/ 170805 h 2553861"/>
                  <a:gd name="connsiteX4" fmla="*/ 363413 w 6625631"/>
                  <a:gd name="connsiteY4" fmla="*/ 189528 h 2553861"/>
                  <a:gd name="connsiteX5" fmla="*/ 359478 w 6625631"/>
                  <a:gd name="connsiteY5" fmla="*/ 194224 h 2553861"/>
                  <a:gd name="connsiteX6" fmla="*/ 1 w 6625631"/>
                  <a:gd name="connsiteY6" fmla="*/ 530980 h 2553861"/>
                  <a:gd name="connsiteX7" fmla="*/ 1567952 w 6625631"/>
                  <a:gd name="connsiteY7" fmla="*/ 1037002 h 2553861"/>
                  <a:gd name="connsiteX8" fmla="*/ 3756356 w 6625631"/>
                  <a:gd name="connsiteY8" fmla="*/ 2553862 h 2553861"/>
                  <a:gd name="connsiteX9" fmla="*/ 6625633 w 6625631"/>
                  <a:gd name="connsiteY9" fmla="*/ 803126 h 2553861"/>
                  <a:gd name="connsiteX10" fmla="*/ 4072485 w 6625631"/>
                  <a:gd name="connsiteY10" fmla="*/ 523 h 25538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6625631" h="2553861">
                    <a:moveTo>
                      <a:pt x="4072485" y="523"/>
                    </a:moveTo>
                    <a:cubicBezTo>
                      <a:pt x="4072485" y="523"/>
                      <a:pt x="2808033" y="195049"/>
                      <a:pt x="2492158" y="705641"/>
                    </a:cubicBezTo>
                    <a:lnTo>
                      <a:pt x="960066" y="195112"/>
                    </a:lnTo>
                    <a:cubicBezTo>
                      <a:pt x="800853" y="157121"/>
                      <a:pt x="635990" y="148877"/>
                      <a:pt x="473782" y="170805"/>
                    </a:cubicBezTo>
                    <a:cubicBezTo>
                      <a:pt x="442556" y="175057"/>
                      <a:pt x="404666" y="181340"/>
                      <a:pt x="363413" y="189528"/>
                    </a:cubicBezTo>
                    <a:cubicBezTo>
                      <a:pt x="362080" y="191051"/>
                      <a:pt x="360811" y="192637"/>
                      <a:pt x="359478" y="194224"/>
                    </a:cubicBezTo>
                    <a:cubicBezTo>
                      <a:pt x="252028" y="319064"/>
                      <a:pt x="132266" y="434066"/>
                      <a:pt x="1" y="530980"/>
                    </a:cubicBezTo>
                    <a:cubicBezTo>
                      <a:pt x="257233" y="662737"/>
                      <a:pt x="926047" y="784403"/>
                      <a:pt x="1567952" y="1037002"/>
                    </a:cubicBezTo>
                    <a:cubicBezTo>
                      <a:pt x="2138583" y="1261548"/>
                      <a:pt x="2926462" y="1683476"/>
                      <a:pt x="3756356" y="2553862"/>
                    </a:cubicBezTo>
                    <a:cubicBezTo>
                      <a:pt x="4483979" y="1658819"/>
                      <a:pt x="5496893" y="1040778"/>
                      <a:pt x="6625633" y="803126"/>
                    </a:cubicBezTo>
                    <a:cubicBezTo>
                      <a:pt x="6625633" y="803126"/>
                      <a:pt x="4558769" y="-23721"/>
                      <a:pt x="4072485" y="5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6" name=""/>
              <p:cNvSpPr/>
              <p:nvPr/>
            </p:nvSpPr>
            <p:spPr>
              <a:xfrm>
                <a:off x="211997" y="4228459"/>
                <a:ext cx="6019866" cy="2345027"/>
              </a:xfrm>
              <a:custGeom>
                <a:avLst/>
                <a:gdLst>
                  <a:gd name="connsiteX0" fmla="*/ 3699807 w 6019395"/>
                  <a:gd name="connsiteY0" fmla="*/ 437 h 2340399"/>
                  <a:gd name="connsiteX1" fmla="*/ 2445192 w 6019395"/>
                  <a:gd name="connsiteY1" fmla="*/ 735892 h 2340399"/>
                  <a:gd name="connsiteX2" fmla="*/ 872101 w 6019395"/>
                  <a:gd name="connsiteY2" fmla="*/ 164690 h 2340399"/>
                  <a:gd name="connsiteX3" fmla="*/ 430434 w 6019395"/>
                  <a:gd name="connsiteY3" fmla="*/ 144507 h 2340399"/>
                  <a:gd name="connsiteX4" fmla="*/ 330220 w 6019395"/>
                  <a:gd name="connsiteY4" fmla="*/ 160310 h 2340399"/>
                  <a:gd name="connsiteX5" fmla="*/ 326602 w 6019395"/>
                  <a:gd name="connsiteY5" fmla="*/ 164309 h 2340399"/>
                  <a:gd name="connsiteX6" fmla="*/ 1 w 6019395"/>
                  <a:gd name="connsiteY6" fmla="*/ 448894 h 2340399"/>
                  <a:gd name="connsiteX7" fmla="*/ 1424390 w 6019395"/>
                  <a:gd name="connsiteY7" fmla="*/ 876281 h 2340399"/>
                  <a:gd name="connsiteX8" fmla="*/ 3539362 w 6019395"/>
                  <a:gd name="connsiteY8" fmla="*/ 2340399 h 2340399"/>
                  <a:gd name="connsiteX9" fmla="*/ 4442624 w 6019395"/>
                  <a:gd name="connsiteY9" fmla="*/ 1364596 h 2340399"/>
                  <a:gd name="connsiteX10" fmla="*/ 6019397 w 6019395"/>
                  <a:gd name="connsiteY10" fmla="*/ 678772 h 2340399"/>
                  <a:gd name="connsiteX11" fmla="*/ 3699807 w 6019395"/>
                  <a:gd name="connsiteY11" fmla="*/ 437 h 2340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19395" h="2340399">
                    <a:moveTo>
                      <a:pt x="3699807" y="437"/>
                    </a:moveTo>
                    <a:cubicBezTo>
                      <a:pt x="3212939" y="103126"/>
                      <a:pt x="2772631" y="361234"/>
                      <a:pt x="2445192" y="735892"/>
                    </a:cubicBezTo>
                    <a:lnTo>
                      <a:pt x="872101" y="164690"/>
                    </a:lnTo>
                    <a:cubicBezTo>
                      <a:pt x="727123" y="132696"/>
                      <a:pt x="577722" y="125867"/>
                      <a:pt x="430434" y="144507"/>
                    </a:cubicBezTo>
                    <a:cubicBezTo>
                      <a:pt x="402064" y="148061"/>
                      <a:pt x="367665" y="153392"/>
                      <a:pt x="330220" y="160310"/>
                    </a:cubicBezTo>
                    <a:lnTo>
                      <a:pt x="326602" y="164309"/>
                    </a:lnTo>
                    <a:cubicBezTo>
                      <a:pt x="228791" y="271162"/>
                      <a:pt x="119230" y="366622"/>
                      <a:pt x="1" y="448894"/>
                    </a:cubicBezTo>
                    <a:cubicBezTo>
                      <a:pt x="489611" y="536288"/>
                      <a:pt x="967542" y="679692"/>
                      <a:pt x="1424390" y="876281"/>
                    </a:cubicBezTo>
                    <a:cubicBezTo>
                      <a:pt x="2426470" y="1307856"/>
                      <a:pt x="3120290" y="1908634"/>
                      <a:pt x="3539362" y="2340399"/>
                    </a:cubicBezTo>
                    <a:cubicBezTo>
                      <a:pt x="3779458" y="1963565"/>
                      <a:pt x="4085426" y="1633029"/>
                      <a:pt x="4442624" y="1364596"/>
                    </a:cubicBezTo>
                    <a:cubicBezTo>
                      <a:pt x="5060475" y="901287"/>
                      <a:pt x="5678135" y="740779"/>
                      <a:pt x="6019397" y="678772"/>
                    </a:cubicBezTo>
                    <a:cubicBezTo>
                      <a:pt x="6019397" y="678772"/>
                      <a:pt x="4141664" y="-19936"/>
                      <a:pt x="3699807" y="437"/>
                    </a:cubicBezTo>
                    <a:close/>
                  </a:path>
                </a:pathLst>
              </a:custGeom>
              <a:solidFill>
                <a:srgbClr val="FFA44B">
                  <a:alpha val="47000"/>
                </a:srgbClr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7" name=""/>
              <p:cNvSpPr/>
              <p:nvPr/>
            </p:nvSpPr>
            <p:spPr>
              <a:xfrm>
                <a:off x="2492162" y="4180411"/>
                <a:ext cx="3940081" cy="2215843"/>
              </a:xfrm>
              <a:custGeom>
                <a:avLst/>
                <a:gdLst>
                  <a:gd name="connsiteX0" fmla="*/ 1 w 3939773"/>
                  <a:gd name="connsiteY0" fmla="*/ 894912 h 2211470"/>
                  <a:gd name="connsiteX1" fmla="*/ 1263755 w 3939773"/>
                  <a:gd name="connsiteY1" fmla="*/ 2211471 h 2211470"/>
                  <a:gd name="connsiteX2" fmla="*/ 2031705 w 3939773"/>
                  <a:gd name="connsiteY2" fmla="*/ 1391287 h 2211470"/>
                  <a:gd name="connsiteX3" fmla="*/ 3939775 w 3939773"/>
                  <a:gd name="connsiteY3" fmla="*/ 571167 h 2211470"/>
                  <a:gd name="connsiteX4" fmla="*/ 2131094 w 3939773"/>
                  <a:gd name="connsiteY4" fmla="*/ 10310 h 2211470"/>
                  <a:gd name="connsiteX5" fmla="*/ 904469 w 3939773"/>
                  <a:gd name="connsiteY5" fmla="*/ 199188 h 2211470"/>
                  <a:gd name="connsiteX6" fmla="*/ 1 w 3939773"/>
                  <a:gd name="connsiteY6" fmla="*/ 894912 h 2211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939773" h="2211470">
                    <a:moveTo>
                      <a:pt x="1" y="894912"/>
                    </a:moveTo>
                    <a:lnTo>
                      <a:pt x="1263755" y="2211471"/>
                    </a:lnTo>
                    <a:cubicBezTo>
                      <a:pt x="1474738" y="1899175"/>
                      <a:pt x="1733944" y="1622339"/>
                      <a:pt x="2031705" y="1391287"/>
                    </a:cubicBezTo>
                    <a:cubicBezTo>
                      <a:pt x="2751992" y="829478"/>
                      <a:pt x="3535427" y="641171"/>
                      <a:pt x="3939775" y="571167"/>
                    </a:cubicBezTo>
                    <a:lnTo>
                      <a:pt x="2131094" y="10310"/>
                    </a:lnTo>
                    <a:cubicBezTo>
                      <a:pt x="1929015" y="-7905"/>
                      <a:pt x="1439749" y="-28215"/>
                      <a:pt x="904469" y="199188"/>
                    </a:cubicBezTo>
                    <a:cubicBezTo>
                      <a:pt x="390259" y="417260"/>
                      <a:pt x="111576" y="746526"/>
                      <a:pt x="1" y="89491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8" name=""/>
              <p:cNvSpPr/>
              <p:nvPr/>
            </p:nvSpPr>
            <p:spPr>
              <a:xfrm>
                <a:off x="2492162" y="3899305"/>
                <a:ext cx="3866454" cy="2496950"/>
              </a:xfrm>
              <a:custGeom>
                <a:avLst/>
                <a:gdLst>
                  <a:gd name="connsiteX0" fmla="*/ 1 w 3866152"/>
                  <a:gd name="connsiteY0" fmla="*/ 1008736 h 2492022"/>
                  <a:gd name="connsiteX1" fmla="*/ 1240082 w 3866152"/>
                  <a:gd name="connsiteY1" fmla="*/ 2492022 h 2492022"/>
                  <a:gd name="connsiteX2" fmla="*/ 1993879 w 3866152"/>
                  <a:gd name="connsiteY2" fmla="*/ 1568007 h 2492022"/>
                  <a:gd name="connsiteX3" fmla="*/ 3866154 w 3866152"/>
                  <a:gd name="connsiteY3" fmla="*/ 643992 h 2492022"/>
                  <a:gd name="connsiteX4" fmla="*/ 2091110 w 3866152"/>
                  <a:gd name="connsiteY4" fmla="*/ 11607 h 2492022"/>
                  <a:gd name="connsiteX5" fmla="*/ 887523 w 3866152"/>
                  <a:gd name="connsiteY5" fmla="*/ 224412 h 2492022"/>
                  <a:gd name="connsiteX6" fmla="*/ 1 w 386615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86615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41951" y="2146819"/>
                      <a:pt x="1696250" y="1835095"/>
                      <a:pt x="1993879" y="1568007"/>
                    </a:cubicBezTo>
                    <a:cubicBezTo>
                      <a:pt x="2700647" y="934988"/>
                      <a:pt x="3469422" y="722881"/>
                      <a:pt x="3866154" y="643992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89" name=""/>
              <p:cNvSpPr/>
              <p:nvPr/>
            </p:nvSpPr>
            <p:spPr>
              <a:xfrm>
                <a:off x="2492162" y="3899305"/>
                <a:ext cx="3776387" cy="2496950"/>
              </a:xfrm>
              <a:custGeom>
                <a:avLst/>
                <a:gdLst>
                  <a:gd name="connsiteX0" fmla="*/ 1 w 3776092"/>
                  <a:gd name="connsiteY0" fmla="*/ 1008736 h 2492022"/>
                  <a:gd name="connsiteX1" fmla="*/ 1240082 w 3776092"/>
                  <a:gd name="connsiteY1" fmla="*/ 2492022 h 2492022"/>
                  <a:gd name="connsiteX2" fmla="*/ 1988992 w 3776092"/>
                  <a:gd name="connsiteY2" fmla="*/ 1429078 h 2492022"/>
                  <a:gd name="connsiteX3" fmla="*/ 3776094 w 3776092"/>
                  <a:gd name="connsiteY3" fmla="*/ 444388 h 2492022"/>
                  <a:gd name="connsiteX4" fmla="*/ 2091110 w 3776092"/>
                  <a:gd name="connsiteY4" fmla="*/ 11607 h 2492022"/>
                  <a:gd name="connsiteX5" fmla="*/ 887523 w 3776092"/>
                  <a:gd name="connsiteY5" fmla="*/ 224412 h 2492022"/>
                  <a:gd name="connsiteX6" fmla="*/ 1 w 3776092"/>
                  <a:gd name="connsiteY6" fmla="*/ 1008736 h 24920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776092" h="2492022">
                    <a:moveTo>
                      <a:pt x="1" y="1008736"/>
                    </a:moveTo>
                    <a:lnTo>
                      <a:pt x="1240082" y="2492022"/>
                    </a:lnTo>
                    <a:cubicBezTo>
                      <a:pt x="1425456" y="2096534"/>
                      <a:pt x="1678956" y="1736734"/>
                      <a:pt x="1988992" y="1429078"/>
                    </a:cubicBezTo>
                    <a:cubicBezTo>
                      <a:pt x="2657235" y="767562"/>
                      <a:pt x="3408747" y="532353"/>
                      <a:pt x="3776094" y="444388"/>
                    </a:cubicBezTo>
                    <a:lnTo>
                      <a:pt x="2091110" y="11607"/>
                    </a:lnTo>
                    <a:cubicBezTo>
                      <a:pt x="1892839" y="-8893"/>
                      <a:pt x="1412776" y="-31804"/>
                      <a:pt x="887523" y="224412"/>
                    </a:cubicBezTo>
                    <a:cubicBezTo>
                      <a:pt x="526504" y="401237"/>
                      <a:pt x="219889" y="672203"/>
                      <a:pt x="1" y="1008736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0" name=""/>
              <p:cNvSpPr/>
              <p:nvPr/>
            </p:nvSpPr>
            <p:spPr>
              <a:xfrm>
                <a:off x="104158" y="4198182"/>
                <a:ext cx="3628181" cy="2198072"/>
              </a:xfrm>
              <a:custGeom>
                <a:avLst/>
                <a:gdLst>
                  <a:gd name="connsiteX0" fmla="*/ 2436434 w 3627897"/>
                  <a:gd name="connsiteY0" fmla="*/ 637526 h 2193734"/>
                  <a:gd name="connsiteX1" fmla="*/ 1841812 w 3627897"/>
                  <a:gd name="connsiteY1" fmla="*/ 291948 h 2193734"/>
                  <a:gd name="connsiteX2" fmla="*/ 839034 w 3627897"/>
                  <a:gd name="connsiteY2" fmla="*/ 0 h 2193734"/>
                  <a:gd name="connsiteX3" fmla="*/ 1 w 3627897"/>
                  <a:gd name="connsiteY3" fmla="*/ 401365 h 2193734"/>
                  <a:gd name="connsiteX4" fmla="*/ 1458852 w 3627897"/>
                  <a:gd name="connsiteY4" fmla="*/ 802540 h 2193734"/>
                  <a:gd name="connsiteX5" fmla="*/ 3627899 w 3627897"/>
                  <a:gd name="connsiteY5" fmla="*/ 2193735 h 2193734"/>
                  <a:gd name="connsiteX6" fmla="*/ 2436434 w 3627897"/>
                  <a:gd name="connsiteY6" fmla="*/ 637526 h 21937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627897" h="2193734">
                    <a:moveTo>
                      <a:pt x="2436434" y="637526"/>
                    </a:moveTo>
                    <a:cubicBezTo>
                      <a:pt x="2249816" y="503458"/>
                      <a:pt x="2050682" y="387726"/>
                      <a:pt x="1841812" y="291948"/>
                    </a:cubicBezTo>
                    <a:cubicBezTo>
                      <a:pt x="1523576" y="146266"/>
                      <a:pt x="1185742" y="47905"/>
                      <a:pt x="839034" y="0"/>
                    </a:cubicBezTo>
                    <a:lnTo>
                      <a:pt x="1" y="401365"/>
                    </a:lnTo>
                    <a:cubicBezTo>
                      <a:pt x="499694" y="480407"/>
                      <a:pt x="989007" y="614963"/>
                      <a:pt x="1458852" y="802540"/>
                    </a:cubicBezTo>
                    <a:cubicBezTo>
                      <a:pt x="2466073" y="1205110"/>
                      <a:pt x="3182297" y="1772759"/>
                      <a:pt x="3627899" y="2193735"/>
                    </a:cubicBezTo>
                    <a:cubicBezTo>
                      <a:pt x="3627899" y="2193735"/>
                      <a:pt x="2801178" y="759065"/>
                      <a:pt x="2436434" y="6375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1" name=""/>
              <p:cNvSpPr/>
              <p:nvPr/>
            </p:nvSpPr>
            <p:spPr>
              <a:xfrm>
                <a:off x="158870" y="4143557"/>
                <a:ext cx="3573467" cy="2252698"/>
              </a:xfrm>
              <a:custGeom>
                <a:avLst/>
                <a:gdLst>
                  <a:gd name="connsiteX0" fmla="*/ 2516529 w 3573188"/>
                  <a:gd name="connsiteY0" fmla="*/ 711211 h 2248252"/>
                  <a:gd name="connsiteX1" fmla="*/ 1987723 w 3573188"/>
                  <a:gd name="connsiteY1" fmla="*/ 382959 h 2248252"/>
                  <a:gd name="connsiteX2" fmla="*/ 765920 w 3573188"/>
                  <a:gd name="connsiteY2" fmla="*/ 0 h 2248252"/>
                  <a:gd name="connsiteX3" fmla="*/ 1 w 3573188"/>
                  <a:gd name="connsiteY3" fmla="*/ 328251 h 2248252"/>
                  <a:gd name="connsiteX4" fmla="*/ 1385929 w 3573188"/>
                  <a:gd name="connsiteY4" fmla="*/ 729426 h 2248252"/>
                  <a:gd name="connsiteX5" fmla="*/ 3573190 w 3573188"/>
                  <a:gd name="connsiteY5" fmla="*/ 2248253 h 2248252"/>
                  <a:gd name="connsiteX6" fmla="*/ 3114261 w 3573188"/>
                  <a:gd name="connsiteY6" fmla="*/ 1515718 h 2248252"/>
                  <a:gd name="connsiteX7" fmla="*/ 2516529 w 3573188"/>
                  <a:gd name="connsiteY7" fmla="*/ 711211 h 2248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573188" h="2248252">
                    <a:moveTo>
                      <a:pt x="2516529" y="711211"/>
                    </a:moveTo>
                    <a:cubicBezTo>
                      <a:pt x="2349579" y="587443"/>
                      <a:pt x="2172716" y="477658"/>
                      <a:pt x="1987723" y="382959"/>
                    </a:cubicBezTo>
                    <a:cubicBezTo>
                      <a:pt x="1604776" y="187779"/>
                      <a:pt x="1191758" y="58326"/>
                      <a:pt x="765920" y="0"/>
                    </a:cubicBezTo>
                    <a:lnTo>
                      <a:pt x="1" y="328251"/>
                    </a:lnTo>
                    <a:cubicBezTo>
                      <a:pt x="475748" y="408752"/>
                      <a:pt x="940740" y="543353"/>
                      <a:pt x="1385929" y="729426"/>
                    </a:cubicBezTo>
                    <a:cubicBezTo>
                      <a:pt x="2435165" y="1168553"/>
                      <a:pt x="3151452" y="1803032"/>
                      <a:pt x="3573190" y="2248253"/>
                    </a:cubicBezTo>
                    <a:cubicBezTo>
                      <a:pt x="3438133" y="2013996"/>
                      <a:pt x="3285875" y="1768506"/>
                      <a:pt x="3114261" y="1515718"/>
                    </a:cubicBezTo>
                    <a:cubicBezTo>
                      <a:pt x="2913451" y="1220025"/>
                      <a:pt x="2711944" y="952131"/>
                      <a:pt x="2516529" y="711211"/>
                    </a:cubicBezTo>
                    <a:close/>
                  </a:path>
                </a:pathLst>
              </a:custGeom>
              <a:solidFill>
                <a:srgbClr val="FFFAF5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2" name=""/>
              <p:cNvSpPr/>
              <p:nvPr/>
            </p:nvSpPr>
            <p:spPr>
              <a:xfrm>
                <a:off x="2766804" y="4984058"/>
                <a:ext cx="1021263" cy="1352103"/>
              </a:xfrm>
              <a:custGeom>
                <a:avLst/>
                <a:gdLst>
                  <a:gd name="connsiteX0" fmla="*/ 1 w 1021183"/>
                  <a:gd name="connsiteY0" fmla="*/ 0 h 1349434"/>
                  <a:gd name="connsiteX1" fmla="*/ 612711 w 1021183"/>
                  <a:gd name="connsiteY1" fmla="*/ 674717 h 1349434"/>
                  <a:gd name="connsiteX2" fmla="*/ 1021185 w 1021183"/>
                  <a:gd name="connsiteY2" fmla="*/ 1313956 h 1349434"/>
                  <a:gd name="connsiteX3" fmla="*/ 959939 w 1021183"/>
                  <a:gd name="connsiteY3" fmla="*/ 1349434 h 1349434"/>
                  <a:gd name="connsiteX4" fmla="*/ 490283 w 1021183"/>
                  <a:gd name="connsiteY4" fmla="*/ 639239 h 1349434"/>
                  <a:gd name="connsiteX5" fmla="*/ 1 w 1021183"/>
                  <a:gd name="connsiteY5" fmla="*/ 0 h 1349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21183" h="1349434">
                    <a:moveTo>
                      <a:pt x="1" y="0"/>
                    </a:moveTo>
                    <a:cubicBezTo>
                      <a:pt x="223855" y="206280"/>
                      <a:pt x="428898" y="432076"/>
                      <a:pt x="612711" y="674717"/>
                    </a:cubicBezTo>
                    <a:cubicBezTo>
                      <a:pt x="765540" y="876675"/>
                      <a:pt x="902120" y="1090426"/>
                      <a:pt x="1021185" y="1313956"/>
                    </a:cubicBezTo>
                    <a:lnTo>
                      <a:pt x="959939" y="1349434"/>
                    </a:lnTo>
                    <a:cubicBezTo>
                      <a:pt x="821390" y="1122350"/>
                      <a:pt x="665516" y="884539"/>
                      <a:pt x="490283" y="639239"/>
                    </a:cubicBezTo>
                    <a:cubicBezTo>
                      <a:pt x="326285" y="409996"/>
                      <a:pt x="161715" y="196938"/>
                      <a:pt x="1" y="0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3" name=""/>
              <p:cNvSpPr/>
              <p:nvPr/>
            </p:nvSpPr>
            <p:spPr>
              <a:xfrm>
                <a:off x="5174357" y="5677253"/>
                <a:ext cx="4241192" cy="1180492"/>
              </a:xfrm>
              <a:custGeom>
                <a:avLst/>
                <a:gdLst>
                  <a:gd name="connsiteX0" fmla="*/ 3388692 w 4240860"/>
                  <a:gd name="connsiteY0" fmla="*/ 359820 h 1178162"/>
                  <a:gd name="connsiteX1" fmla="*/ 3128478 w 4240860"/>
                  <a:gd name="connsiteY1" fmla="*/ 413640 h 1178162"/>
                  <a:gd name="connsiteX2" fmla="*/ 2774141 w 4240860"/>
                  <a:gd name="connsiteY2" fmla="*/ 88689 h 1178162"/>
                  <a:gd name="connsiteX3" fmla="*/ 1964176 w 4240860"/>
                  <a:gd name="connsiteY3" fmla="*/ 123215 h 1178162"/>
                  <a:gd name="connsiteX4" fmla="*/ 1705548 w 4240860"/>
                  <a:gd name="connsiteY4" fmla="*/ 482121 h 1178162"/>
                  <a:gd name="connsiteX5" fmla="*/ 818534 w 4240860"/>
                  <a:gd name="connsiteY5" fmla="*/ 183826 h 1178162"/>
                  <a:gd name="connsiteX6" fmla="*/ 203476 w 4240860"/>
                  <a:gd name="connsiteY6" fmla="*/ 597123 h 1178162"/>
                  <a:gd name="connsiteX7" fmla="*/ 1 w 4240860"/>
                  <a:gd name="connsiteY7" fmla="*/ 1044692 h 1178162"/>
                  <a:gd name="connsiteX8" fmla="*/ 145150 w 4240860"/>
                  <a:gd name="connsiteY8" fmla="*/ 1073506 h 1178162"/>
                  <a:gd name="connsiteX9" fmla="*/ 186594 w 4240860"/>
                  <a:gd name="connsiteY9" fmla="*/ 1081820 h 1178162"/>
                  <a:gd name="connsiteX10" fmla="*/ 465468 w 4240860"/>
                  <a:gd name="connsiteY10" fmla="*/ 1178163 h 1178162"/>
                  <a:gd name="connsiteX11" fmla="*/ 4240862 w 4240860"/>
                  <a:gd name="connsiteY11" fmla="*/ 1178163 h 1178162"/>
                  <a:gd name="connsiteX12" fmla="*/ 3388692 w 4240860"/>
                  <a:gd name="connsiteY12" fmla="*/ 359820 h 11781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240860" h="1178162">
                    <a:moveTo>
                      <a:pt x="3388692" y="359820"/>
                    </a:moveTo>
                    <a:cubicBezTo>
                      <a:pt x="3299077" y="358620"/>
                      <a:pt x="3210286" y="376988"/>
                      <a:pt x="3128478" y="413640"/>
                    </a:cubicBezTo>
                    <a:cubicBezTo>
                      <a:pt x="3038608" y="270205"/>
                      <a:pt x="2917958" y="156980"/>
                      <a:pt x="2774141" y="88689"/>
                    </a:cubicBezTo>
                    <a:cubicBezTo>
                      <a:pt x="2744312" y="74536"/>
                      <a:pt x="2308866" y="-123798"/>
                      <a:pt x="1964176" y="123215"/>
                    </a:cubicBezTo>
                    <a:cubicBezTo>
                      <a:pt x="1802208" y="239169"/>
                      <a:pt x="1733283" y="401200"/>
                      <a:pt x="1705548" y="482121"/>
                    </a:cubicBezTo>
                    <a:cubicBezTo>
                      <a:pt x="1666643" y="443660"/>
                      <a:pt x="1301962" y="94465"/>
                      <a:pt x="818534" y="183826"/>
                    </a:cubicBezTo>
                    <a:cubicBezTo>
                      <a:pt x="464960" y="249451"/>
                      <a:pt x="270117" y="508523"/>
                      <a:pt x="203476" y="597123"/>
                    </a:cubicBezTo>
                    <a:cubicBezTo>
                      <a:pt x="104258" y="729959"/>
                      <a:pt x="34857" y="882597"/>
                      <a:pt x="1" y="1044692"/>
                    </a:cubicBezTo>
                    <a:lnTo>
                      <a:pt x="145150" y="1073506"/>
                    </a:lnTo>
                    <a:lnTo>
                      <a:pt x="186594" y="1081820"/>
                    </a:lnTo>
                    <a:cubicBezTo>
                      <a:pt x="241556" y="1096608"/>
                      <a:pt x="338471" y="1130563"/>
                      <a:pt x="465468" y="1178163"/>
                    </a:cubicBezTo>
                    <a:lnTo>
                      <a:pt x="4240862" y="1178163"/>
                    </a:lnTo>
                    <a:cubicBezTo>
                      <a:pt x="4186979" y="763152"/>
                      <a:pt x="3896872" y="368388"/>
                      <a:pt x="3388692" y="359820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4" name=""/>
              <p:cNvSpPr/>
              <p:nvPr/>
            </p:nvSpPr>
            <p:spPr>
              <a:xfrm>
                <a:off x="5431800" y="6035803"/>
                <a:ext cx="3630593" cy="821941"/>
              </a:xfrm>
              <a:custGeom>
                <a:avLst/>
                <a:gdLst>
                  <a:gd name="connsiteX0" fmla="*/ 1655092 w 3630309"/>
                  <a:gd name="connsiteY0" fmla="*/ 25333 h 820319"/>
                  <a:gd name="connsiteX1" fmla="*/ 1244144 w 3630309"/>
                  <a:gd name="connsiteY1" fmla="*/ 274885 h 820319"/>
                  <a:gd name="connsiteX2" fmla="*/ 999669 w 3630309"/>
                  <a:gd name="connsiteY2" fmla="*/ 171307 h 820319"/>
                  <a:gd name="connsiteX3" fmla="*/ 1 w 3630309"/>
                  <a:gd name="connsiteY3" fmla="*/ 820320 h 820319"/>
                  <a:gd name="connsiteX4" fmla="*/ 3630311 w 3630309"/>
                  <a:gd name="connsiteY4" fmla="*/ 820320 h 820319"/>
                  <a:gd name="connsiteX5" fmla="*/ 3141996 w 3630309"/>
                  <a:gd name="connsiteY5" fmla="*/ 442311 h 820319"/>
                  <a:gd name="connsiteX6" fmla="*/ 2626136 w 3630309"/>
                  <a:gd name="connsiteY6" fmla="*/ 619637 h 820319"/>
                  <a:gd name="connsiteX7" fmla="*/ 2442527 w 3630309"/>
                  <a:gd name="connsiteY7" fmla="*/ 217193 h 820319"/>
                  <a:gd name="connsiteX8" fmla="*/ 1655092 w 3630309"/>
                  <a:gd name="connsiteY8" fmla="*/ 25333 h 8203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630309" h="820319">
                    <a:moveTo>
                      <a:pt x="1655092" y="25333"/>
                    </a:moveTo>
                    <a:cubicBezTo>
                      <a:pt x="1500741" y="64238"/>
                      <a:pt x="1360288" y="151695"/>
                      <a:pt x="1244144" y="274885"/>
                    </a:cubicBezTo>
                    <a:cubicBezTo>
                      <a:pt x="1171157" y="223007"/>
                      <a:pt x="1087697" y="187662"/>
                      <a:pt x="999669" y="171307"/>
                    </a:cubicBezTo>
                    <a:cubicBezTo>
                      <a:pt x="494409" y="79724"/>
                      <a:pt x="130172" y="418066"/>
                      <a:pt x="1" y="820320"/>
                    </a:cubicBezTo>
                    <a:lnTo>
                      <a:pt x="3630311" y="820320"/>
                    </a:lnTo>
                    <a:cubicBezTo>
                      <a:pt x="3530604" y="624080"/>
                      <a:pt x="3368256" y="450054"/>
                      <a:pt x="3141996" y="442311"/>
                    </a:cubicBezTo>
                    <a:cubicBezTo>
                      <a:pt x="3072182" y="439963"/>
                      <a:pt x="2613126" y="522977"/>
                      <a:pt x="2626136" y="619637"/>
                    </a:cubicBezTo>
                    <a:cubicBezTo>
                      <a:pt x="2614713" y="534846"/>
                      <a:pt x="2578663" y="362533"/>
                      <a:pt x="2442527" y="217193"/>
                    </a:cubicBezTo>
                    <a:cubicBezTo>
                      <a:pt x="2152800" y="-92335"/>
                      <a:pt x="1687080" y="17272"/>
                      <a:pt x="1655092" y="25333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2095" name=""/>
              <p:cNvSpPr/>
              <p:nvPr/>
            </p:nvSpPr>
            <p:spPr>
              <a:xfrm>
                <a:off x="6019486" y="6431471"/>
                <a:ext cx="2345794" cy="426274"/>
              </a:xfrm>
              <a:custGeom>
                <a:avLst/>
                <a:gdLst>
                  <a:gd name="connsiteX0" fmla="*/ 1575505 w 2345611"/>
                  <a:gd name="connsiteY0" fmla="*/ 171312 h 425433"/>
                  <a:gd name="connsiteX1" fmla="*/ 1330966 w 2345611"/>
                  <a:gd name="connsiteY1" fmla="*/ 274890 h 425433"/>
                  <a:gd name="connsiteX2" fmla="*/ 920081 w 2345611"/>
                  <a:gd name="connsiteY2" fmla="*/ 25338 h 425433"/>
                  <a:gd name="connsiteX3" fmla="*/ 132393 w 2345611"/>
                  <a:gd name="connsiteY3" fmla="*/ 217135 h 425433"/>
                  <a:gd name="connsiteX4" fmla="*/ 1 w 2345611"/>
                  <a:gd name="connsiteY4" fmla="*/ 425433 h 425433"/>
                  <a:gd name="connsiteX5" fmla="*/ 2345612 w 2345611"/>
                  <a:gd name="connsiteY5" fmla="*/ 425433 h 425433"/>
                  <a:gd name="connsiteX6" fmla="*/ 1575505 w 2345611"/>
                  <a:gd name="connsiteY6" fmla="*/ 171312 h 4254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345611" h="425433">
                    <a:moveTo>
                      <a:pt x="1575505" y="171312"/>
                    </a:moveTo>
                    <a:cubicBezTo>
                      <a:pt x="1487412" y="187687"/>
                      <a:pt x="1404017" y="223037"/>
                      <a:pt x="1330966" y="274890"/>
                    </a:cubicBezTo>
                    <a:cubicBezTo>
                      <a:pt x="1214885" y="151701"/>
                      <a:pt x="1074433" y="64243"/>
                      <a:pt x="920081" y="25338"/>
                    </a:cubicBezTo>
                    <a:cubicBezTo>
                      <a:pt x="888348" y="17278"/>
                      <a:pt x="422310" y="-92330"/>
                      <a:pt x="132393" y="217135"/>
                    </a:cubicBezTo>
                    <a:cubicBezTo>
                      <a:pt x="75926" y="277936"/>
                      <a:pt x="31056" y="348512"/>
                      <a:pt x="1" y="425433"/>
                    </a:cubicBezTo>
                    <a:lnTo>
                      <a:pt x="2345612" y="425433"/>
                    </a:lnTo>
                    <a:cubicBezTo>
                      <a:pt x="2162256" y="229257"/>
                      <a:pt x="1897599" y="112922"/>
                      <a:pt x="1575505" y="171312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6" name=""/>
              <p:cNvSpPr/>
              <p:nvPr/>
            </p:nvSpPr>
            <p:spPr>
              <a:xfrm>
                <a:off x="2891082" y="5903913"/>
                <a:ext cx="3108981" cy="953832"/>
              </a:xfrm>
              <a:custGeom>
                <a:avLst/>
                <a:gdLst>
                  <a:gd name="connsiteX0" fmla="*/ 2623408 w 3108738"/>
                  <a:gd name="connsiteY0" fmla="*/ 500383 h 951950"/>
                  <a:gd name="connsiteX1" fmla="*/ 1695330 w 3108738"/>
                  <a:gd name="connsiteY1" fmla="*/ 619638 h 951950"/>
                  <a:gd name="connsiteX2" fmla="*/ 1511657 w 3108738"/>
                  <a:gd name="connsiteY2" fmla="*/ 217193 h 951950"/>
                  <a:gd name="connsiteX3" fmla="*/ 724032 w 3108738"/>
                  <a:gd name="connsiteY3" fmla="*/ 25333 h 951950"/>
                  <a:gd name="connsiteX4" fmla="*/ 1 w 3108738"/>
                  <a:gd name="connsiteY4" fmla="*/ 951950 h 951950"/>
                  <a:gd name="connsiteX5" fmla="*/ 205888 w 3108738"/>
                  <a:gd name="connsiteY5" fmla="*/ 951950 h 951950"/>
                  <a:gd name="connsiteX6" fmla="*/ 459756 w 3108738"/>
                  <a:gd name="connsiteY6" fmla="*/ 951950 h 951950"/>
                  <a:gd name="connsiteX7" fmla="*/ 3108739 w 3108738"/>
                  <a:gd name="connsiteY7" fmla="*/ 951950 h 951950"/>
                  <a:gd name="connsiteX8" fmla="*/ 2623408 w 3108738"/>
                  <a:gd name="connsiteY8" fmla="*/ 500383 h 95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08738" h="951950">
                    <a:moveTo>
                      <a:pt x="2623408" y="500383"/>
                    </a:moveTo>
                    <a:cubicBezTo>
                      <a:pt x="2166446" y="318170"/>
                      <a:pt x="1741217" y="589237"/>
                      <a:pt x="1695330" y="619638"/>
                    </a:cubicBezTo>
                    <a:cubicBezTo>
                      <a:pt x="1683906" y="534845"/>
                      <a:pt x="1647857" y="362533"/>
                      <a:pt x="1511657" y="217193"/>
                    </a:cubicBezTo>
                    <a:cubicBezTo>
                      <a:pt x="1221740" y="-92335"/>
                      <a:pt x="755956" y="17273"/>
                      <a:pt x="724032" y="25333"/>
                    </a:cubicBezTo>
                    <a:cubicBezTo>
                      <a:pt x="357574" y="117677"/>
                      <a:pt x="69117" y="482993"/>
                      <a:pt x="1" y="951950"/>
                    </a:cubicBezTo>
                    <a:lnTo>
                      <a:pt x="205888" y="951950"/>
                    </a:lnTo>
                    <a:cubicBezTo>
                      <a:pt x="288941" y="928848"/>
                      <a:pt x="376703" y="928848"/>
                      <a:pt x="459756" y="951950"/>
                    </a:cubicBezTo>
                    <a:lnTo>
                      <a:pt x="3108739" y="951950"/>
                    </a:lnTo>
                    <a:cubicBezTo>
                      <a:pt x="3038735" y="822541"/>
                      <a:pt x="2895046" y="608848"/>
                      <a:pt x="2623408" y="500383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7" name=""/>
              <p:cNvSpPr/>
              <p:nvPr/>
            </p:nvSpPr>
            <p:spPr>
              <a:xfrm>
                <a:off x="7744" y="4766125"/>
                <a:ext cx="4163756" cy="2091619"/>
              </a:xfrm>
              <a:custGeom>
                <a:avLst/>
                <a:gdLst>
                  <a:gd name="connsiteX0" fmla="*/ 2205732 w 4163431"/>
                  <a:gd name="connsiteY0" fmla="*/ 1189561 h 2087491"/>
                  <a:gd name="connsiteX1" fmla="*/ 1841495 w 4163431"/>
                  <a:gd name="connsiteY1" fmla="*/ 1322842 h 2087491"/>
                  <a:gd name="connsiteX2" fmla="*/ 1521050 w 4163431"/>
                  <a:gd name="connsiteY2" fmla="*/ 448141 h 2087491"/>
                  <a:gd name="connsiteX3" fmla="*/ 763889 w 4163431"/>
                  <a:gd name="connsiteY3" fmla="*/ 2793 h 2087491"/>
                  <a:gd name="connsiteX4" fmla="*/ 75400 w 4163431"/>
                  <a:gd name="connsiteY4" fmla="*/ 211726 h 2087491"/>
                  <a:gd name="connsiteX5" fmla="*/ 1 w 4163431"/>
                  <a:gd name="connsiteY5" fmla="*/ 269481 h 2087491"/>
                  <a:gd name="connsiteX6" fmla="*/ 1 w 4163431"/>
                  <a:gd name="connsiteY6" fmla="*/ 1017566 h 2087491"/>
                  <a:gd name="connsiteX7" fmla="*/ 647364 w 4163431"/>
                  <a:gd name="connsiteY7" fmla="*/ 2087492 h 2087491"/>
                  <a:gd name="connsiteX8" fmla="*/ 4163433 w 4163431"/>
                  <a:gd name="connsiteY8" fmla="*/ 2087492 h 2087491"/>
                  <a:gd name="connsiteX9" fmla="*/ 4159879 w 4163431"/>
                  <a:gd name="connsiteY9" fmla="*/ 2082287 h 2087491"/>
                  <a:gd name="connsiteX10" fmla="*/ 3258267 w 4163431"/>
                  <a:gd name="connsiteY10" fmla="*/ 1433402 h 2087491"/>
                  <a:gd name="connsiteX11" fmla="*/ 2379567 w 4163431"/>
                  <a:gd name="connsiteY11" fmla="*/ 1536091 h 2087491"/>
                  <a:gd name="connsiteX12" fmla="*/ 2205732 w 4163431"/>
                  <a:gd name="connsiteY12" fmla="*/ 1189561 h 2087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163431" h="2087491">
                    <a:moveTo>
                      <a:pt x="2205732" y="1189561"/>
                    </a:moveTo>
                    <a:cubicBezTo>
                      <a:pt x="2074291" y="1137392"/>
                      <a:pt x="1908389" y="1198002"/>
                      <a:pt x="1841495" y="1322842"/>
                    </a:cubicBezTo>
                    <a:cubicBezTo>
                      <a:pt x="1838385" y="1184294"/>
                      <a:pt x="1810650" y="793718"/>
                      <a:pt x="1521050" y="448141"/>
                    </a:cubicBezTo>
                    <a:cubicBezTo>
                      <a:pt x="1425850" y="333900"/>
                      <a:pt x="1174711" y="34971"/>
                      <a:pt x="763889" y="2793"/>
                    </a:cubicBezTo>
                    <a:cubicBezTo>
                      <a:pt x="419835" y="-24181"/>
                      <a:pt x="160953" y="151623"/>
                      <a:pt x="75400" y="211726"/>
                    </a:cubicBezTo>
                    <a:cubicBezTo>
                      <a:pt x="48617" y="230766"/>
                      <a:pt x="23547" y="249807"/>
                      <a:pt x="1" y="269481"/>
                    </a:cubicBezTo>
                    <a:lnTo>
                      <a:pt x="1" y="1017566"/>
                    </a:lnTo>
                    <a:lnTo>
                      <a:pt x="647364" y="2087492"/>
                    </a:lnTo>
                    <a:lnTo>
                      <a:pt x="4163433" y="2087492"/>
                    </a:lnTo>
                    <a:lnTo>
                      <a:pt x="4159879" y="2082287"/>
                    </a:lnTo>
                    <a:cubicBezTo>
                      <a:pt x="4068994" y="1949768"/>
                      <a:pt x="3791263" y="1544849"/>
                      <a:pt x="3258267" y="1433402"/>
                    </a:cubicBezTo>
                    <a:cubicBezTo>
                      <a:pt x="2944868" y="1367840"/>
                      <a:pt x="2675197" y="1441208"/>
                      <a:pt x="2379567" y="1536091"/>
                    </a:cubicBezTo>
                    <a:cubicBezTo>
                      <a:pt x="2416315" y="1399574"/>
                      <a:pt x="2337172" y="1241668"/>
                      <a:pt x="2205732" y="1189561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8" name=""/>
              <p:cNvSpPr/>
              <p:nvPr/>
            </p:nvSpPr>
            <p:spPr>
              <a:xfrm>
                <a:off x="7744" y="5606395"/>
                <a:ext cx="3248809" cy="1251350"/>
              </a:xfrm>
              <a:custGeom>
                <a:avLst/>
                <a:gdLst>
                  <a:gd name="connsiteX0" fmla="*/ 3208192 w 3248555"/>
                  <a:gd name="connsiteY0" fmla="*/ 1180209 h 1248880"/>
                  <a:gd name="connsiteX1" fmla="*/ 2078480 w 3248555"/>
                  <a:gd name="connsiteY1" fmla="*/ 881280 h 1248880"/>
                  <a:gd name="connsiteX2" fmla="*/ 1810015 w 3248555"/>
                  <a:gd name="connsiteY2" fmla="*/ 1126326 h 1248880"/>
                  <a:gd name="connsiteX3" fmla="*/ 1452760 w 3248555"/>
                  <a:gd name="connsiteY3" fmla="*/ 677932 h 1248880"/>
                  <a:gd name="connsiteX4" fmla="*/ 887396 w 3248555"/>
                  <a:gd name="connsiteY4" fmla="*/ 716012 h 1248880"/>
                  <a:gd name="connsiteX5" fmla="*/ 869498 w 3248555"/>
                  <a:gd name="connsiteY5" fmla="*/ 433648 h 1248880"/>
                  <a:gd name="connsiteX6" fmla="*/ 26784 w 3248555"/>
                  <a:gd name="connsiteY6" fmla="*/ 6325 h 1248880"/>
                  <a:gd name="connsiteX7" fmla="*/ 1 w 3248555"/>
                  <a:gd name="connsiteY7" fmla="*/ 10196 h 1248880"/>
                  <a:gd name="connsiteX8" fmla="*/ 1 w 3248555"/>
                  <a:gd name="connsiteY8" fmla="*/ 1248881 h 1248880"/>
                  <a:gd name="connsiteX9" fmla="*/ 3248557 w 3248555"/>
                  <a:gd name="connsiteY9" fmla="*/ 1248881 h 1248880"/>
                  <a:gd name="connsiteX10" fmla="*/ 3208192 w 3248555"/>
                  <a:gd name="connsiteY10" fmla="*/ 1180209 h 1248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3248555" h="1248880">
                    <a:moveTo>
                      <a:pt x="3208192" y="1180209"/>
                    </a:moveTo>
                    <a:cubicBezTo>
                      <a:pt x="2940108" y="825810"/>
                      <a:pt x="2489492" y="731816"/>
                      <a:pt x="2078480" y="881280"/>
                    </a:cubicBezTo>
                    <a:cubicBezTo>
                      <a:pt x="1956687" y="925707"/>
                      <a:pt x="1853807" y="1000915"/>
                      <a:pt x="1810015" y="1126326"/>
                    </a:cubicBezTo>
                    <a:cubicBezTo>
                      <a:pt x="1738996" y="947540"/>
                      <a:pt x="1637448" y="766722"/>
                      <a:pt x="1452760" y="677932"/>
                    </a:cubicBezTo>
                    <a:cubicBezTo>
                      <a:pt x="1363462" y="634965"/>
                      <a:pt x="927126" y="555124"/>
                      <a:pt x="887396" y="716012"/>
                    </a:cubicBezTo>
                    <a:cubicBezTo>
                      <a:pt x="866896" y="799091"/>
                      <a:pt x="901232" y="567309"/>
                      <a:pt x="869498" y="433648"/>
                    </a:cubicBezTo>
                    <a:cubicBezTo>
                      <a:pt x="807809" y="171720"/>
                      <a:pt x="393496" y="-39689"/>
                      <a:pt x="26784" y="6325"/>
                    </a:cubicBezTo>
                    <a:cubicBezTo>
                      <a:pt x="17772" y="7467"/>
                      <a:pt x="8823" y="8737"/>
                      <a:pt x="1" y="10196"/>
                    </a:cubicBezTo>
                    <a:lnTo>
                      <a:pt x="1" y="1248881"/>
                    </a:lnTo>
                    <a:lnTo>
                      <a:pt x="3248557" y="1248881"/>
                    </a:lnTo>
                    <a:cubicBezTo>
                      <a:pt x="3236289" y="1225335"/>
                      <a:pt x="3222815" y="1202423"/>
                      <a:pt x="3208192" y="118020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099" name=""/>
              <p:cNvSpPr/>
              <p:nvPr/>
            </p:nvSpPr>
            <p:spPr>
              <a:xfrm>
                <a:off x="9018977" y="5588286"/>
                <a:ext cx="3172580" cy="1269523"/>
              </a:xfrm>
              <a:custGeom>
                <a:avLst/>
                <a:gdLst>
                  <a:gd name="connsiteX0" fmla="*/ 2918466 w 3172332"/>
                  <a:gd name="connsiteY0" fmla="*/ 1266954 h 1267017"/>
                  <a:gd name="connsiteX1" fmla="*/ 3172334 w 3172332"/>
                  <a:gd name="connsiteY1" fmla="*/ 545843 h 1267017"/>
                  <a:gd name="connsiteX2" fmla="*/ 3172334 w 3172332"/>
                  <a:gd name="connsiteY2" fmla="*/ 393522 h 1267017"/>
                  <a:gd name="connsiteX3" fmla="*/ 2783788 w 3172332"/>
                  <a:gd name="connsiteY3" fmla="*/ 50801 h 1267017"/>
                  <a:gd name="connsiteX4" fmla="*/ 2117386 w 3172332"/>
                  <a:gd name="connsiteY4" fmla="*/ 137369 h 1267017"/>
                  <a:gd name="connsiteX5" fmla="*/ 1933712 w 3172332"/>
                  <a:gd name="connsiteY5" fmla="*/ 539813 h 1267017"/>
                  <a:gd name="connsiteX6" fmla="*/ 994402 w 3172332"/>
                  <a:gd name="connsiteY6" fmla="*/ 361027 h 1267017"/>
                  <a:gd name="connsiteX7" fmla="*/ 53187 w 3172332"/>
                  <a:gd name="connsiteY7" fmla="*/ 1174166 h 1267017"/>
                  <a:gd name="connsiteX8" fmla="*/ 1 w 3172332"/>
                  <a:gd name="connsiteY8" fmla="*/ 1267018 h 12670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172332" h="1267017">
                    <a:moveTo>
                      <a:pt x="2918466" y="1266954"/>
                    </a:moveTo>
                    <a:cubicBezTo>
                      <a:pt x="2998561" y="1024701"/>
                      <a:pt x="3083162" y="784288"/>
                      <a:pt x="3172334" y="545843"/>
                    </a:cubicBezTo>
                    <a:lnTo>
                      <a:pt x="3172334" y="393522"/>
                    </a:lnTo>
                    <a:cubicBezTo>
                      <a:pt x="3117624" y="296227"/>
                      <a:pt x="2998878" y="131277"/>
                      <a:pt x="2783788" y="50801"/>
                    </a:cubicBezTo>
                    <a:cubicBezTo>
                      <a:pt x="2743487" y="35696"/>
                      <a:pt x="2373474" y="-96443"/>
                      <a:pt x="2117386" y="137369"/>
                    </a:cubicBezTo>
                    <a:cubicBezTo>
                      <a:pt x="1958718" y="282201"/>
                      <a:pt x="1937711" y="481614"/>
                      <a:pt x="1933712" y="539813"/>
                    </a:cubicBezTo>
                    <a:cubicBezTo>
                      <a:pt x="1797195" y="458639"/>
                      <a:pt x="1425977" y="264430"/>
                      <a:pt x="994402" y="361027"/>
                    </a:cubicBezTo>
                    <a:cubicBezTo>
                      <a:pt x="476003" y="477235"/>
                      <a:pt x="194273" y="941623"/>
                      <a:pt x="53187" y="1174166"/>
                    </a:cubicBezTo>
                    <a:cubicBezTo>
                      <a:pt x="34146" y="1205899"/>
                      <a:pt x="16376" y="1236680"/>
                      <a:pt x="1" y="1267018"/>
                    </a:cubicBezTo>
                    <a:close/>
                  </a:path>
                </a:pathLst>
              </a:custGeom>
              <a:solidFill>
                <a:srgbClr val="FF5031"/>
              </a:solidFill>
              <a:ln w="6347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zh-CN" altLang="en-US"/>
              </a:p>
            </p:txBody>
          </p:sp>
          <p:sp>
            <p:nvSpPr>
              <p:cNvPr id="2100" name=""/>
              <p:cNvSpPr/>
              <p:nvPr/>
            </p:nvSpPr>
            <p:spPr>
              <a:xfrm>
                <a:off x="9560964" y="5657629"/>
                <a:ext cx="2630783" cy="1200307"/>
              </a:xfrm>
              <a:custGeom>
                <a:avLst/>
                <a:gdLst>
                  <a:gd name="connsiteX0" fmla="*/ 2630579 w 2630577"/>
                  <a:gd name="connsiteY0" fmla="*/ 1197748 h 1197938"/>
                  <a:gd name="connsiteX1" fmla="*/ 2630579 w 2630577"/>
                  <a:gd name="connsiteY1" fmla="*/ 0 h 1197938"/>
                  <a:gd name="connsiteX2" fmla="*/ 2448937 w 2630577"/>
                  <a:gd name="connsiteY2" fmla="*/ 250949 h 1197938"/>
                  <a:gd name="connsiteX3" fmla="*/ 2431103 w 2630577"/>
                  <a:gd name="connsiteY3" fmla="*/ 533440 h 1197938"/>
                  <a:gd name="connsiteX4" fmla="*/ 1865675 w 2630577"/>
                  <a:gd name="connsiteY4" fmla="*/ 495359 h 1197938"/>
                  <a:gd name="connsiteX5" fmla="*/ 1508611 w 2630577"/>
                  <a:gd name="connsiteY5" fmla="*/ 943754 h 1197938"/>
                  <a:gd name="connsiteX6" fmla="*/ 1240146 w 2630577"/>
                  <a:gd name="connsiteY6" fmla="*/ 698708 h 1197938"/>
                  <a:gd name="connsiteX7" fmla="*/ 110434 w 2630577"/>
                  <a:gd name="connsiteY7" fmla="*/ 997637 h 1197938"/>
                  <a:gd name="connsiteX8" fmla="*/ 1 w 2630577"/>
                  <a:gd name="connsiteY8" fmla="*/ 1197939 h 11979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630577" h="1197938">
                    <a:moveTo>
                      <a:pt x="2630579" y="1197748"/>
                    </a:moveTo>
                    <a:lnTo>
                      <a:pt x="2630579" y="0"/>
                    </a:lnTo>
                    <a:cubicBezTo>
                      <a:pt x="2537474" y="71083"/>
                      <a:pt x="2470897" y="157779"/>
                      <a:pt x="2448937" y="250949"/>
                    </a:cubicBezTo>
                    <a:cubicBezTo>
                      <a:pt x="2417203" y="384229"/>
                      <a:pt x="2451603" y="616328"/>
                      <a:pt x="2431103" y="533440"/>
                    </a:cubicBezTo>
                    <a:cubicBezTo>
                      <a:pt x="2391373" y="372361"/>
                      <a:pt x="1955101" y="452202"/>
                      <a:pt x="1865675" y="495359"/>
                    </a:cubicBezTo>
                    <a:cubicBezTo>
                      <a:pt x="1681621" y="584213"/>
                      <a:pt x="1579313" y="764967"/>
                      <a:pt x="1508611" y="943754"/>
                    </a:cubicBezTo>
                    <a:cubicBezTo>
                      <a:pt x="1464819" y="818343"/>
                      <a:pt x="1361938" y="742944"/>
                      <a:pt x="1240146" y="698708"/>
                    </a:cubicBezTo>
                    <a:cubicBezTo>
                      <a:pt x="829006" y="549243"/>
                      <a:pt x="378391" y="643238"/>
                      <a:pt x="110434" y="997637"/>
                    </a:cubicBezTo>
                    <a:cubicBezTo>
                      <a:pt x="96344" y="1016297"/>
                      <a:pt x="48299" y="1105531"/>
                      <a:pt x="1" y="1197939"/>
                    </a:cubicBezTo>
                    <a:close/>
                  </a:path>
                </a:pathLst>
              </a:custGeom>
              <a:solidFill>
                <a:srgbClr val="FF735C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1" name=""/>
              <p:cNvSpPr/>
              <p:nvPr/>
            </p:nvSpPr>
            <p:spPr>
              <a:xfrm>
                <a:off x="5397071" y="3799309"/>
                <a:ext cx="1105524" cy="793534"/>
              </a:xfrm>
              <a:custGeom>
                <a:avLst/>
                <a:gdLst>
                  <a:gd name="connsiteX0" fmla="*/ 830856 w 1105438"/>
                  <a:gd name="connsiteY0" fmla="*/ 408939 h 791968"/>
                  <a:gd name="connsiteX1" fmla="*/ 882645 w 1105438"/>
                  <a:gd name="connsiteY1" fmla="*/ 342552 h 791968"/>
                  <a:gd name="connsiteX2" fmla="*/ 957346 w 1105438"/>
                  <a:gd name="connsiteY2" fmla="*/ 212255 h 791968"/>
                  <a:gd name="connsiteX3" fmla="*/ 1094498 w 1105438"/>
                  <a:gd name="connsiteY3" fmla="*/ 37340 h 791968"/>
                  <a:gd name="connsiteX4" fmla="*/ 1104145 w 1105438"/>
                  <a:gd name="connsiteY4" fmla="*/ 1862 h 791968"/>
                  <a:gd name="connsiteX5" fmla="*/ 1081487 w 1105438"/>
                  <a:gd name="connsiteY5" fmla="*/ 5162 h 791968"/>
                  <a:gd name="connsiteX6" fmla="*/ 859036 w 1105438"/>
                  <a:gd name="connsiteY6" fmla="*/ 96872 h 791968"/>
                  <a:gd name="connsiteX7" fmla="*/ 688627 w 1105438"/>
                  <a:gd name="connsiteY7" fmla="*/ 177284 h 791968"/>
                  <a:gd name="connsiteX8" fmla="*/ 528690 w 1105438"/>
                  <a:gd name="connsiteY8" fmla="*/ 275404 h 791968"/>
                  <a:gd name="connsiteX9" fmla="*/ 225255 w 1105438"/>
                  <a:gd name="connsiteY9" fmla="*/ 474056 h 791968"/>
                  <a:gd name="connsiteX10" fmla="*/ 28952 w 1105438"/>
                  <a:gd name="connsiteY10" fmla="*/ 605369 h 791968"/>
                  <a:gd name="connsiteX11" fmla="*/ 4072 w 1105438"/>
                  <a:gd name="connsiteY11" fmla="*/ 685464 h 791968"/>
                  <a:gd name="connsiteX12" fmla="*/ 19051 w 1105438"/>
                  <a:gd name="connsiteY12" fmla="*/ 789296 h 791968"/>
                  <a:gd name="connsiteX13" fmla="*/ 144779 w 1105438"/>
                  <a:gd name="connsiteY13" fmla="*/ 750391 h 791968"/>
                  <a:gd name="connsiteX14" fmla="*/ 313791 w 1105438"/>
                  <a:gd name="connsiteY14" fmla="*/ 659950 h 791968"/>
                  <a:gd name="connsiteX15" fmla="*/ 445295 w 1105438"/>
                  <a:gd name="connsiteY15" fmla="*/ 600926 h 791968"/>
                  <a:gd name="connsiteX16" fmla="*/ 604851 w 1105438"/>
                  <a:gd name="connsiteY16" fmla="*/ 515436 h 791968"/>
                  <a:gd name="connsiteX17" fmla="*/ 771515 w 1105438"/>
                  <a:gd name="connsiteY17" fmla="*/ 437182 h 791968"/>
                  <a:gd name="connsiteX18" fmla="*/ 830856 w 1105438"/>
                  <a:gd name="connsiteY18" fmla="*/ 408939 h 79196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105438" h="791968">
                    <a:moveTo>
                      <a:pt x="830856" y="408939"/>
                    </a:moveTo>
                    <a:cubicBezTo>
                      <a:pt x="853387" y="420045"/>
                      <a:pt x="873443" y="358165"/>
                      <a:pt x="882645" y="342552"/>
                    </a:cubicBezTo>
                    <a:cubicBezTo>
                      <a:pt x="908032" y="299522"/>
                      <a:pt x="932276" y="255476"/>
                      <a:pt x="957346" y="212255"/>
                    </a:cubicBezTo>
                    <a:cubicBezTo>
                      <a:pt x="996251" y="145170"/>
                      <a:pt x="1040932" y="85955"/>
                      <a:pt x="1094498" y="37340"/>
                    </a:cubicBezTo>
                    <a:cubicBezTo>
                      <a:pt x="1103955" y="28156"/>
                      <a:pt x="1107636" y="14562"/>
                      <a:pt x="1104145" y="1862"/>
                    </a:cubicBezTo>
                    <a:cubicBezTo>
                      <a:pt x="1101543" y="-3279"/>
                      <a:pt x="1097164" y="3702"/>
                      <a:pt x="1081487" y="5162"/>
                    </a:cubicBezTo>
                    <a:cubicBezTo>
                      <a:pt x="1005962" y="12017"/>
                      <a:pt x="928722" y="66979"/>
                      <a:pt x="859036" y="96872"/>
                    </a:cubicBezTo>
                    <a:cubicBezTo>
                      <a:pt x="801471" y="121624"/>
                      <a:pt x="743589" y="145741"/>
                      <a:pt x="688627" y="177284"/>
                    </a:cubicBezTo>
                    <a:cubicBezTo>
                      <a:pt x="633664" y="208827"/>
                      <a:pt x="582447" y="243671"/>
                      <a:pt x="528690" y="275404"/>
                    </a:cubicBezTo>
                    <a:cubicBezTo>
                      <a:pt x="425112" y="336460"/>
                      <a:pt x="328071" y="411414"/>
                      <a:pt x="225255" y="474056"/>
                    </a:cubicBezTo>
                    <a:cubicBezTo>
                      <a:pt x="160011" y="513723"/>
                      <a:pt x="87214" y="552437"/>
                      <a:pt x="28952" y="605369"/>
                    </a:cubicBezTo>
                    <a:cubicBezTo>
                      <a:pt x="6675" y="625551"/>
                      <a:pt x="6040" y="652842"/>
                      <a:pt x="4072" y="685464"/>
                    </a:cubicBezTo>
                    <a:cubicBezTo>
                      <a:pt x="2486" y="712120"/>
                      <a:pt x="-10144" y="780220"/>
                      <a:pt x="19051" y="789296"/>
                    </a:cubicBezTo>
                    <a:cubicBezTo>
                      <a:pt x="58146" y="801482"/>
                      <a:pt x="112030" y="769114"/>
                      <a:pt x="144779" y="750391"/>
                    </a:cubicBezTo>
                    <a:cubicBezTo>
                      <a:pt x="200376" y="718657"/>
                      <a:pt x="257369" y="689716"/>
                      <a:pt x="313791" y="659950"/>
                    </a:cubicBezTo>
                    <a:cubicBezTo>
                      <a:pt x="357139" y="637102"/>
                      <a:pt x="401185" y="620918"/>
                      <a:pt x="445295" y="600926"/>
                    </a:cubicBezTo>
                    <a:cubicBezTo>
                      <a:pt x="499940" y="576237"/>
                      <a:pt x="550967" y="542283"/>
                      <a:pt x="604851" y="515436"/>
                    </a:cubicBezTo>
                    <a:cubicBezTo>
                      <a:pt x="659876" y="488082"/>
                      <a:pt x="717822" y="467201"/>
                      <a:pt x="771515" y="437182"/>
                    </a:cubicBezTo>
                    <a:cubicBezTo>
                      <a:pt x="787382" y="428232"/>
                      <a:pt x="809595" y="406146"/>
                      <a:pt x="830856" y="408939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2" name=""/>
              <p:cNvSpPr/>
              <p:nvPr/>
            </p:nvSpPr>
            <p:spPr>
              <a:xfrm>
                <a:off x="5392468" y="3793668"/>
                <a:ext cx="1109196" cy="788809"/>
              </a:xfrm>
              <a:custGeom>
                <a:avLst/>
                <a:gdLst>
                  <a:gd name="connsiteX0" fmla="*/ 830636 w 1109109"/>
                  <a:gd name="connsiteY0" fmla="*/ 404223 h 787252"/>
                  <a:gd name="connsiteX1" fmla="*/ 882362 w 1109109"/>
                  <a:gd name="connsiteY1" fmla="*/ 337837 h 787252"/>
                  <a:gd name="connsiteX2" fmla="*/ 957062 w 1109109"/>
                  <a:gd name="connsiteY2" fmla="*/ 207476 h 787252"/>
                  <a:gd name="connsiteX3" fmla="*/ 1094214 w 1109109"/>
                  <a:gd name="connsiteY3" fmla="*/ 32624 h 787252"/>
                  <a:gd name="connsiteX4" fmla="*/ 1081521 w 1109109"/>
                  <a:gd name="connsiteY4" fmla="*/ 383 h 787252"/>
                  <a:gd name="connsiteX5" fmla="*/ 859069 w 1109109"/>
                  <a:gd name="connsiteY5" fmla="*/ 92156 h 787252"/>
                  <a:gd name="connsiteX6" fmla="*/ 688660 w 1109109"/>
                  <a:gd name="connsiteY6" fmla="*/ 172505 h 787252"/>
                  <a:gd name="connsiteX7" fmla="*/ 528724 w 1109109"/>
                  <a:gd name="connsiteY7" fmla="*/ 270625 h 787252"/>
                  <a:gd name="connsiteX8" fmla="*/ 225225 w 1109109"/>
                  <a:gd name="connsiteY8" fmla="*/ 469340 h 787252"/>
                  <a:gd name="connsiteX9" fmla="*/ 28985 w 1109109"/>
                  <a:gd name="connsiteY9" fmla="*/ 600653 h 787252"/>
                  <a:gd name="connsiteX10" fmla="*/ 4043 w 1109109"/>
                  <a:gd name="connsiteY10" fmla="*/ 680749 h 787252"/>
                  <a:gd name="connsiteX11" fmla="*/ 19084 w 1109109"/>
                  <a:gd name="connsiteY11" fmla="*/ 784581 h 787252"/>
                  <a:gd name="connsiteX12" fmla="*/ 144558 w 1109109"/>
                  <a:gd name="connsiteY12" fmla="*/ 745358 h 787252"/>
                  <a:gd name="connsiteX13" fmla="*/ 313571 w 1109109"/>
                  <a:gd name="connsiteY13" fmla="*/ 654981 h 787252"/>
                  <a:gd name="connsiteX14" fmla="*/ 445011 w 1109109"/>
                  <a:gd name="connsiteY14" fmla="*/ 595957 h 787252"/>
                  <a:gd name="connsiteX15" fmla="*/ 604630 w 1109109"/>
                  <a:gd name="connsiteY15" fmla="*/ 510467 h 787252"/>
                  <a:gd name="connsiteX16" fmla="*/ 771231 w 1109109"/>
                  <a:gd name="connsiteY16" fmla="*/ 432149 h 787252"/>
                  <a:gd name="connsiteX17" fmla="*/ 830636 w 1109109"/>
                  <a:gd name="connsiteY17" fmla="*/ 404223 h 787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9109" h="787252">
                    <a:moveTo>
                      <a:pt x="830636" y="404223"/>
                    </a:moveTo>
                    <a:cubicBezTo>
                      <a:pt x="853104" y="415330"/>
                      <a:pt x="873222" y="353450"/>
                      <a:pt x="882362" y="337837"/>
                    </a:cubicBezTo>
                    <a:cubicBezTo>
                      <a:pt x="907748" y="294806"/>
                      <a:pt x="931993" y="250697"/>
                      <a:pt x="957062" y="207476"/>
                    </a:cubicBezTo>
                    <a:cubicBezTo>
                      <a:pt x="995967" y="140391"/>
                      <a:pt x="1040648" y="81176"/>
                      <a:pt x="1094214" y="32624"/>
                    </a:cubicBezTo>
                    <a:cubicBezTo>
                      <a:pt x="1116745" y="12188"/>
                      <a:pt x="1114651" y="-2600"/>
                      <a:pt x="1081521" y="383"/>
                    </a:cubicBezTo>
                    <a:cubicBezTo>
                      <a:pt x="1005932" y="7238"/>
                      <a:pt x="928692" y="62263"/>
                      <a:pt x="859069" y="92156"/>
                    </a:cubicBezTo>
                    <a:cubicBezTo>
                      <a:pt x="801505" y="116845"/>
                      <a:pt x="743623" y="140962"/>
                      <a:pt x="688660" y="172505"/>
                    </a:cubicBezTo>
                    <a:cubicBezTo>
                      <a:pt x="633698" y="204049"/>
                      <a:pt x="582480" y="238955"/>
                      <a:pt x="528724" y="270625"/>
                    </a:cubicBezTo>
                    <a:cubicBezTo>
                      <a:pt x="425082" y="331744"/>
                      <a:pt x="328105" y="406698"/>
                      <a:pt x="225225" y="469340"/>
                    </a:cubicBezTo>
                    <a:cubicBezTo>
                      <a:pt x="160044" y="509007"/>
                      <a:pt x="87248" y="547722"/>
                      <a:pt x="28985" y="600653"/>
                    </a:cubicBezTo>
                    <a:cubicBezTo>
                      <a:pt x="6708" y="620836"/>
                      <a:pt x="6010" y="648063"/>
                      <a:pt x="4043" y="680749"/>
                    </a:cubicBezTo>
                    <a:cubicBezTo>
                      <a:pt x="2456" y="707405"/>
                      <a:pt x="-10110" y="775505"/>
                      <a:pt x="19084" y="784581"/>
                    </a:cubicBezTo>
                    <a:cubicBezTo>
                      <a:pt x="57862" y="796766"/>
                      <a:pt x="111936" y="764398"/>
                      <a:pt x="144558" y="745358"/>
                    </a:cubicBezTo>
                    <a:cubicBezTo>
                      <a:pt x="200092" y="713625"/>
                      <a:pt x="257085" y="684684"/>
                      <a:pt x="313571" y="654981"/>
                    </a:cubicBezTo>
                    <a:cubicBezTo>
                      <a:pt x="356919" y="632133"/>
                      <a:pt x="400902" y="615885"/>
                      <a:pt x="445011" y="595957"/>
                    </a:cubicBezTo>
                    <a:cubicBezTo>
                      <a:pt x="499656" y="571268"/>
                      <a:pt x="550747" y="537313"/>
                      <a:pt x="604630" y="510467"/>
                    </a:cubicBezTo>
                    <a:cubicBezTo>
                      <a:pt x="659592" y="483113"/>
                      <a:pt x="717601" y="462232"/>
                      <a:pt x="771231" y="432149"/>
                    </a:cubicBezTo>
                    <a:cubicBezTo>
                      <a:pt x="787225" y="423454"/>
                      <a:pt x="809501" y="401431"/>
                      <a:pt x="830636" y="40422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3" name=""/>
              <p:cNvSpPr/>
              <p:nvPr/>
            </p:nvSpPr>
            <p:spPr>
              <a:xfrm>
                <a:off x="5368853" y="3763718"/>
                <a:ext cx="1093158" cy="850930"/>
              </a:xfrm>
              <a:custGeom>
                <a:avLst/>
                <a:gdLst>
                  <a:gd name="connsiteX0" fmla="*/ 870687 w 1093073"/>
                  <a:gd name="connsiteY0" fmla="*/ 437795 h 849251"/>
                  <a:gd name="connsiteX1" fmla="*/ 925903 w 1093073"/>
                  <a:gd name="connsiteY1" fmla="*/ 243015 h 849251"/>
                  <a:gd name="connsiteX2" fmla="*/ 1036970 w 1093073"/>
                  <a:gd name="connsiteY2" fmla="*/ 51154 h 849251"/>
                  <a:gd name="connsiteX3" fmla="*/ 1093075 w 1093073"/>
                  <a:gd name="connsiteY3" fmla="*/ 0 h 849251"/>
                  <a:gd name="connsiteX4" fmla="*/ 1004221 w 1093073"/>
                  <a:gd name="connsiteY4" fmla="*/ 26783 h 849251"/>
                  <a:gd name="connsiteX5" fmla="*/ 760191 w 1093073"/>
                  <a:gd name="connsiteY5" fmla="*/ 136581 h 849251"/>
                  <a:gd name="connsiteX6" fmla="*/ 484808 w 1093073"/>
                  <a:gd name="connsiteY6" fmla="*/ 278176 h 849251"/>
                  <a:gd name="connsiteX7" fmla="*/ 331916 w 1093073"/>
                  <a:gd name="connsiteY7" fmla="*/ 372551 h 849251"/>
                  <a:gd name="connsiteX8" fmla="*/ 151225 w 1093073"/>
                  <a:gd name="connsiteY8" fmla="*/ 491425 h 849251"/>
                  <a:gd name="connsiteX9" fmla="*/ 69099 w 1093073"/>
                  <a:gd name="connsiteY9" fmla="*/ 554892 h 849251"/>
                  <a:gd name="connsiteX10" fmla="*/ 15279 w 1093073"/>
                  <a:gd name="connsiteY10" fmla="*/ 733107 h 849251"/>
                  <a:gd name="connsiteX11" fmla="*/ 618 w 1093073"/>
                  <a:gd name="connsiteY11" fmla="*/ 849251 h 849251"/>
                  <a:gd name="connsiteX12" fmla="*/ 550305 w 1093073"/>
                  <a:gd name="connsiteY12" fmla="*/ 608521 h 849251"/>
                  <a:gd name="connsiteX13" fmla="*/ 782340 w 1093073"/>
                  <a:gd name="connsiteY13" fmla="*/ 468894 h 849251"/>
                  <a:gd name="connsiteX14" fmla="*/ 870687 w 1093073"/>
                  <a:gd name="connsiteY14" fmla="*/ 437795 h 849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93073" h="849251">
                    <a:moveTo>
                      <a:pt x="870687" y="437795"/>
                    </a:moveTo>
                    <a:cubicBezTo>
                      <a:pt x="866625" y="378834"/>
                      <a:pt x="904959" y="295439"/>
                      <a:pt x="925903" y="243015"/>
                    </a:cubicBezTo>
                    <a:cubicBezTo>
                      <a:pt x="953892" y="173202"/>
                      <a:pt x="988862" y="106815"/>
                      <a:pt x="1036970" y="51154"/>
                    </a:cubicBezTo>
                    <a:cubicBezTo>
                      <a:pt x="1053599" y="32114"/>
                      <a:pt x="1074225" y="16882"/>
                      <a:pt x="1093075" y="0"/>
                    </a:cubicBezTo>
                    <a:cubicBezTo>
                      <a:pt x="1065213" y="635"/>
                      <a:pt x="1031448" y="17200"/>
                      <a:pt x="1004221" y="26783"/>
                    </a:cubicBezTo>
                    <a:cubicBezTo>
                      <a:pt x="920762" y="56232"/>
                      <a:pt x="840413" y="97739"/>
                      <a:pt x="760191" y="136581"/>
                    </a:cubicBezTo>
                    <a:cubicBezTo>
                      <a:pt x="667529" y="181452"/>
                      <a:pt x="571694" y="219977"/>
                      <a:pt x="484808" y="278176"/>
                    </a:cubicBezTo>
                    <a:cubicBezTo>
                      <a:pt x="434859" y="311559"/>
                      <a:pt x="383895" y="343229"/>
                      <a:pt x="331916" y="372551"/>
                    </a:cubicBezTo>
                    <a:cubicBezTo>
                      <a:pt x="268449" y="408537"/>
                      <a:pt x="217167" y="465403"/>
                      <a:pt x="151225" y="491425"/>
                    </a:cubicBezTo>
                    <a:cubicBezTo>
                      <a:pt x="119999" y="504118"/>
                      <a:pt x="87758" y="523476"/>
                      <a:pt x="69099" y="554892"/>
                    </a:cubicBezTo>
                    <a:cubicBezTo>
                      <a:pt x="39079" y="604523"/>
                      <a:pt x="26068" y="674844"/>
                      <a:pt x="15279" y="733107"/>
                    </a:cubicBezTo>
                    <a:cubicBezTo>
                      <a:pt x="8424" y="769917"/>
                      <a:pt x="-2745" y="811425"/>
                      <a:pt x="618" y="849251"/>
                    </a:cubicBezTo>
                    <a:cubicBezTo>
                      <a:pt x="187465" y="762683"/>
                      <a:pt x="363586" y="689505"/>
                      <a:pt x="550305" y="608521"/>
                    </a:cubicBezTo>
                    <a:cubicBezTo>
                      <a:pt x="635034" y="571837"/>
                      <a:pt x="697739" y="505895"/>
                      <a:pt x="782340" y="468894"/>
                    </a:cubicBezTo>
                    <a:cubicBezTo>
                      <a:pt x="804491" y="458866"/>
                      <a:pt x="870687" y="437795"/>
                      <a:pt x="870687" y="43779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4" name=""/>
              <p:cNvSpPr/>
              <p:nvPr/>
            </p:nvSpPr>
            <p:spPr>
              <a:xfrm>
                <a:off x="5371094" y="3723719"/>
                <a:ext cx="1057342" cy="935190"/>
              </a:xfrm>
              <a:custGeom>
                <a:avLst/>
                <a:gdLst>
                  <a:gd name="connsiteX0" fmla="*/ 853024 w 1057259"/>
                  <a:gd name="connsiteY0" fmla="*/ 463626 h 933344"/>
                  <a:gd name="connsiteX1" fmla="*/ 900306 w 1057259"/>
                  <a:gd name="connsiteY1" fmla="*/ 259643 h 933344"/>
                  <a:gd name="connsiteX2" fmla="*/ 1003314 w 1057259"/>
                  <a:gd name="connsiteY2" fmla="*/ 55724 h 933344"/>
                  <a:gd name="connsiteX3" fmla="*/ 1057260 w 1057259"/>
                  <a:gd name="connsiteY3" fmla="*/ 0 h 933344"/>
                  <a:gd name="connsiteX4" fmla="*/ 969739 w 1057259"/>
                  <a:gd name="connsiteY4" fmla="*/ 32305 h 933344"/>
                  <a:gd name="connsiteX5" fmla="*/ 730596 w 1057259"/>
                  <a:gd name="connsiteY5" fmla="*/ 158287 h 933344"/>
                  <a:gd name="connsiteX6" fmla="*/ 461433 w 1057259"/>
                  <a:gd name="connsiteY6" fmla="*/ 318731 h 933344"/>
                  <a:gd name="connsiteX7" fmla="*/ 312666 w 1057259"/>
                  <a:gd name="connsiteY7" fmla="*/ 424086 h 933344"/>
                  <a:gd name="connsiteX8" fmla="*/ 137180 w 1057259"/>
                  <a:gd name="connsiteY8" fmla="*/ 556161 h 933344"/>
                  <a:gd name="connsiteX9" fmla="*/ 57720 w 1057259"/>
                  <a:gd name="connsiteY9" fmla="*/ 625975 h 933344"/>
                  <a:gd name="connsiteX10" fmla="*/ 11262 w 1057259"/>
                  <a:gd name="connsiteY10" fmla="*/ 812758 h 933344"/>
                  <a:gd name="connsiteX11" fmla="*/ 1361 w 1057259"/>
                  <a:gd name="connsiteY11" fmla="*/ 933345 h 933344"/>
                  <a:gd name="connsiteX12" fmla="*/ 540259 w 1057259"/>
                  <a:gd name="connsiteY12" fmla="*/ 656502 h 933344"/>
                  <a:gd name="connsiteX13" fmla="*/ 786129 w 1057259"/>
                  <a:gd name="connsiteY13" fmla="*/ 515288 h 933344"/>
                  <a:gd name="connsiteX14" fmla="*/ 853024 w 1057259"/>
                  <a:gd name="connsiteY14" fmla="*/ 463626 h 9333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057259" h="933344">
                    <a:moveTo>
                      <a:pt x="853024" y="463626"/>
                    </a:moveTo>
                    <a:cubicBezTo>
                      <a:pt x="846677" y="402952"/>
                      <a:pt x="881520" y="314859"/>
                      <a:pt x="900306" y="259643"/>
                    </a:cubicBezTo>
                    <a:cubicBezTo>
                      <a:pt x="925376" y="186022"/>
                      <a:pt x="957427" y="115700"/>
                      <a:pt x="1003314" y="55724"/>
                    </a:cubicBezTo>
                    <a:cubicBezTo>
                      <a:pt x="1019180" y="34970"/>
                      <a:pt x="1039172" y="18469"/>
                      <a:pt x="1057260" y="0"/>
                    </a:cubicBezTo>
                    <a:cubicBezTo>
                      <a:pt x="1029525" y="2095"/>
                      <a:pt x="996459" y="21008"/>
                      <a:pt x="969739" y="32305"/>
                    </a:cubicBezTo>
                    <a:cubicBezTo>
                      <a:pt x="887613" y="67021"/>
                      <a:pt x="809104" y="114050"/>
                      <a:pt x="730596" y="158287"/>
                    </a:cubicBezTo>
                    <a:cubicBezTo>
                      <a:pt x="639902" y="209441"/>
                      <a:pt x="545844" y="254122"/>
                      <a:pt x="461433" y="318731"/>
                    </a:cubicBezTo>
                    <a:cubicBezTo>
                      <a:pt x="412944" y="355796"/>
                      <a:pt x="363376" y="391083"/>
                      <a:pt x="312666" y="424086"/>
                    </a:cubicBezTo>
                    <a:cubicBezTo>
                      <a:pt x="250532" y="464515"/>
                      <a:pt x="201916" y="525633"/>
                      <a:pt x="137180" y="556161"/>
                    </a:cubicBezTo>
                    <a:cubicBezTo>
                      <a:pt x="106462" y="570568"/>
                      <a:pt x="75300" y="592527"/>
                      <a:pt x="57720" y="625975"/>
                    </a:cubicBezTo>
                    <a:cubicBezTo>
                      <a:pt x="29794" y="678716"/>
                      <a:pt x="19639" y="752020"/>
                      <a:pt x="11262" y="812758"/>
                    </a:cubicBezTo>
                    <a:cubicBezTo>
                      <a:pt x="5930" y="850838"/>
                      <a:pt x="-3526" y="894567"/>
                      <a:pt x="1361" y="933345"/>
                    </a:cubicBezTo>
                    <a:cubicBezTo>
                      <a:pt x="184082" y="834210"/>
                      <a:pt x="357157" y="749481"/>
                      <a:pt x="540259" y="656502"/>
                    </a:cubicBezTo>
                    <a:cubicBezTo>
                      <a:pt x="623337" y="614170"/>
                      <a:pt x="703178" y="558001"/>
                      <a:pt x="786129" y="515288"/>
                    </a:cubicBezTo>
                    <a:cubicBezTo>
                      <a:pt x="807772" y="504181"/>
                      <a:pt x="821734" y="448648"/>
                      <a:pt x="853024" y="463626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5" name=""/>
              <p:cNvSpPr/>
              <p:nvPr/>
            </p:nvSpPr>
            <p:spPr>
              <a:xfrm>
                <a:off x="5334460" y="3710682"/>
                <a:ext cx="1004797" cy="937029"/>
              </a:xfrm>
              <a:custGeom>
                <a:avLst/>
                <a:gdLst>
                  <a:gd name="connsiteX0" fmla="*/ 865981 w 1004718"/>
                  <a:gd name="connsiteY0" fmla="*/ 494217 h 935180"/>
                  <a:gd name="connsiteX1" fmla="*/ 1004720 w 1004718"/>
                  <a:gd name="connsiteY1" fmla="*/ 0 h 935180"/>
                  <a:gd name="connsiteX2" fmla="*/ 855446 w 1004718"/>
                  <a:gd name="connsiteY2" fmla="*/ 73939 h 935180"/>
                  <a:gd name="connsiteX3" fmla="*/ 604243 w 1004718"/>
                  <a:gd name="connsiteY3" fmla="*/ 181198 h 935180"/>
                  <a:gd name="connsiteX4" fmla="*/ 352914 w 1004718"/>
                  <a:gd name="connsiteY4" fmla="*/ 318160 h 935180"/>
                  <a:gd name="connsiteX5" fmla="*/ 154898 w 1004718"/>
                  <a:gd name="connsiteY5" fmla="*/ 445094 h 935180"/>
                  <a:gd name="connsiteX6" fmla="*/ 1180 w 1004718"/>
                  <a:gd name="connsiteY6" fmla="*/ 880985 h 935180"/>
                  <a:gd name="connsiteX7" fmla="*/ 7020 w 1004718"/>
                  <a:gd name="connsiteY7" fmla="*/ 932520 h 935180"/>
                  <a:gd name="connsiteX8" fmla="*/ 114215 w 1004718"/>
                  <a:gd name="connsiteY8" fmla="*/ 883777 h 935180"/>
                  <a:gd name="connsiteX9" fmla="*/ 274025 w 1004718"/>
                  <a:gd name="connsiteY9" fmla="*/ 808569 h 935180"/>
                  <a:gd name="connsiteX10" fmla="*/ 405401 w 1004718"/>
                  <a:gd name="connsiteY10" fmla="*/ 735201 h 935180"/>
                  <a:gd name="connsiteX11" fmla="*/ 702046 w 1004718"/>
                  <a:gd name="connsiteY11" fmla="*/ 574503 h 935180"/>
                  <a:gd name="connsiteX12" fmla="*/ 865981 w 1004718"/>
                  <a:gd name="connsiteY12" fmla="*/ 494217 h 935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4718" h="935180">
                    <a:moveTo>
                      <a:pt x="865981" y="494217"/>
                    </a:moveTo>
                    <a:cubicBezTo>
                      <a:pt x="855446" y="314923"/>
                      <a:pt x="912185" y="138231"/>
                      <a:pt x="1004720" y="0"/>
                    </a:cubicBezTo>
                    <a:cubicBezTo>
                      <a:pt x="955025" y="4189"/>
                      <a:pt x="901523" y="53122"/>
                      <a:pt x="855446" y="73939"/>
                    </a:cubicBezTo>
                    <a:cubicBezTo>
                      <a:pt x="772939" y="111194"/>
                      <a:pt x="685481" y="138739"/>
                      <a:pt x="604243" y="181198"/>
                    </a:cubicBezTo>
                    <a:cubicBezTo>
                      <a:pt x="519515" y="225625"/>
                      <a:pt x="438468" y="276398"/>
                      <a:pt x="352914" y="318160"/>
                    </a:cubicBezTo>
                    <a:cubicBezTo>
                      <a:pt x="286020" y="350972"/>
                      <a:pt x="210875" y="390766"/>
                      <a:pt x="154898" y="445094"/>
                    </a:cubicBezTo>
                    <a:cubicBezTo>
                      <a:pt x="50621" y="546641"/>
                      <a:pt x="38" y="726506"/>
                      <a:pt x="1180" y="880985"/>
                    </a:cubicBezTo>
                    <a:cubicBezTo>
                      <a:pt x="1180" y="893297"/>
                      <a:pt x="-3897" y="924079"/>
                      <a:pt x="7020" y="932520"/>
                    </a:cubicBezTo>
                    <a:cubicBezTo>
                      <a:pt x="26885" y="947879"/>
                      <a:pt x="97397" y="892091"/>
                      <a:pt x="114215" y="883777"/>
                    </a:cubicBezTo>
                    <a:cubicBezTo>
                      <a:pt x="167147" y="857819"/>
                      <a:pt x="221411" y="834844"/>
                      <a:pt x="274025" y="808569"/>
                    </a:cubicBezTo>
                    <a:cubicBezTo>
                      <a:pt x="319023" y="786101"/>
                      <a:pt x="359515" y="756208"/>
                      <a:pt x="405401" y="735201"/>
                    </a:cubicBezTo>
                    <a:cubicBezTo>
                      <a:pt x="506949" y="688807"/>
                      <a:pt x="604815" y="631686"/>
                      <a:pt x="702046" y="574503"/>
                    </a:cubicBezTo>
                    <a:cubicBezTo>
                      <a:pt x="720515" y="563586"/>
                      <a:pt x="853796" y="509132"/>
                      <a:pt x="865981" y="494217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6" name=""/>
              <p:cNvSpPr/>
              <p:nvPr/>
            </p:nvSpPr>
            <p:spPr>
              <a:xfrm>
                <a:off x="4831356" y="3683404"/>
                <a:ext cx="1381973" cy="843296"/>
              </a:xfrm>
              <a:custGeom>
                <a:avLst/>
                <a:gdLst>
                  <a:gd name="connsiteX0" fmla="*/ 1371649 w 1381865"/>
                  <a:gd name="connsiteY0" fmla="*/ 467876 h 841632"/>
                  <a:gd name="connsiteX1" fmla="*/ 1332553 w 1381865"/>
                  <a:gd name="connsiteY1" fmla="*/ 373564 h 841632"/>
                  <a:gd name="connsiteX2" fmla="*/ 1268261 w 1381865"/>
                  <a:gd name="connsiteY2" fmla="*/ 237046 h 841632"/>
                  <a:gd name="connsiteX3" fmla="*/ 1058820 w 1381865"/>
                  <a:gd name="connsiteY3" fmla="*/ 10025 h 841632"/>
                  <a:gd name="connsiteX4" fmla="*/ 974219 w 1381865"/>
                  <a:gd name="connsiteY4" fmla="*/ 17958 h 841632"/>
                  <a:gd name="connsiteX5" fmla="*/ 763128 w 1381865"/>
                  <a:gd name="connsiteY5" fmla="*/ 103322 h 841632"/>
                  <a:gd name="connsiteX6" fmla="*/ 483429 w 1381865"/>
                  <a:gd name="connsiteY6" fmla="*/ 226638 h 841632"/>
                  <a:gd name="connsiteX7" fmla="*/ 211981 w 1381865"/>
                  <a:gd name="connsiteY7" fmla="*/ 375531 h 841632"/>
                  <a:gd name="connsiteX8" fmla="*/ 1 w 1381865"/>
                  <a:gd name="connsiteY8" fmla="*/ 556920 h 841632"/>
                  <a:gd name="connsiteX9" fmla="*/ 146991 w 1381865"/>
                  <a:gd name="connsiteY9" fmla="*/ 595000 h 841632"/>
                  <a:gd name="connsiteX10" fmla="*/ 334789 w 1381865"/>
                  <a:gd name="connsiteY10" fmla="*/ 683536 h 841632"/>
                  <a:gd name="connsiteX11" fmla="*/ 575519 w 1381865"/>
                  <a:gd name="connsiteY11" fmla="*/ 841633 h 841632"/>
                  <a:gd name="connsiteX12" fmla="*/ 808380 w 1381865"/>
                  <a:gd name="connsiteY12" fmla="*/ 766488 h 841632"/>
                  <a:gd name="connsiteX13" fmla="*/ 1142343 w 1381865"/>
                  <a:gd name="connsiteY13" fmla="*/ 659546 h 841632"/>
                  <a:gd name="connsiteX14" fmla="*/ 1381867 w 1381865"/>
                  <a:gd name="connsiteY14" fmla="*/ 524996 h 841632"/>
                  <a:gd name="connsiteX15" fmla="*/ 1371649 w 1381865"/>
                  <a:gd name="connsiteY15" fmla="*/ 467876 h 841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1381865" h="841632">
                    <a:moveTo>
                      <a:pt x="1371649" y="467876"/>
                    </a:moveTo>
                    <a:cubicBezTo>
                      <a:pt x="1354132" y="446741"/>
                      <a:pt x="1344485" y="401362"/>
                      <a:pt x="1332553" y="373564"/>
                    </a:cubicBezTo>
                    <a:cubicBezTo>
                      <a:pt x="1312561" y="326852"/>
                      <a:pt x="1292061" y="281537"/>
                      <a:pt x="1268261" y="237046"/>
                    </a:cubicBezTo>
                    <a:cubicBezTo>
                      <a:pt x="1219328" y="145654"/>
                      <a:pt x="1145199" y="57435"/>
                      <a:pt x="1058820" y="10025"/>
                    </a:cubicBezTo>
                    <a:cubicBezTo>
                      <a:pt x="1022454" y="-9904"/>
                      <a:pt x="1010014" y="3678"/>
                      <a:pt x="974219" y="17958"/>
                    </a:cubicBezTo>
                    <a:cubicBezTo>
                      <a:pt x="903770" y="46328"/>
                      <a:pt x="832306" y="71271"/>
                      <a:pt x="763128" y="103322"/>
                    </a:cubicBezTo>
                    <a:cubicBezTo>
                      <a:pt x="670593" y="146289"/>
                      <a:pt x="575837" y="182465"/>
                      <a:pt x="483429" y="226638"/>
                    </a:cubicBezTo>
                    <a:cubicBezTo>
                      <a:pt x="389961" y="270620"/>
                      <a:pt x="299305" y="320347"/>
                      <a:pt x="211981" y="375531"/>
                    </a:cubicBezTo>
                    <a:cubicBezTo>
                      <a:pt x="131822" y="426749"/>
                      <a:pt x="60676" y="479300"/>
                      <a:pt x="1" y="556920"/>
                    </a:cubicBezTo>
                    <a:cubicBezTo>
                      <a:pt x="48046" y="575960"/>
                      <a:pt x="98565" y="576722"/>
                      <a:pt x="146991" y="595000"/>
                    </a:cubicBezTo>
                    <a:cubicBezTo>
                      <a:pt x="211981" y="619244"/>
                      <a:pt x="272719" y="651358"/>
                      <a:pt x="334789" y="683536"/>
                    </a:cubicBezTo>
                    <a:cubicBezTo>
                      <a:pt x="415075" y="725107"/>
                      <a:pt x="509323" y="775056"/>
                      <a:pt x="575519" y="841633"/>
                    </a:cubicBezTo>
                    <a:cubicBezTo>
                      <a:pt x="645333" y="798538"/>
                      <a:pt x="731458" y="788765"/>
                      <a:pt x="808380" y="766488"/>
                    </a:cubicBezTo>
                    <a:cubicBezTo>
                      <a:pt x="920760" y="733993"/>
                      <a:pt x="1032082" y="698343"/>
                      <a:pt x="1142343" y="659546"/>
                    </a:cubicBezTo>
                    <a:cubicBezTo>
                      <a:pt x="1228150" y="629399"/>
                      <a:pt x="1306976" y="577039"/>
                      <a:pt x="1381867" y="524996"/>
                    </a:cubicBezTo>
                    <a:cubicBezTo>
                      <a:pt x="1377488" y="510144"/>
                      <a:pt x="1367206" y="489645"/>
                      <a:pt x="1371649" y="467876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7" name=""/>
              <p:cNvSpPr/>
              <p:nvPr/>
            </p:nvSpPr>
            <p:spPr>
              <a:xfrm>
                <a:off x="4867216" y="3736624"/>
                <a:ext cx="1337226" cy="847277"/>
              </a:xfrm>
              <a:custGeom>
                <a:avLst/>
                <a:gdLst>
                  <a:gd name="connsiteX0" fmla="*/ 1337123 w 1337121"/>
                  <a:gd name="connsiteY0" fmla="*/ 450874 h 845605"/>
                  <a:gd name="connsiteX1" fmla="*/ 1226246 w 1337121"/>
                  <a:gd name="connsiteY1" fmla="*/ 245368 h 845605"/>
                  <a:gd name="connsiteX2" fmla="*/ 1021057 w 1337121"/>
                  <a:gd name="connsiteY2" fmla="*/ 25074 h 845605"/>
                  <a:gd name="connsiteX3" fmla="*/ 955750 w 1337121"/>
                  <a:gd name="connsiteY3" fmla="*/ 2480 h 845605"/>
                  <a:gd name="connsiteX4" fmla="*/ 785278 w 1337121"/>
                  <a:gd name="connsiteY4" fmla="*/ 64424 h 845605"/>
                  <a:gd name="connsiteX5" fmla="*/ 283889 w 1337121"/>
                  <a:gd name="connsiteY5" fmla="*/ 308835 h 845605"/>
                  <a:gd name="connsiteX6" fmla="*/ 75336 w 1337121"/>
                  <a:gd name="connsiteY6" fmla="*/ 468962 h 845605"/>
                  <a:gd name="connsiteX7" fmla="*/ 1 w 1337121"/>
                  <a:gd name="connsiteY7" fmla="*/ 558577 h 845605"/>
                  <a:gd name="connsiteX8" fmla="*/ 338851 w 1337121"/>
                  <a:gd name="connsiteY8" fmla="*/ 681386 h 845605"/>
                  <a:gd name="connsiteX9" fmla="*/ 449220 w 1337121"/>
                  <a:gd name="connsiteY9" fmla="*/ 782489 h 845605"/>
                  <a:gd name="connsiteX10" fmla="*/ 510149 w 1337121"/>
                  <a:gd name="connsiteY10" fmla="*/ 844877 h 845605"/>
                  <a:gd name="connsiteX11" fmla="*/ 565238 w 1337121"/>
                  <a:gd name="connsiteY11" fmla="*/ 824377 h 845605"/>
                  <a:gd name="connsiteX12" fmla="*/ 704484 w 1337121"/>
                  <a:gd name="connsiteY12" fmla="*/ 782045 h 845605"/>
                  <a:gd name="connsiteX13" fmla="*/ 899264 w 1337121"/>
                  <a:gd name="connsiteY13" fmla="*/ 709248 h 845605"/>
                  <a:gd name="connsiteX14" fmla="*/ 1209301 w 1337121"/>
                  <a:gd name="connsiteY14" fmla="*/ 561561 h 845605"/>
                  <a:gd name="connsiteX15" fmla="*/ 1300503 w 1337121"/>
                  <a:gd name="connsiteY15" fmla="*/ 501648 h 845605"/>
                  <a:gd name="connsiteX16" fmla="*/ 1337123 w 1337121"/>
                  <a:gd name="connsiteY16" fmla="*/ 450874 h 8456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337121" h="845605">
                    <a:moveTo>
                      <a:pt x="1337123" y="450874"/>
                    </a:moveTo>
                    <a:cubicBezTo>
                      <a:pt x="1316496" y="378014"/>
                      <a:pt x="1269277" y="304329"/>
                      <a:pt x="1226246" y="245368"/>
                    </a:cubicBezTo>
                    <a:cubicBezTo>
                      <a:pt x="1165381" y="162036"/>
                      <a:pt x="1099312" y="86701"/>
                      <a:pt x="1021057" y="25074"/>
                    </a:cubicBezTo>
                    <a:cubicBezTo>
                      <a:pt x="995671" y="5019"/>
                      <a:pt x="984818" y="-5009"/>
                      <a:pt x="955750" y="2480"/>
                    </a:cubicBezTo>
                    <a:cubicBezTo>
                      <a:pt x="897272" y="18245"/>
                      <a:pt x="840240" y="38974"/>
                      <a:pt x="785278" y="64424"/>
                    </a:cubicBezTo>
                    <a:cubicBezTo>
                      <a:pt x="616075" y="141028"/>
                      <a:pt x="442557" y="203543"/>
                      <a:pt x="283889" y="308835"/>
                    </a:cubicBezTo>
                    <a:cubicBezTo>
                      <a:pt x="210946" y="357590"/>
                      <a:pt x="141279" y="411087"/>
                      <a:pt x="75336" y="468962"/>
                    </a:cubicBezTo>
                    <a:cubicBezTo>
                      <a:pt x="45444" y="495047"/>
                      <a:pt x="25896" y="527669"/>
                      <a:pt x="1" y="558577"/>
                    </a:cubicBezTo>
                    <a:cubicBezTo>
                      <a:pt x="111386" y="557752"/>
                      <a:pt x="248347" y="600339"/>
                      <a:pt x="338851" y="681386"/>
                    </a:cubicBezTo>
                    <a:cubicBezTo>
                      <a:pt x="376043" y="714706"/>
                      <a:pt x="411965" y="749296"/>
                      <a:pt x="449220" y="782489"/>
                    </a:cubicBezTo>
                    <a:cubicBezTo>
                      <a:pt x="466357" y="797784"/>
                      <a:pt x="490918" y="838975"/>
                      <a:pt x="510149" y="844877"/>
                    </a:cubicBezTo>
                    <a:cubicBezTo>
                      <a:pt x="525571" y="849637"/>
                      <a:pt x="552164" y="829708"/>
                      <a:pt x="565238" y="824377"/>
                    </a:cubicBezTo>
                    <a:cubicBezTo>
                      <a:pt x="610553" y="805908"/>
                      <a:pt x="657900" y="795563"/>
                      <a:pt x="704484" y="782045"/>
                    </a:cubicBezTo>
                    <a:cubicBezTo>
                      <a:pt x="771252" y="763005"/>
                      <a:pt x="834909" y="735714"/>
                      <a:pt x="899264" y="709248"/>
                    </a:cubicBezTo>
                    <a:cubicBezTo>
                      <a:pt x="1005699" y="665583"/>
                      <a:pt x="1106928" y="615888"/>
                      <a:pt x="1209301" y="561561"/>
                    </a:cubicBezTo>
                    <a:cubicBezTo>
                      <a:pt x="1240952" y="543561"/>
                      <a:pt x="1271416" y="523550"/>
                      <a:pt x="1300503" y="501648"/>
                    </a:cubicBezTo>
                    <a:cubicBezTo>
                      <a:pt x="1312307" y="493334"/>
                      <a:pt x="1335282" y="484321"/>
                      <a:pt x="1337123" y="450874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8" name=""/>
              <p:cNvSpPr/>
              <p:nvPr/>
            </p:nvSpPr>
            <p:spPr>
              <a:xfrm>
                <a:off x="4860043" y="3825309"/>
                <a:ext cx="1365790" cy="819249"/>
              </a:xfrm>
              <a:custGeom>
                <a:avLst/>
                <a:gdLst>
                  <a:gd name="connsiteX0" fmla="*/ 1202829 w 1365683"/>
                  <a:gd name="connsiteY0" fmla="*/ 176215 h 817632"/>
                  <a:gd name="connsiteX1" fmla="*/ 1358323 w 1365683"/>
                  <a:gd name="connsiteY1" fmla="*/ 363379 h 817632"/>
                  <a:gd name="connsiteX2" fmla="*/ 1365685 w 1365683"/>
                  <a:gd name="connsiteY2" fmla="*/ 391114 h 817632"/>
                  <a:gd name="connsiteX3" fmla="*/ 704232 w 1365683"/>
                  <a:gd name="connsiteY3" fmla="*/ 714796 h 817632"/>
                  <a:gd name="connsiteX4" fmla="*/ 540107 w 1365683"/>
                  <a:gd name="connsiteY4" fmla="*/ 784990 h 817632"/>
                  <a:gd name="connsiteX5" fmla="*/ 441733 w 1365683"/>
                  <a:gd name="connsiteY5" fmla="*/ 802507 h 817632"/>
                  <a:gd name="connsiteX6" fmla="*/ 403653 w 1365683"/>
                  <a:gd name="connsiteY6" fmla="*/ 749005 h 817632"/>
                  <a:gd name="connsiteX7" fmla="*/ 365573 w 1365683"/>
                  <a:gd name="connsiteY7" fmla="*/ 700325 h 817632"/>
                  <a:gd name="connsiteX8" fmla="*/ 131633 w 1365683"/>
                  <a:gd name="connsiteY8" fmla="*/ 591670 h 817632"/>
                  <a:gd name="connsiteX9" fmla="*/ 129920 w 1365683"/>
                  <a:gd name="connsiteY9" fmla="*/ 591289 h 817632"/>
                  <a:gd name="connsiteX10" fmla="*/ 7492 w 1365683"/>
                  <a:gd name="connsiteY10" fmla="*/ 583356 h 817632"/>
                  <a:gd name="connsiteX11" fmla="*/ 130 w 1365683"/>
                  <a:gd name="connsiteY11" fmla="*/ 555621 h 817632"/>
                  <a:gd name="connsiteX12" fmla="*/ 712610 w 1365683"/>
                  <a:gd name="connsiteY12" fmla="*/ 62292 h 817632"/>
                  <a:gd name="connsiteX13" fmla="*/ 962162 w 1365683"/>
                  <a:gd name="connsiteY13" fmla="*/ 6441 h 817632"/>
                  <a:gd name="connsiteX14" fmla="*/ 1202829 w 1365683"/>
                  <a:gd name="connsiteY14" fmla="*/ 176215 h 8176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365683" h="817632">
                    <a:moveTo>
                      <a:pt x="1202829" y="176215"/>
                    </a:moveTo>
                    <a:cubicBezTo>
                      <a:pt x="1252650" y="228766"/>
                      <a:pt x="1330905" y="292804"/>
                      <a:pt x="1358323" y="363379"/>
                    </a:cubicBezTo>
                    <a:lnTo>
                      <a:pt x="1365685" y="391114"/>
                    </a:lnTo>
                    <a:cubicBezTo>
                      <a:pt x="1220853" y="465625"/>
                      <a:pt x="846716" y="633368"/>
                      <a:pt x="704232" y="714796"/>
                    </a:cubicBezTo>
                    <a:cubicBezTo>
                      <a:pt x="651364" y="745133"/>
                      <a:pt x="593673" y="757382"/>
                      <a:pt x="540107" y="784990"/>
                    </a:cubicBezTo>
                    <a:cubicBezTo>
                      <a:pt x="505517" y="802761"/>
                      <a:pt x="479433" y="837732"/>
                      <a:pt x="441733" y="802507"/>
                    </a:cubicBezTo>
                    <a:cubicBezTo>
                      <a:pt x="426184" y="787973"/>
                      <a:pt x="415521" y="767727"/>
                      <a:pt x="403653" y="749005"/>
                    </a:cubicBezTo>
                    <a:cubicBezTo>
                      <a:pt x="392502" y="731627"/>
                      <a:pt x="379751" y="715335"/>
                      <a:pt x="365573" y="700325"/>
                    </a:cubicBezTo>
                    <a:cubicBezTo>
                      <a:pt x="308453" y="639334"/>
                      <a:pt x="218456" y="606014"/>
                      <a:pt x="131633" y="591670"/>
                    </a:cubicBezTo>
                    <a:cubicBezTo>
                      <a:pt x="131088" y="591448"/>
                      <a:pt x="130510" y="591321"/>
                      <a:pt x="129920" y="591289"/>
                    </a:cubicBezTo>
                    <a:cubicBezTo>
                      <a:pt x="89917" y="581299"/>
                      <a:pt x="48447" y="578615"/>
                      <a:pt x="7492" y="583356"/>
                    </a:cubicBezTo>
                    <a:cubicBezTo>
                      <a:pt x="-1584" y="583356"/>
                      <a:pt x="130" y="555621"/>
                      <a:pt x="130" y="555621"/>
                    </a:cubicBezTo>
                    <a:cubicBezTo>
                      <a:pt x="209571" y="364078"/>
                      <a:pt x="445858" y="146196"/>
                      <a:pt x="712610" y="62292"/>
                    </a:cubicBezTo>
                    <a:cubicBezTo>
                      <a:pt x="783630" y="39888"/>
                      <a:pt x="891587" y="-19516"/>
                      <a:pt x="962162" y="6441"/>
                    </a:cubicBezTo>
                    <a:cubicBezTo>
                      <a:pt x="962289" y="6568"/>
                      <a:pt x="1141012" y="110844"/>
                      <a:pt x="1202829" y="176215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09" name=""/>
              <p:cNvSpPr/>
              <p:nvPr/>
            </p:nvSpPr>
            <p:spPr>
              <a:xfrm>
                <a:off x="4867724" y="3853248"/>
                <a:ext cx="1358108" cy="826994"/>
              </a:xfrm>
              <a:custGeom>
                <a:avLst/>
                <a:gdLst>
                  <a:gd name="connsiteX0" fmla="*/ 1202573 w 1358002"/>
                  <a:gd name="connsiteY0" fmla="*/ 175939 h 825362"/>
                  <a:gd name="connsiteX1" fmla="*/ 1358003 w 1358002"/>
                  <a:gd name="connsiteY1" fmla="*/ 363230 h 825362"/>
                  <a:gd name="connsiteX2" fmla="*/ 1140566 w 1358002"/>
                  <a:gd name="connsiteY2" fmla="*/ 516630 h 825362"/>
                  <a:gd name="connsiteX3" fmla="*/ 711973 w 1358002"/>
                  <a:gd name="connsiteY3" fmla="*/ 733940 h 825362"/>
                  <a:gd name="connsiteX4" fmla="*/ 546579 w 1358002"/>
                  <a:gd name="connsiteY4" fmla="*/ 808323 h 825362"/>
                  <a:gd name="connsiteX5" fmla="*/ 441477 w 1358002"/>
                  <a:gd name="connsiteY5" fmla="*/ 802548 h 825362"/>
                  <a:gd name="connsiteX6" fmla="*/ 403397 w 1358002"/>
                  <a:gd name="connsiteY6" fmla="*/ 748982 h 825362"/>
                  <a:gd name="connsiteX7" fmla="*/ 365317 w 1358002"/>
                  <a:gd name="connsiteY7" fmla="*/ 700303 h 825362"/>
                  <a:gd name="connsiteX8" fmla="*/ 124143 w 1358002"/>
                  <a:gd name="connsiteY8" fmla="*/ 563913 h 825362"/>
                  <a:gd name="connsiteX9" fmla="*/ 122429 w 1358002"/>
                  <a:gd name="connsiteY9" fmla="*/ 563531 h 825362"/>
                  <a:gd name="connsiteX10" fmla="*/ 1 w 1358002"/>
                  <a:gd name="connsiteY10" fmla="*/ 555598 h 825362"/>
                  <a:gd name="connsiteX11" fmla="*/ 712481 w 1358002"/>
                  <a:gd name="connsiteY11" fmla="*/ 62270 h 825362"/>
                  <a:gd name="connsiteX12" fmla="*/ 961970 w 1358002"/>
                  <a:gd name="connsiteY12" fmla="*/ 6419 h 825362"/>
                  <a:gd name="connsiteX13" fmla="*/ 1202573 w 1358002"/>
                  <a:gd name="connsiteY13" fmla="*/ 175939 h 8253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358002" h="825362">
                    <a:moveTo>
                      <a:pt x="1202573" y="175939"/>
                    </a:moveTo>
                    <a:cubicBezTo>
                      <a:pt x="1252268" y="228934"/>
                      <a:pt x="1330649" y="292401"/>
                      <a:pt x="1358003" y="363230"/>
                    </a:cubicBezTo>
                    <a:cubicBezTo>
                      <a:pt x="1293838" y="419335"/>
                      <a:pt x="1214187" y="478549"/>
                      <a:pt x="1140566" y="516630"/>
                    </a:cubicBezTo>
                    <a:cubicBezTo>
                      <a:pt x="995671" y="591076"/>
                      <a:pt x="854457" y="652385"/>
                      <a:pt x="711973" y="733940"/>
                    </a:cubicBezTo>
                    <a:cubicBezTo>
                      <a:pt x="659105" y="764277"/>
                      <a:pt x="600145" y="780779"/>
                      <a:pt x="546579" y="808323"/>
                    </a:cubicBezTo>
                    <a:cubicBezTo>
                      <a:pt x="512052" y="826285"/>
                      <a:pt x="479177" y="837582"/>
                      <a:pt x="441477" y="802548"/>
                    </a:cubicBezTo>
                    <a:cubicBezTo>
                      <a:pt x="425864" y="787887"/>
                      <a:pt x="415138" y="767705"/>
                      <a:pt x="403397" y="748982"/>
                    </a:cubicBezTo>
                    <a:cubicBezTo>
                      <a:pt x="392278" y="731586"/>
                      <a:pt x="379527" y="715287"/>
                      <a:pt x="365317" y="700303"/>
                    </a:cubicBezTo>
                    <a:cubicBezTo>
                      <a:pt x="303310" y="633980"/>
                      <a:pt x="212044" y="584539"/>
                      <a:pt x="124143" y="563913"/>
                    </a:cubicBezTo>
                    <a:cubicBezTo>
                      <a:pt x="123597" y="563690"/>
                      <a:pt x="123019" y="563563"/>
                      <a:pt x="122429" y="563531"/>
                    </a:cubicBezTo>
                    <a:cubicBezTo>
                      <a:pt x="82426" y="553542"/>
                      <a:pt x="40956" y="550857"/>
                      <a:pt x="1" y="555598"/>
                    </a:cubicBezTo>
                    <a:cubicBezTo>
                      <a:pt x="209442" y="364055"/>
                      <a:pt x="445666" y="146173"/>
                      <a:pt x="712481" y="62270"/>
                    </a:cubicBezTo>
                    <a:cubicBezTo>
                      <a:pt x="783501" y="39866"/>
                      <a:pt x="891521" y="-19476"/>
                      <a:pt x="961970" y="6419"/>
                    </a:cubicBezTo>
                    <a:cubicBezTo>
                      <a:pt x="961906" y="6419"/>
                      <a:pt x="1140693" y="110695"/>
                      <a:pt x="1202573" y="175939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0" name=""/>
              <p:cNvSpPr/>
              <p:nvPr/>
            </p:nvSpPr>
            <p:spPr>
              <a:xfrm>
                <a:off x="4913297" y="3873868"/>
                <a:ext cx="1287568" cy="787667"/>
              </a:xfrm>
              <a:custGeom>
                <a:avLst/>
                <a:gdLst>
                  <a:gd name="connsiteX0" fmla="*/ 1284826 w 1287467"/>
                  <a:gd name="connsiteY0" fmla="*/ 347474 h 786112"/>
                  <a:gd name="connsiteX1" fmla="*/ 1280701 w 1287467"/>
                  <a:gd name="connsiteY1" fmla="*/ 352488 h 786112"/>
                  <a:gd name="connsiteX2" fmla="*/ 1072529 w 1287467"/>
                  <a:gd name="connsiteY2" fmla="*/ 493257 h 786112"/>
                  <a:gd name="connsiteX3" fmla="*/ 922811 w 1287467"/>
                  <a:gd name="connsiteY3" fmla="*/ 567323 h 786112"/>
                  <a:gd name="connsiteX4" fmla="*/ 666087 w 1287467"/>
                  <a:gd name="connsiteY4" fmla="*/ 699398 h 786112"/>
                  <a:gd name="connsiteX5" fmla="*/ 579581 w 1287467"/>
                  <a:gd name="connsiteY5" fmla="*/ 739001 h 786112"/>
                  <a:gd name="connsiteX6" fmla="*/ 509260 w 1287467"/>
                  <a:gd name="connsiteY6" fmla="*/ 769910 h 786112"/>
                  <a:gd name="connsiteX7" fmla="*/ 407713 w 1287467"/>
                  <a:gd name="connsiteY7" fmla="*/ 764198 h 786112"/>
                  <a:gd name="connsiteX8" fmla="*/ 377820 w 1287467"/>
                  <a:gd name="connsiteY8" fmla="*/ 723642 h 786112"/>
                  <a:gd name="connsiteX9" fmla="*/ 371473 w 1287467"/>
                  <a:gd name="connsiteY9" fmla="*/ 713044 h 786112"/>
                  <a:gd name="connsiteX10" fmla="*/ 335678 w 1287467"/>
                  <a:gd name="connsiteY10" fmla="*/ 667157 h 786112"/>
                  <a:gd name="connsiteX11" fmla="*/ 29450 w 1287467"/>
                  <a:gd name="connsiteY11" fmla="*/ 514011 h 786112"/>
                  <a:gd name="connsiteX12" fmla="*/ 1271 w 1287467"/>
                  <a:gd name="connsiteY12" fmla="*/ 517629 h 786112"/>
                  <a:gd name="connsiteX13" fmla="*/ 1 w 1287467"/>
                  <a:gd name="connsiteY13" fmla="*/ 514646 h 786112"/>
                  <a:gd name="connsiteX14" fmla="*/ 665452 w 1287467"/>
                  <a:gd name="connsiteY14" fmla="*/ 59207 h 786112"/>
                  <a:gd name="connsiteX15" fmla="*/ 687285 w 1287467"/>
                  <a:gd name="connsiteY15" fmla="*/ 52226 h 786112"/>
                  <a:gd name="connsiteX16" fmla="*/ 911006 w 1287467"/>
                  <a:gd name="connsiteY16" fmla="*/ 1452 h 786112"/>
                  <a:gd name="connsiteX17" fmla="*/ 1283811 w 1287467"/>
                  <a:gd name="connsiteY17" fmla="*/ 325134 h 786112"/>
                  <a:gd name="connsiteX18" fmla="*/ 1283811 w 1287467"/>
                  <a:gd name="connsiteY18" fmla="*/ 325134 h 786112"/>
                  <a:gd name="connsiteX19" fmla="*/ 1287301 w 1287467"/>
                  <a:gd name="connsiteY19" fmla="*/ 339858 h 786112"/>
                  <a:gd name="connsiteX20" fmla="*/ 1284826 w 1287467"/>
                  <a:gd name="connsiteY20" fmla="*/ 347474 h 786112"/>
                  <a:gd name="connsiteX21" fmla="*/ 7173 w 1287467"/>
                  <a:gd name="connsiteY21" fmla="*/ 512996 h 786112"/>
                  <a:gd name="connsiteX22" fmla="*/ 29958 w 1287467"/>
                  <a:gd name="connsiteY22" fmla="*/ 510838 h 786112"/>
                  <a:gd name="connsiteX23" fmla="*/ 338026 w 1287467"/>
                  <a:gd name="connsiteY23" fmla="*/ 664872 h 786112"/>
                  <a:gd name="connsiteX24" fmla="*/ 374266 w 1287467"/>
                  <a:gd name="connsiteY24" fmla="*/ 711266 h 786112"/>
                  <a:gd name="connsiteX25" fmla="*/ 380613 w 1287467"/>
                  <a:gd name="connsiteY25" fmla="*/ 721929 h 786112"/>
                  <a:gd name="connsiteX26" fmla="*/ 409998 w 1287467"/>
                  <a:gd name="connsiteY26" fmla="*/ 761786 h 786112"/>
                  <a:gd name="connsiteX27" fmla="*/ 508118 w 1287467"/>
                  <a:gd name="connsiteY27" fmla="*/ 767054 h 786112"/>
                  <a:gd name="connsiteX28" fmla="*/ 578693 w 1287467"/>
                  <a:gd name="connsiteY28" fmla="*/ 736019 h 786112"/>
                  <a:gd name="connsiteX29" fmla="*/ 664881 w 1287467"/>
                  <a:gd name="connsiteY29" fmla="*/ 696542 h 786112"/>
                  <a:gd name="connsiteX30" fmla="*/ 921732 w 1287467"/>
                  <a:gd name="connsiteY30" fmla="*/ 564467 h 786112"/>
                  <a:gd name="connsiteX31" fmla="*/ 1071450 w 1287467"/>
                  <a:gd name="connsiteY31" fmla="*/ 490401 h 786112"/>
                  <a:gd name="connsiteX32" fmla="*/ 1279114 w 1287467"/>
                  <a:gd name="connsiteY32" fmla="*/ 349949 h 786112"/>
                  <a:gd name="connsiteX33" fmla="*/ 1284572 w 1287467"/>
                  <a:gd name="connsiteY33" fmla="*/ 339160 h 786112"/>
                  <a:gd name="connsiteX34" fmla="*/ 1281716 w 1287467"/>
                  <a:gd name="connsiteY34" fmla="*/ 326974 h 786112"/>
                  <a:gd name="connsiteX35" fmla="*/ 1282859 w 1287467"/>
                  <a:gd name="connsiteY35" fmla="*/ 325959 h 786112"/>
                  <a:gd name="connsiteX36" fmla="*/ 1281716 w 1287467"/>
                  <a:gd name="connsiteY36" fmla="*/ 326974 h 786112"/>
                  <a:gd name="connsiteX37" fmla="*/ 910308 w 1287467"/>
                  <a:gd name="connsiteY37" fmla="*/ 4689 h 786112"/>
                  <a:gd name="connsiteX38" fmla="*/ 688173 w 1287467"/>
                  <a:gd name="connsiteY38" fmla="*/ 55462 h 786112"/>
                  <a:gd name="connsiteX39" fmla="*/ 666341 w 1287467"/>
                  <a:gd name="connsiteY39" fmla="*/ 62444 h 786112"/>
                  <a:gd name="connsiteX40" fmla="*/ 7173 w 1287467"/>
                  <a:gd name="connsiteY40" fmla="*/ 512996 h 7861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1287467" h="786112">
                    <a:moveTo>
                      <a:pt x="1284826" y="347474"/>
                    </a:moveTo>
                    <a:cubicBezTo>
                      <a:pt x="1283791" y="349397"/>
                      <a:pt x="1282389" y="351098"/>
                      <a:pt x="1280701" y="352488"/>
                    </a:cubicBezTo>
                    <a:cubicBezTo>
                      <a:pt x="1216333" y="406441"/>
                      <a:pt x="1146576" y="453616"/>
                      <a:pt x="1072529" y="493257"/>
                    </a:cubicBezTo>
                    <a:cubicBezTo>
                      <a:pt x="1022200" y="519089"/>
                      <a:pt x="971680" y="543650"/>
                      <a:pt x="922811" y="567323"/>
                    </a:cubicBezTo>
                    <a:cubicBezTo>
                      <a:pt x="838717" y="608133"/>
                      <a:pt x="751450" y="650338"/>
                      <a:pt x="666087" y="699398"/>
                    </a:cubicBezTo>
                    <a:cubicBezTo>
                      <a:pt x="638174" y="714535"/>
                      <a:pt x="609278" y="727761"/>
                      <a:pt x="579581" y="739001"/>
                    </a:cubicBezTo>
                    <a:cubicBezTo>
                      <a:pt x="556162" y="748458"/>
                      <a:pt x="531981" y="758041"/>
                      <a:pt x="509260" y="769910"/>
                    </a:cubicBezTo>
                    <a:cubicBezTo>
                      <a:pt x="478415" y="785967"/>
                      <a:pt x="445158" y="798724"/>
                      <a:pt x="407713" y="764198"/>
                    </a:cubicBezTo>
                    <a:cubicBezTo>
                      <a:pt x="395978" y="752075"/>
                      <a:pt x="385925" y="738437"/>
                      <a:pt x="377820" y="723642"/>
                    </a:cubicBezTo>
                    <a:cubicBezTo>
                      <a:pt x="375662" y="720088"/>
                      <a:pt x="373504" y="716534"/>
                      <a:pt x="371473" y="713044"/>
                    </a:cubicBezTo>
                    <a:cubicBezTo>
                      <a:pt x="360988" y="696669"/>
                      <a:pt x="349006" y="681310"/>
                      <a:pt x="335678" y="667157"/>
                    </a:cubicBezTo>
                    <a:cubicBezTo>
                      <a:pt x="277796" y="605276"/>
                      <a:pt x="85682" y="518009"/>
                      <a:pt x="29450" y="514011"/>
                    </a:cubicBezTo>
                    <a:cubicBezTo>
                      <a:pt x="19930" y="513815"/>
                      <a:pt x="10435" y="515033"/>
                      <a:pt x="1271" y="517629"/>
                    </a:cubicBezTo>
                    <a:lnTo>
                      <a:pt x="1" y="514646"/>
                    </a:lnTo>
                    <a:cubicBezTo>
                      <a:pt x="217629" y="316248"/>
                      <a:pt x="432402" y="132575"/>
                      <a:pt x="665452" y="59207"/>
                    </a:cubicBezTo>
                    <a:lnTo>
                      <a:pt x="687285" y="52226"/>
                    </a:lnTo>
                    <a:cubicBezTo>
                      <a:pt x="761985" y="28362"/>
                      <a:pt x="874893" y="-7687"/>
                      <a:pt x="911006" y="1452"/>
                    </a:cubicBezTo>
                    <a:cubicBezTo>
                      <a:pt x="913417" y="2595"/>
                      <a:pt x="1135806" y="105411"/>
                      <a:pt x="1283811" y="325134"/>
                    </a:cubicBezTo>
                    <a:lnTo>
                      <a:pt x="1283811" y="325134"/>
                    </a:lnTo>
                    <a:cubicBezTo>
                      <a:pt x="1286711" y="329462"/>
                      <a:pt x="1287949" y="334692"/>
                      <a:pt x="1287301" y="339858"/>
                    </a:cubicBezTo>
                    <a:cubicBezTo>
                      <a:pt x="1286978" y="342536"/>
                      <a:pt x="1286140" y="345119"/>
                      <a:pt x="1284826" y="347474"/>
                    </a:cubicBezTo>
                    <a:close/>
                    <a:moveTo>
                      <a:pt x="7173" y="512996"/>
                    </a:moveTo>
                    <a:cubicBezTo>
                      <a:pt x="14643" y="511288"/>
                      <a:pt x="22303" y="510565"/>
                      <a:pt x="29958" y="510838"/>
                    </a:cubicBezTo>
                    <a:cubicBezTo>
                      <a:pt x="88030" y="514963"/>
                      <a:pt x="278494" y="601151"/>
                      <a:pt x="338026" y="664872"/>
                    </a:cubicBezTo>
                    <a:cubicBezTo>
                      <a:pt x="351526" y="679178"/>
                      <a:pt x="363654" y="694708"/>
                      <a:pt x="374266" y="711266"/>
                    </a:cubicBezTo>
                    <a:cubicBezTo>
                      <a:pt x="376487" y="714820"/>
                      <a:pt x="378645" y="718375"/>
                      <a:pt x="380613" y="721929"/>
                    </a:cubicBezTo>
                    <a:cubicBezTo>
                      <a:pt x="388558" y="736482"/>
                      <a:pt x="398447" y="749892"/>
                      <a:pt x="409998" y="761786"/>
                    </a:cubicBezTo>
                    <a:cubicBezTo>
                      <a:pt x="445857" y="795170"/>
                      <a:pt x="476892" y="783302"/>
                      <a:pt x="508118" y="767054"/>
                    </a:cubicBezTo>
                    <a:cubicBezTo>
                      <a:pt x="530966" y="755249"/>
                      <a:pt x="555210" y="745475"/>
                      <a:pt x="578693" y="736019"/>
                    </a:cubicBezTo>
                    <a:cubicBezTo>
                      <a:pt x="608294" y="724848"/>
                      <a:pt x="637089" y="711654"/>
                      <a:pt x="664881" y="696542"/>
                    </a:cubicBezTo>
                    <a:cubicBezTo>
                      <a:pt x="750625" y="647482"/>
                      <a:pt x="837638" y="605276"/>
                      <a:pt x="921732" y="564467"/>
                    </a:cubicBezTo>
                    <a:cubicBezTo>
                      <a:pt x="970601" y="540731"/>
                      <a:pt x="1021185" y="516232"/>
                      <a:pt x="1071450" y="490401"/>
                    </a:cubicBezTo>
                    <a:cubicBezTo>
                      <a:pt x="1145300" y="450823"/>
                      <a:pt x="1214892" y="403763"/>
                      <a:pt x="1279114" y="349949"/>
                    </a:cubicBezTo>
                    <a:cubicBezTo>
                      <a:pt x="1282262" y="347194"/>
                      <a:pt x="1284217" y="343323"/>
                      <a:pt x="1284572" y="339160"/>
                    </a:cubicBezTo>
                    <a:cubicBezTo>
                      <a:pt x="1285099" y="334888"/>
                      <a:pt x="1284090" y="330566"/>
                      <a:pt x="1281716" y="326974"/>
                    </a:cubicBezTo>
                    <a:lnTo>
                      <a:pt x="1282859" y="325959"/>
                    </a:lnTo>
                    <a:lnTo>
                      <a:pt x="1281716" y="326974"/>
                    </a:lnTo>
                    <a:cubicBezTo>
                      <a:pt x="1134156" y="108203"/>
                      <a:pt x="912529" y="5704"/>
                      <a:pt x="910308" y="4689"/>
                    </a:cubicBezTo>
                    <a:cubicBezTo>
                      <a:pt x="875147" y="-4006"/>
                      <a:pt x="757987" y="33376"/>
                      <a:pt x="688173" y="55462"/>
                    </a:cubicBezTo>
                    <a:lnTo>
                      <a:pt x="666341" y="62444"/>
                    </a:lnTo>
                    <a:cubicBezTo>
                      <a:pt x="435258" y="135114"/>
                      <a:pt x="222453" y="316629"/>
                      <a:pt x="7173" y="512996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1" name=""/>
              <p:cNvSpPr/>
              <p:nvPr/>
            </p:nvSpPr>
            <p:spPr>
              <a:xfrm>
                <a:off x="4966233" y="3889894"/>
                <a:ext cx="1207077" cy="760534"/>
              </a:xfrm>
              <a:custGeom>
                <a:avLst/>
                <a:gdLst>
                  <a:gd name="connsiteX0" fmla="*/ 1204540 w 1206983"/>
                  <a:gd name="connsiteY0" fmla="*/ 325640 h 759033"/>
                  <a:gd name="connsiteX1" fmla="*/ 1200542 w 1206983"/>
                  <a:gd name="connsiteY1" fmla="*/ 330527 h 759033"/>
                  <a:gd name="connsiteX2" fmla="*/ 1000494 w 1206983"/>
                  <a:gd name="connsiteY2" fmla="*/ 468885 h 759033"/>
                  <a:gd name="connsiteX3" fmla="*/ 856805 w 1206983"/>
                  <a:gd name="connsiteY3" fmla="*/ 542190 h 759033"/>
                  <a:gd name="connsiteX4" fmla="*/ 610553 w 1206983"/>
                  <a:gd name="connsiteY4" fmla="*/ 672741 h 759033"/>
                  <a:gd name="connsiteX5" fmla="*/ 527538 w 1206983"/>
                  <a:gd name="connsiteY5" fmla="*/ 712027 h 759033"/>
                  <a:gd name="connsiteX6" fmla="*/ 460137 w 1206983"/>
                  <a:gd name="connsiteY6" fmla="*/ 742745 h 759033"/>
                  <a:gd name="connsiteX7" fmla="*/ 363476 w 1206983"/>
                  <a:gd name="connsiteY7" fmla="*/ 738493 h 759033"/>
                  <a:gd name="connsiteX8" fmla="*/ 335297 w 1206983"/>
                  <a:gd name="connsiteY8" fmla="*/ 699715 h 759033"/>
                  <a:gd name="connsiteX9" fmla="*/ 328950 w 1206983"/>
                  <a:gd name="connsiteY9" fmla="*/ 689560 h 759033"/>
                  <a:gd name="connsiteX10" fmla="*/ 295186 w 1206983"/>
                  <a:gd name="connsiteY10" fmla="*/ 645768 h 759033"/>
                  <a:gd name="connsiteX11" fmla="*/ 16312 w 1206983"/>
                  <a:gd name="connsiteY11" fmla="*/ 488496 h 759033"/>
                  <a:gd name="connsiteX12" fmla="*/ 1397 w 1206983"/>
                  <a:gd name="connsiteY12" fmla="*/ 490147 h 759033"/>
                  <a:gd name="connsiteX13" fmla="*/ 1 w 1206983"/>
                  <a:gd name="connsiteY13" fmla="*/ 487290 h 759033"/>
                  <a:gd name="connsiteX14" fmla="*/ 627562 w 1206983"/>
                  <a:gd name="connsiteY14" fmla="*/ 60094 h 759033"/>
                  <a:gd name="connsiteX15" fmla="*/ 648316 w 1206983"/>
                  <a:gd name="connsiteY15" fmla="*/ 53177 h 759033"/>
                  <a:gd name="connsiteX16" fmla="*/ 862517 w 1206983"/>
                  <a:gd name="connsiteY16" fmla="*/ 1197 h 759033"/>
                  <a:gd name="connsiteX17" fmla="*/ 1203588 w 1206983"/>
                  <a:gd name="connsiteY17" fmla="*/ 303617 h 759033"/>
                  <a:gd name="connsiteX18" fmla="*/ 1203588 w 1206983"/>
                  <a:gd name="connsiteY18" fmla="*/ 303617 h 759033"/>
                  <a:gd name="connsiteX19" fmla="*/ 1206825 w 1206983"/>
                  <a:gd name="connsiteY19" fmla="*/ 317707 h 759033"/>
                  <a:gd name="connsiteX20" fmla="*/ 1204540 w 1206983"/>
                  <a:gd name="connsiteY20" fmla="*/ 325640 h 759033"/>
                  <a:gd name="connsiteX21" fmla="*/ 6665 w 1206983"/>
                  <a:gd name="connsiteY21" fmla="*/ 485387 h 759033"/>
                  <a:gd name="connsiteX22" fmla="*/ 16502 w 1206983"/>
                  <a:gd name="connsiteY22" fmla="*/ 485387 h 759033"/>
                  <a:gd name="connsiteX23" fmla="*/ 297154 w 1206983"/>
                  <a:gd name="connsiteY23" fmla="*/ 643546 h 759033"/>
                  <a:gd name="connsiteX24" fmla="*/ 331298 w 1206983"/>
                  <a:gd name="connsiteY24" fmla="*/ 687973 h 759033"/>
                  <a:gd name="connsiteX25" fmla="*/ 337645 w 1206983"/>
                  <a:gd name="connsiteY25" fmla="*/ 698191 h 759033"/>
                  <a:gd name="connsiteX26" fmla="*/ 365317 w 1206983"/>
                  <a:gd name="connsiteY26" fmla="*/ 736272 h 759033"/>
                  <a:gd name="connsiteX27" fmla="*/ 458867 w 1206983"/>
                  <a:gd name="connsiteY27" fmla="*/ 740016 h 759033"/>
                  <a:gd name="connsiteX28" fmla="*/ 526523 w 1206983"/>
                  <a:gd name="connsiteY28" fmla="*/ 709235 h 759033"/>
                  <a:gd name="connsiteX29" fmla="*/ 609030 w 1206983"/>
                  <a:gd name="connsiteY29" fmla="*/ 670076 h 759033"/>
                  <a:gd name="connsiteX30" fmla="*/ 855472 w 1206983"/>
                  <a:gd name="connsiteY30" fmla="*/ 539524 h 759033"/>
                  <a:gd name="connsiteX31" fmla="*/ 999098 w 1206983"/>
                  <a:gd name="connsiteY31" fmla="*/ 466220 h 759033"/>
                  <a:gd name="connsiteX32" fmla="*/ 1198638 w 1206983"/>
                  <a:gd name="connsiteY32" fmla="*/ 328179 h 759033"/>
                  <a:gd name="connsiteX33" fmla="*/ 1204032 w 1206983"/>
                  <a:gd name="connsiteY33" fmla="*/ 317580 h 759033"/>
                  <a:gd name="connsiteX34" fmla="*/ 1201367 w 1206983"/>
                  <a:gd name="connsiteY34" fmla="*/ 306029 h 759033"/>
                  <a:gd name="connsiteX35" fmla="*/ 1201367 w 1206983"/>
                  <a:gd name="connsiteY35" fmla="*/ 306029 h 759033"/>
                  <a:gd name="connsiteX36" fmla="*/ 861819 w 1206983"/>
                  <a:gd name="connsiteY36" fmla="*/ 4751 h 759033"/>
                  <a:gd name="connsiteX37" fmla="*/ 649268 w 1206983"/>
                  <a:gd name="connsiteY37" fmla="*/ 56794 h 759033"/>
                  <a:gd name="connsiteX38" fmla="*/ 628514 w 1206983"/>
                  <a:gd name="connsiteY38" fmla="*/ 63712 h 759033"/>
                  <a:gd name="connsiteX39" fmla="*/ 6665 w 1206983"/>
                  <a:gd name="connsiteY39" fmla="*/ 485387 h 7590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1206983" h="759033">
                    <a:moveTo>
                      <a:pt x="1204540" y="325640"/>
                    </a:moveTo>
                    <a:cubicBezTo>
                      <a:pt x="1203512" y="327494"/>
                      <a:pt x="1202154" y="329150"/>
                      <a:pt x="1200542" y="330527"/>
                    </a:cubicBezTo>
                    <a:cubicBezTo>
                      <a:pt x="1138687" y="383262"/>
                      <a:pt x="1071666" y="429618"/>
                      <a:pt x="1000494" y="468885"/>
                    </a:cubicBezTo>
                    <a:cubicBezTo>
                      <a:pt x="952196" y="494272"/>
                      <a:pt x="903707" y="518707"/>
                      <a:pt x="856805" y="542190"/>
                    </a:cubicBezTo>
                    <a:cubicBezTo>
                      <a:pt x="776138" y="582618"/>
                      <a:pt x="692743" y="624379"/>
                      <a:pt x="610553" y="672741"/>
                    </a:cubicBezTo>
                    <a:cubicBezTo>
                      <a:pt x="583795" y="687687"/>
                      <a:pt x="556060" y="700812"/>
                      <a:pt x="527538" y="712027"/>
                    </a:cubicBezTo>
                    <a:cubicBezTo>
                      <a:pt x="505134" y="721420"/>
                      <a:pt x="481969" y="731067"/>
                      <a:pt x="460137" y="742745"/>
                    </a:cubicBezTo>
                    <a:cubicBezTo>
                      <a:pt x="430497" y="758612"/>
                      <a:pt x="398637" y="771369"/>
                      <a:pt x="363476" y="738493"/>
                    </a:cubicBezTo>
                    <a:cubicBezTo>
                      <a:pt x="352376" y="726898"/>
                      <a:pt x="342900" y="713849"/>
                      <a:pt x="335297" y="699715"/>
                    </a:cubicBezTo>
                    <a:cubicBezTo>
                      <a:pt x="333266" y="696351"/>
                      <a:pt x="331235" y="692924"/>
                      <a:pt x="328950" y="689560"/>
                    </a:cubicBezTo>
                    <a:cubicBezTo>
                      <a:pt x="319119" y="673921"/>
                      <a:pt x="307809" y="659254"/>
                      <a:pt x="295186" y="645768"/>
                    </a:cubicBezTo>
                    <a:cubicBezTo>
                      <a:pt x="237748" y="583824"/>
                      <a:pt x="78764" y="494145"/>
                      <a:pt x="16312" y="488496"/>
                    </a:cubicBezTo>
                    <a:cubicBezTo>
                      <a:pt x="11279" y="488027"/>
                      <a:pt x="6202" y="488585"/>
                      <a:pt x="1397" y="490147"/>
                    </a:cubicBezTo>
                    <a:lnTo>
                      <a:pt x="1" y="487290"/>
                    </a:lnTo>
                    <a:cubicBezTo>
                      <a:pt x="178978" y="321769"/>
                      <a:pt x="389815" y="138222"/>
                      <a:pt x="627562" y="60094"/>
                    </a:cubicBezTo>
                    <a:cubicBezTo>
                      <a:pt x="633909" y="58000"/>
                      <a:pt x="640890" y="55715"/>
                      <a:pt x="648316" y="53177"/>
                    </a:cubicBezTo>
                    <a:cubicBezTo>
                      <a:pt x="719907" y="29186"/>
                      <a:pt x="828118" y="-7053"/>
                      <a:pt x="862517" y="1197"/>
                    </a:cubicBezTo>
                    <a:cubicBezTo>
                      <a:pt x="864802" y="2150"/>
                      <a:pt x="1064215" y="93795"/>
                      <a:pt x="1203588" y="303617"/>
                    </a:cubicBezTo>
                    <a:lnTo>
                      <a:pt x="1203588" y="303617"/>
                    </a:lnTo>
                    <a:cubicBezTo>
                      <a:pt x="1206292" y="307787"/>
                      <a:pt x="1207434" y="312776"/>
                      <a:pt x="1206825" y="317707"/>
                    </a:cubicBezTo>
                    <a:cubicBezTo>
                      <a:pt x="1206584" y="320474"/>
                      <a:pt x="1205810" y="323165"/>
                      <a:pt x="1204540" y="325640"/>
                    </a:cubicBezTo>
                    <a:close/>
                    <a:moveTo>
                      <a:pt x="6665" y="485387"/>
                    </a:moveTo>
                    <a:cubicBezTo>
                      <a:pt x="9934" y="484987"/>
                      <a:pt x="13234" y="484987"/>
                      <a:pt x="16502" y="485387"/>
                    </a:cubicBezTo>
                    <a:cubicBezTo>
                      <a:pt x="79335" y="491035"/>
                      <a:pt x="239335" y="581222"/>
                      <a:pt x="297154" y="643546"/>
                    </a:cubicBezTo>
                    <a:cubicBezTo>
                      <a:pt x="309929" y="657230"/>
                      <a:pt x="321360" y="672107"/>
                      <a:pt x="331298" y="687973"/>
                    </a:cubicBezTo>
                    <a:cubicBezTo>
                      <a:pt x="333393" y="691337"/>
                      <a:pt x="335424" y="694764"/>
                      <a:pt x="337645" y="698191"/>
                    </a:cubicBezTo>
                    <a:cubicBezTo>
                      <a:pt x="345147" y="712052"/>
                      <a:pt x="354451" y="724860"/>
                      <a:pt x="365317" y="736272"/>
                    </a:cubicBezTo>
                    <a:cubicBezTo>
                      <a:pt x="399208" y="768005"/>
                      <a:pt x="428784" y="756137"/>
                      <a:pt x="458867" y="740016"/>
                    </a:cubicBezTo>
                    <a:cubicBezTo>
                      <a:pt x="480826" y="728402"/>
                      <a:pt x="504056" y="718691"/>
                      <a:pt x="526523" y="709235"/>
                    </a:cubicBezTo>
                    <a:cubicBezTo>
                      <a:pt x="554886" y="698083"/>
                      <a:pt x="582456" y="685003"/>
                      <a:pt x="609030" y="670076"/>
                    </a:cubicBezTo>
                    <a:cubicBezTo>
                      <a:pt x="691537" y="621714"/>
                      <a:pt x="774805" y="579952"/>
                      <a:pt x="855472" y="539524"/>
                    </a:cubicBezTo>
                    <a:cubicBezTo>
                      <a:pt x="902374" y="516041"/>
                      <a:pt x="950672" y="491733"/>
                      <a:pt x="999098" y="466220"/>
                    </a:cubicBezTo>
                    <a:cubicBezTo>
                      <a:pt x="1070092" y="427048"/>
                      <a:pt x="1136948" y="380799"/>
                      <a:pt x="1198638" y="328179"/>
                    </a:cubicBezTo>
                    <a:cubicBezTo>
                      <a:pt x="1201716" y="325456"/>
                      <a:pt x="1203645" y="321667"/>
                      <a:pt x="1204032" y="317580"/>
                    </a:cubicBezTo>
                    <a:cubicBezTo>
                      <a:pt x="1204502" y="313537"/>
                      <a:pt x="1203563" y="309456"/>
                      <a:pt x="1201367" y="306029"/>
                    </a:cubicBezTo>
                    <a:lnTo>
                      <a:pt x="1201367" y="306029"/>
                    </a:lnTo>
                    <a:cubicBezTo>
                      <a:pt x="1062501" y="96969"/>
                      <a:pt x="863850" y="5640"/>
                      <a:pt x="861819" y="4751"/>
                    </a:cubicBezTo>
                    <a:cubicBezTo>
                      <a:pt x="828372" y="-3182"/>
                      <a:pt x="716226" y="34390"/>
                      <a:pt x="649268" y="56794"/>
                    </a:cubicBezTo>
                    <a:lnTo>
                      <a:pt x="628514" y="63712"/>
                    </a:lnTo>
                    <a:cubicBezTo>
                      <a:pt x="393242" y="140888"/>
                      <a:pt x="184373" y="321261"/>
                      <a:pt x="6665" y="4853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2" name=""/>
              <p:cNvSpPr/>
              <p:nvPr/>
            </p:nvSpPr>
            <p:spPr>
              <a:xfrm>
                <a:off x="6215233" y="4190778"/>
                <a:ext cx="36687" cy="28135"/>
              </a:xfrm>
              <a:custGeom>
                <a:avLst/>
                <a:gdLst>
                  <a:gd name="connsiteX0" fmla="*/ 1715 w 36684"/>
                  <a:gd name="connsiteY0" fmla="*/ 26366 h 28079"/>
                  <a:gd name="connsiteX1" fmla="*/ 11552 w 36684"/>
                  <a:gd name="connsiteY1" fmla="*/ 27953 h 28079"/>
                  <a:gd name="connsiteX2" fmla="*/ 31798 w 36684"/>
                  <a:gd name="connsiteY2" fmla="*/ 17100 h 28079"/>
                  <a:gd name="connsiteX3" fmla="*/ 36685 w 36684"/>
                  <a:gd name="connsiteY3" fmla="*/ 5866 h 28079"/>
                  <a:gd name="connsiteX4" fmla="*/ 28244 w 36684"/>
                  <a:gd name="connsiteY4" fmla="*/ 2058 h 28079"/>
                  <a:gd name="connsiteX5" fmla="*/ 23865 w 36684"/>
                  <a:gd name="connsiteY5" fmla="*/ 7517 h 28079"/>
                  <a:gd name="connsiteX6" fmla="*/ 9394 w 36684"/>
                  <a:gd name="connsiteY6" fmla="*/ 15958 h 28079"/>
                  <a:gd name="connsiteX7" fmla="*/ 1207 w 36684"/>
                  <a:gd name="connsiteY7" fmla="*/ 25731 h 280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6684" h="28079">
                    <a:moveTo>
                      <a:pt x="1715" y="26366"/>
                    </a:moveTo>
                    <a:cubicBezTo>
                      <a:pt x="4780" y="27800"/>
                      <a:pt x="8189" y="28353"/>
                      <a:pt x="11552" y="27953"/>
                    </a:cubicBezTo>
                    <a:cubicBezTo>
                      <a:pt x="19606" y="27616"/>
                      <a:pt x="27057" y="23618"/>
                      <a:pt x="31798" y="17100"/>
                    </a:cubicBezTo>
                    <a:cubicBezTo>
                      <a:pt x="34439" y="13882"/>
                      <a:pt x="36127" y="9992"/>
                      <a:pt x="36685" y="5866"/>
                    </a:cubicBezTo>
                    <a:cubicBezTo>
                      <a:pt x="36685" y="-480"/>
                      <a:pt x="32116" y="-1559"/>
                      <a:pt x="28244" y="2058"/>
                    </a:cubicBezTo>
                    <a:cubicBezTo>
                      <a:pt x="26664" y="3778"/>
                      <a:pt x="25204" y="5600"/>
                      <a:pt x="23865" y="7517"/>
                    </a:cubicBezTo>
                    <a:cubicBezTo>
                      <a:pt x="20254" y="12029"/>
                      <a:pt x="15100" y="15037"/>
                      <a:pt x="9394" y="15958"/>
                    </a:cubicBezTo>
                    <a:cubicBezTo>
                      <a:pt x="6031" y="16465"/>
                      <a:pt x="-3299" y="19131"/>
                      <a:pt x="1207" y="2573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3" name=""/>
              <p:cNvSpPr/>
              <p:nvPr/>
            </p:nvSpPr>
            <p:spPr>
              <a:xfrm>
                <a:off x="295145" y="2707702"/>
                <a:ext cx="525483" cy="1053790"/>
              </a:xfrm>
              <a:custGeom>
                <a:avLst/>
                <a:gdLst>
                  <a:gd name="connsiteX0" fmla="*/ 525444 w 525442"/>
                  <a:gd name="connsiteY0" fmla="*/ 0 h 1051710"/>
                  <a:gd name="connsiteX1" fmla="*/ 470355 w 525442"/>
                  <a:gd name="connsiteY1" fmla="*/ 185387 h 1051710"/>
                  <a:gd name="connsiteX2" fmla="*/ 178407 w 525442"/>
                  <a:gd name="connsiteY2" fmla="*/ 834273 h 1051710"/>
                  <a:gd name="connsiteX3" fmla="*/ 1 w 525442"/>
                  <a:gd name="connsiteY3" fmla="*/ 1051711 h 10517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25442" h="1051710">
                    <a:moveTo>
                      <a:pt x="525444" y="0"/>
                    </a:moveTo>
                    <a:cubicBezTo>
                      <a:pt x="513639" y="66386"/>
                      <a:pt x="524429" y="131250"/>
                      <a:pt x="470355" y="185387"/>
                    </a:cubicBezTo>
                    <a:cubicBezTo>
                      <a:pt x="297344" y="369441"/>
                      <a:pt x="254059" y="607188"/>
                      <a:pt x="178407" y="834273"/>
                    </a:cubicBezTo>
                    <a:cubicBezTo>
                      <a:pt x="145975" y="920778"/>
                      <a:pt x="70513" y="985705"/>
                      <a:pt x="1" y="10517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4" name=""/>
              <p:cNvSpPr/>
              <p:nvPr/>
            </p:nvSpPr>
            <p:spPr>
              <a:xfrm>
                <a:off x="749810" y="2777972"/>
                <a:ext cx="79498" cy="61366"/>
              </a:xfrm>
              <a:custGeom>
                <a:avLst/>
                <a:gdLst>
                  <a:gd name="connsiteX0" fmla="*/ 45745 w 79492"/>
                  <a:gd name="connsiteY0" fmla="*/ 0 h 61245"/>
                  <a:gd name="connsiteX1" fmla="*/ 7665 w 79492"/>
                  <a:gd name="connsiteY1" fmla="*/ 26148 h 61245"/>
                  <a:gd name="connsiteX2" fmla="*/ 49 w 79492"/>
                  <a:gd name="connsiteY2" fmla="*/ 36747 h 61245"/>
                  <a:gd name="connsiteX3" fmla="*/ 26514 w 79492"/>
                  <a:gd name="connsiteY3" fmla="*/ 48552 h 61245"/>
                  <a:gd name="connsiteX4" fmla="*/ 51330 w 79492"/>
                  <a:gd name="connsiteY4" fmla="*/ 61246 h 61245"/>
                  <a:gd name="connsiteX5" fmla="*/ 67133 w 79492"/>
                  <a:gd name="connsiteY5" fmla="*/ 58707 h 61245"/>
                  <a:gd name="connsiteX6" fmla="*/ 77859 w 79492"/>
                  <a:gd name="connsiteY6" fmla="*/ 56676 h 61245"/>
                  <a:gd name="connsiteX7" fmla="*/ 75067 w 79492"/>
                  <a:gd name="connsiteY7" fmla="*/ 34018 h 61245"/>
                  <a:gd name="connsiteX8" fmla="*/ 74242 w 79492"/>
                  <a:gd name="connsiteY8" fmla="*/ 3554 h 61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492" h="61245">
                    <a:moveTo>
                      <a:pt x="45745" y="0"/>
                    </a:moveTo>
                    <a:cubicBezTo>
                      <a:pt x="33052" y="8885"/>
                      <a:pt x="20358" y="17327"/>
                      <a:pt x="7665" y="26148"/>
                    </a:cubicBezTo>
                    <a:cubicBezTo>
                      <a:pt x="4174" y="28560"/>
                      <a:pt x="-522" y="31924"/>
                      <a:pt x="49" y="36747"/>
                    </a:cubicBezTo>
                    <a:cubicBezTo>
                      <a:pt x="1318" y="47093"/>
                      <a:pt x="19089" y="43665"/>
                      <a:pt x="26514" y="48552"/>
                    </a:cubicBezTo>
                    <a:cubicBezTo>
                      <a:pt x="33940" y="53439"/>
                      <a:pt x="39589" y="61246"/>
                      <a:pt x="51330" y="61246"/>
                    </a:cubicBezTo>
                    <a:cubicBezTo>
                      <a:pt x="57232" y="61246"/>
                      <a:pt x="60977" y="58390"/>
                      <a:pt x="67133" y="58707"/>
                    </a:cubicBezTo>
                    <a:cubicBezTo>
                      <a:pt x="71449" y="58707"/>
                      <a:pt x="74940" y="60420"/>
                      <a:pt x="77859" y="56676"/>
                    </a:cubicBezTo>
                    <a:cubicBezTo>
                      <a:pt x="82492" y="50329"/>
                      <a:pt x="75892" y="40428"/>
                      <a:pt x="75067" y="34018"/>
                    </a:cubicBezTo>
                    <a:cubicBezTo>
                      <a:pt x="73670" y="22848"/>
                      <a:pt x="71259" y="14280"/>
                      <a:pt x="74242" y="3554"/>
                    </a:cubicBezTo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5" name=""/>
              <p:cNvSpPr/>
              <p:nvPr/>
            </p:nvSpPr>
            <p:spPr>
              <a:xfrm>
                <a:off x="655013" y="2198843"/>
                <a:ext cx="499043" cy="600234"/>
              </a:xfrm>
              <a:custGeom>
                <a:avLst/>
                <a:gdLst>
                  <a:gd name="connsiteX0" fmla="*/ 490618 w 499004"/>
                  <a:gd name="connsiteY0" fmla="*/ 288133 h 599049"/>
                  <a:gd name="connsiteX1" fmla="*/ 141994 w 499004"/>
                  <a:gd name="connsiteY1" fmla="*/ 597153 h 599049"/>
                  <a:gd name="connsiteX2" fmla="*/ 14616 w 499004"/>
                  <a:gd name="connsiteY2" fmla="*/ 156629 h 599049"/>
                  <a:gd name="connsiteX3" fmla="*/ 315386 w 499004"/>
                  <a:gd name="connsiteY3" fmla="*/ 9830 h 599049"/>
                  <a:gd name="connsiteX4" fmla="*/ 490618 w 499004"/>
                  <a:gd name="connsiteY4" fmla="*/ 288133 h 5990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004" h="599049">
                    <a:moveTo>
                      <a:pt x="490618" y="288133"/>
                    </a:moveTo>
                    <a:cubicBezTo>
                      <a:pt x="438639" y="461334"/>
                      <a:pt x="218853" y="618161"/>
                      <a:pt x="141994" y="597153"/>
                    </a:cubicBezTo>
                    <a:cubicBezTo>
                      <a:pt x="58979" y="574242"/>
                      <a:pt x="-37173" y="301715"/>
                      <a:pt x="14616" y="156629"/>
                    </a:cubicBezTo>
                    <a:cubicBezTo>
                      <a:pt x="55806" y="41183"/>
                      <a:pt x="183946" y="-26473"/>
                      <a:pt x="315386" y="9830"/>
                    </a:cubicBezTo>
                    <a:cubicBezTo>
                      <a:pt x="446826" y="46133"/>
                      <a:pt x="525842" y="170909"/>
                      <a:pt x="490618" y="288133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6" name=""/>
              <p:cNvSpPr/>
              <p:nvPr/>
            </p:nvSpPr>
            <p:spPr>
              <a:xfrm>
                <a:off x="369574" y="3286277"/>
                <a:ext cx="689241" cy="954459"/>
              </a:xfrm>
              <a:custGeom>
                <a:avLst/>
                <a:gdLst>
                  <a:gd name="connsiteX0" fmla="*/ 689189 w 689187"/>
                  <a:gd name="connsiteY0" fmla="*/ 0 h 952575"/>
                  <a:gd name="connsiteX1" fmla="*/ 604778 w 689187"/>
                  <a:gd name="connsiteY1" fmla="*/ 173963 h 952575"/>
                  <a:gd name="connsiteX2" fmla="*/ 211283 w 689187"/>
                  <a:gd name="connsiteY2" fmla="*/ 766998 h 952575"/>
                  <a:gd name="connsiteX3" fmla="*/ 1 w 689187"/>
                  <a:gd name="connsiteY3" fmla="*/ 952576 h 952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689187" h="952575">
                    <a:moveTo>
                      <a:pt x="689189" y="0"/>
                    </a:moveTo>
                    <a:cubicBezTo>
                      <a:pt x="666785" y="63467"/>
                      <a:pt x="666912" y="129409"/>
                      <a:pt x="604778" y="173963"/>
                    </a:cubicBezTo>
                    <a:cubicBezTo>
                      <a:pt x="404222" y="327362"/>
                      <a:pt x="322921" y="555145"/>
                      <a:pt x="211283" y="766998"/>
                    </a:cubicBezTo>
                    <a:cubicBezTo>
                      <a:pt x="165269" y="847093"/>
                      <a:pt x="80033" y="898882"/>
                      <a:pt x="1" y="952576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7" name=""/>
              <p:cNvSpPr/>
              <p:nvPr/>
            </p:nvSpPr>
            <p:spPr>
              <a:xfrm>
                <a:off x="1398342" y="2456130"/>
                <a:ext cx="78649" cy="62869"/>
              </a:xfrm>
              <a:custGeom>
                <a:avLst/>
                <a:gdLst>
                  <a:gd name="connsiteX0" fmla="*/ 51163 w 78643"/>
                  <a:gd name="connsiteY0" fmla="*/ 0 h 62745"/>
                  <a:gd name="connsiteX1" fmla="*/ 9275 w 78643"/>
                  <a:gd name="connsiteY1" fmla="*/ 19611 h 62745"/>
                  <a:gd name="connsiteX2" fmla="*/ 9 w 78643"/>
                  <a:gd name="connsiteY2" fmla="*/ 28877 h 62745"/>
                  <a:gd name="connsiteX3" fmla="*/ 24254 w 78643"/>
                  <a:gd name="connsiteY3" fmla="*/ 44808 h 62745"/>
                  <a:gd name="connsiteX4" fmla="*/ 46721 w 78643"/>
                  <a:gd name="connsiteY4" fmla="*/ 61182 h 62745"/>
                  <a:gd name="connsiteX5" fmla="*/ 62714 w 78643"/>
                  <a:gd name="connsiteY5" fmla="*/ 61182 h 62745"/>
                  <a:gd name="connsiteX6" fmla="*/ 73567 w 78643"/>
                  <a:gd name="connsiteY6" fmla="*/ 61182 h 62745"/>
                  <a:gd name="connsiteX7" fmla="*/ 74583 w 78643"/>
                  <a:gd name="connsiteY7" fmla="*/ 38334 h 62745"/>
                  <a:gd name="connsiteX8" fmla="*/ 78645 w 78643"/>
                  <a:gd name="connsiteY8" fmla="*/ 8187 h 627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745">
                    <a:moveTo>
                      <a:pt x="51163" y="0"/>
                    </a:moveTo>
                    <a:cubicBezTo>
                      <a:pt x="37264" y="6727"/>
                      <a:pt x="23048" y="12693"/>
                      <a:pt x="9275" y="19611"/>
                    </a:cubicBezTo>
                    <a:cubicBezTo>
                      <a:pt x="5467" y="21515"/>
                      <a:pt x="263" y="24054"/>
                      <a:pt x="9" y="28877"/>
                    </a:cubicBezTo>
                    <a:cubicBezTo>
                      <a:pt x="-435" y="39286"/>
                      <a:pt x="18034" y="38842"/>
                      <a:pt x="24254" y="44808"/>
                    </a:cubicBezTo>
                    <a:cubicBezTo>
                      <a:pt x="30473" y="50774"/>
                      <a:pt x="35106" y="59405"/>
                      <a:pt x="46721" y="61182"/>
                    </a:cubicBezTo>
                    <a:cubicBezTo>
                      <a:pt x="52496" y="62071"/>
                      <a:pt x="56685" y="59913"/>
                      <a:pt x="62714" y="61182"/>
                    </a:cubicBezTo>
                    <a:cubicBezTo>
                      <a:pt x="66903" y="62134"/>
                      <a:pt x="70140" y="64165"/>
                      <a:pt x="73567" y="61182"/>
                    </a:cubicBezTo>
                    <a:cubicBezTo>
                      <a:pt x="79216" y="55914"/>
                      <a:pt x="74329" y="44808"/>
                      <a:pt x="74583" y="38334"/>
                    </a:cubicBezTo>
                    <a:cubicBezTo>
                      <a:pt x="74964" y="27100"/>
                      <a:pt x="73948" y="18278"/>
                      <a:pt x="78645" y="8187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8" name=""/>
              <p:cNvSpPr/>
              <p:nvPr/>
            </p:nvSpPr>
            <p:spPr>
              <a:xfrm>
                <a:off x="930329" y="2793266"/>
                <a:ext cx="505016" cy="582969"/>
              </a:xfrm>
              <a:custGeom>
                <a:avLst/>
                <a:gdLst>
                  <a:gd name="connsiteX0" fmla="*/ 484908 w 504977"/>
                  <a:gd name="connsiteY0" fmla="*/ 327785 h 581818"/>
                  <a:gd name="connsiteX1" fmla="*/ 90715 w 504977"/>
                  <a:gd name="connsiteY1" fmla="*/ 576195 h 581818"/>
                  <a:gd name="connsiteX2" fmla="*/ 36514 w 504977"/>
                  <a:gd name="connsiteY2" fmla="*/ 120820 h 581818"/>
                  <a:gd name="connsiteX3" fmla="*/ 357085 w 504977"/>
                  <a:gd name="connsiteY3" fmla="*/ 24731 h 581818"/>
                  <a:gd name="connsiteX4" fmla="*/ 484908 w 504977"/>
                  <a:gd name="connsiteY4" fmla="*/ 327785 h 5818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77" h="581818">
                    <a:moveTo>
                      <a:pt x="484908" y="327785"/>
                    </a:moveTo>
                    <a:cubicBezTo>
                      <a:pt x="405511" y="490197"/>
                      <a:pt x="163194" y="609579"/>
                      <a:pt x="90715" y="576195"/>
                    </a:cubicBezTo>
                    <a:cubicBezTo>
                      <a:pt x="12587" y="540082"/>
                      <a:pt x="-38123" y="255624"/>
                      <a:pt x="36514" y="120820"/>
                    </a:cubicBezTo>
                    <a:cubicBezTo>
                      <a:pt x="95856" y="13624"/>
                      <a:pt x="233262" y="-32453"/>
                      <a:pt x="357085" y="24731"/>
                    </a:cubicBezTo>
                    <a:cubicBezTo>
                      <a:pt x="480909" y="81915"/>
                      <a:pt x="538538" y="217734"/>
                      <a:pt x="484908" y="327785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19" name=""/>
              <p:cNvSpPr/>
              <p:nvPr/>
            </p:nvSpPr>
            <p:spPr>
              <a:xfrm>
                <a:off x="923093" y="1134425"/>
                <a:ext cx="191537" cy="688769"/>
              </a:xfrm>
              <a:custGeom>
                <a:avLst/>
                <a:gdLst>
                  <a:gd name="connsiteX0" fmla="*/ 191523 w 191522"/>
                  <a:gd name="connsiteY0" fmla="*/ 0 h 687410"/>
                  <a:gd name="connsiteX1" fmla="*/ 140750 w 191522"/>
                  <a:gd name="connsiteY1" fmla="*/ 104149 h 687410"/>
                  <a:gd name="connsiteX2" fmla="*/ 118790 w 191522"/>
                  <a:gd name="connsiteY2" fmla="*/ 391655 h 687410"/>
                  <a:gd name="connsiteX3" fmla="*/ 13879 w 191522"/>
                  <a:gd name="connsiteY3" fmla="*/ 496565 h 687410"/>
                  <a:gd name="connsiteX4" fmla="*/ 32919 w 191522"/>
                  <a:gd name="connsiteY4" fmla="*/ 687411 h 6874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1522" h="687410">
                    <a:moveTo>
                      <a:pt x="191523" y="0"/>
                    </a:moveTo>
                    <a:cubicBezTo>
                      <a:pt x="168942" y="31657"/>
                      <a:pt x="151780" y="66856"/>
                      <a:pt x="140750" y="104149"/>
                    </a:cubicBezTo>
                    <a:cubicBezTo>
                      <a:pt x="102670" y="234828"/>
                      <a:pt x="168548" y="306736"/>
                      <a:pt x="118790" y="391655"/>
                    </a:cubicBezTo>
                    <a:cubicBezTo>
                      <a:pt x="84835" y="449536"/>
                      <a:pt x="41043" y="438620"/>
                      <a:pt x="13879" y="496565"/>
                    </a:cubicBezTo>
                    <a:cubicBezTo>
                      <a:pt x="-15760" y="559715"/>
                      <a:pt x="7533" y="633717"/>
                      <a:pt x="32919" y="687411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0" name=""/>
              <p:cNvSpPr/>
              <p:nvPr/>
            </p:nvSpPr>
            <p:spPr>
              <a:xfrm>
                <a:off x="1062520" y="1173534"/>
                <a:ext cx="46842" cy="37563"/>
              </a:xfrm>
              <a:custGeom>
                <a:avLst/>
                <a:gdLst>
                  <a:gd name="connsiteX0" fmla="*/ 30592 w 46838"/>
                  <a:gd name="connsiteY0" fmla="*/ 0 h 37489"/>
                  <a:gd name="connsiteX1" fmla="*/ 5523 w 46838"/>
                  <a:gd name="connsiteY1" fmla="*/ 11741 h 37489"/>
                  <a:gd name="connsiteX2" fmla="*/ 1 w 46838"/>
                  <a:gd name="connsiteY2" fmla="*/ 17263 h 37489"/>
                  <a:gd name="connsiteX3" fmla="*/ 14472 w 46838"/>
                  <a:gd name="connsiteY3" fmla="*/ 26783 h 37489"/>
                  <a:gd name="connsiteX4" fmla="*/ 27927 w 46838"/>
                  <a:gd name="connsiteY4" fmla="*/ 36557 h 37489"/>
                  <a:gd name="connsiteX5" fmla="*/ 37510 w 46838"/>
                  <a:gd name="connsiteY5" fmla="*/ 36557 h 37489"/>
                  <a:gd name="connsiteX6" fmla="*/ 43857 w 46838"/>
                  <a:gd name="connsiteY6" fmla="*/ 36557 h 37489"/>
                  <a:gd name="connsiteX7" fmla="*/ 44428 w 46838"/>
                  <a:gd name="connsiteY7" fmla="*/ 22912 h 37489"/>
                  <a:gd name="connsiteX8" fmla="*/ 46840 w 46838"/>
                  <a:gd name="connsiteY8" fmla="*/ 4887 h 37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838" h="37489">
                    <a:moveTo>
                      <a:pt x="30592" y="0"/>
                    </a:moveTo>
                    <a:cubicBezTo>
                      <a:pt x="22278" y="3998"/>
                      <a:pt x="13774" y="7743"/>
                      <a:pt x="5523" y="11741"/>
                    </a:cubicBezTo>
                    <a:cubicBezTo>
                      <a:pt x="3238" y="12820"/>
                      <a:pt x="128" y="14344"/>
                      <a:pt x="1" y="17263"/>
                    </a:cubicBezTo>
                    <a:cubicBezTo>
                      <a:pt x="1" y="23610"/>
                      <a:pt x="10791" y="23229"/>
                      <a:pt x="14472" y="26783"/>
                    </a:cubicBezTo>
                    <a:cubicBezTo>
                      <a:pt x="18153" y="30337"/>
                      <a:pt x="20818" y="35542"/>
                      <a:pt x="27927" y="36557"/>
                    </a:cubicBezTo>
                    <a:cubicBezTo>
                      <a:pt x="31417" y="37128"/>
                      <a:pt x="33893" y="35795"/>
                      <a:pt x="37510" y="36557"/>
                    </a:cubicBezTo>
                    <a:cubicBezTo>
                      <a:pt x="40049" y="37128"/>
                      <a:pt x="41953" y="38334"/>
                      <a:pt x="43857" y="36557"/>
                    </a:cubicBezTo>
                    <a:cubicBezTo>
                      <a:pt x="47221" y="33447"/>
                      <a:pt x="44301" y="26783"/>
                      <a:pt x="44428" y="22912"/>
                    </a:cubicBezTo>
                    <a:cubicBezTo>
                      <a:pt x="43927" y="16800"/>
                      <a:pt x="44752" y="10650"/>
                      <a:pt x="46840" y="4887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1" name=""/>
              <p:cNvSpPr/>
              <p:nvPr/>
            </p:nvSpPr>
            <p:spPr>
              <a:xfrm>
                <a:off x="1037735" y="839487"/>
                <a:ext cx="302251" cy="348933"/>
              </a:xfrm>
              <a:custGeom>
                <a:avLst/>
                <a:gdLst>
                  <a:gd name="connsiteX0" fmla="*/ 290203 w 302227"/>
                  <a:gd name="connsiteY0" fmla="*/ 196173 h 348244"/>
                  <a:gd name="connsiteX1" fmla="*/ 54296 w 302227"/>
                  <a:gd name="connsiteY1" fmla="*/ 344876 h 348244"/>
                  <a:gd name="connsiteX2" fmla="*/ 21864 w 302227"/>
                  <a:gd name="connsiteY2" fmla="*/ 72349 h 348244"/>
                  <a:gd name="connsiteX3" fmla="*/ 213725 w 302227"/>
                  <a:gd name="connsiteY3" fmla="*/ 14784 h 348244"/>
                  <a:gd name="connsiteX4" fmla="*/ 290203 w 302227"/>
                  <a:gd name="connsiteY4" fmla="*/ 196173 h 348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2227" h="348244">
                    <a:moveTo>
                      <a:pt x="290203" y="196173"/>
                    </a:moveTo>
                    <a:cubicBezTo>
                      <a:pt x="242666" y="293404"/>
                      <a:pt x="97644" y="364868"/>
                      <a:pt x="54296" y="344876"/>
                    </a:cubicBezTo>
                    <a:cubicBezTo>
                      <a:pt x="7521" y="323234"/>
                      <a:pt x="-22816" y="153015"/>
                      <a:pt x="21864" y="72349"/>
                    </a:cubicBezTo>
                    <a:cubicBezTo>
                      <a:pt x="57406" y="8184"/>
                      <a:pt x="139596" y="-19424"/>
                      <a:pt x="213725" y="14784"/>
                    </a:cubicBezTo>
                    <a:cubicBezTo>
                      <a:pt x="287854" y="48993"/>
                      <a:pt x="322317" y="130358"/>
                      <a:pt x="290203" y="196173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2" name=""/>
              <p:cNvSpPr/>
              <p:nvPr/>
            </p:nvSpPr>
            <p:spPr>
              <a:xfrm>
                <a:off x="7744" y="3628330"/>
                <a:ext cx="318756" cy="958846"/>
              </a:xfrm>
              <a:custGeom>
                <a:avLst/>
                <a:gdLst>
                  <a:gd name="connsiteX0" fmla="*/ 318732 w 318731"/>
                  <a:gd name="connsiteY0" fmla="*/ 0 h 956954"/>
                  <a:gd name="connsiteX1" fmla="*/ 166412 w 318731"/>
                  <a:gd name="connsiteY1" fmla="*/ 306926 h 956954"/>
                  <a:gd name="connsiteX2" fmla="*/ 71211 w 318731"/>
                  <a:gd name="connsiteY2" fmla="*/ 669449 h 956954"/>
                  <a:gd name="connsiteX3" fmla="*/ 52171 w 318731"/>
                  <a:gd name="connsiteY3" fmla="*/ 850774 h 956954"/>
                  <a:gd name="connsiteX4" fmla="*/ 1 w 318731"/>
                  <a:gd name="connsiteY4" fmla="*/ 956955 h 9569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8731" h="956954">
                    <a:moveTo>
                      <a:pt x="318732" y="0"/>
                    </a:moveTo>
                    <a:cubicBezTo>
                      <a:pt x="258107" y="97117"/>
                      <a:pt x="207093" y="199915"/>
                      <a:pt x="166412" y="306926"/>
                    </a:cubicBezTo>
                    <a:cubicBezTo>
                      <a:pt x="107260" y="462293"/>
                      <a:pt x="74638" y="548100"/>
                      <a:pt x="71211" y="669449"/>
                    </a:cubicBezTo>
                    <a:cubicBezTo>
                      <a:pt x="69434" y="729489"/>
                      <a:pt x="75336" y="778867"/>
                      <a:pt x="52171" y="850774"/>
                    </a:cubicBezTo>
                    <a:cubicBezTo>
                      <a:pt x="39800" y="888423"/>
                      <a:pt x="22241" y="924155"/>
                      <a:pt x="1" y="956955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3" name=""/>
              <p:cNvSpPr/>
              <p:nvPr/>
            </p:nvSpPr>
            <p:spPr>
              <a:xfrm>
                <a:off x="239219" y="3693640"/>
                <a:ext cx="78649" cy="62806"/>
              </a:xfrm>
              <a:custGeom>
                <a:avLst/>
                <a:gdLst>
                  <a:gd name="connsiteX0" fmla="*/ 51163 w 78643"/>
                  <a:gd name="connsiteY0" fmla="*/ 0 h 62682"/>
                  <a:gd name="connsiteX1" fmla="*/ 9275 w 78643"/>
                  <a:gd name="connsiteY1" fmla="*/ 19611 h 62682"/>
                  <a:gd name="connsiteX2" fmla="*/ 9 w 78643"/>
                  <a:gd name="connsiteY2" fmla="*/ 28877 h 62682"/>
                  <a:gd name="connsiteX3" fmla="*/ 24190 w 78643"/>
                  <a:gd name="connsiteY3" fmla="*/ 44744 h 62682"/>
                  <a:gd name="connsiteX4" fmla="*/ 46721 w 78643"/>
                  <a:gd name="connsiteY4" fmla="*/ 61119 h 62682"/>
                  <a:gd name="connsiteX5" fmla="*/ 62651 w 78643"/>
                  <a:gd name="connsiteY5" fmla="*/ 61119 h 62682"/>
                  <a:gd name="connsiteX6" fmla="*/ 73567 w 78643"/>
                  <a:gd name="connsiteY6" fmla="*/ 61119 h 62682"/>
                  <a:gd name="connsiteX7" fmla="*/ 74519 w 78643"/>
                  <a:gd name="connsiteY7" fmla="*/ 38270 h 62682"/>
                  <a:gd name="connsiteX8" fmla="*/ 78645 w 78643"/>
                  <a:gd name="connsiteY8" fmla="*/ 8124 h 626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8643" h="62682">
                    <a:moveTo>
                      <a:pt x="51163" y="0"/>
                    </a:moveTo>
                    <a:cubicBezTo>
                      <a:pt x="37201" y="6727"/>
                      <a:pt x="23048" y="12693"/>
                      <a:pt x="9275" y="19611"/>
                    </a:cubicBezTo>
                    <a:cubicBezTo>
                      <a:pt x="5467" y="21452"/>
                      <a:pt x="199" y="23990"/>
                      <a:pt x="9" y="28877"/>
                    </a:cubicBezTo>
                    <a:cubicBezTo>
                      <a:pt x="-435" y="39223"/>
                      <a:pt x="18034" y="38842"/>
                      <a:pt x="24190" y="44744"/>
                    </a:cubicBezTo>
                    <a:cubicBezTo>
                      <a:pt x="30346" y="50646"/>
                      <a:pt x="35106" y="59341"/>
                      <a:pt x="46721" y="61119"/>
                    </a:cubicBezTo>
                    <a:cubicBezTo>
                      <a:pt x="52496" y="62007"/>
                      <a:pt x="56622" y="59849"/>
                      <a:pt x="62651" y="61119"/>
                    </a:cubicBezTo>
                    <a:cubicBezTo>
                      <a:pt x="66903" y="62070"/>
                      <a:pt x="70140" y="64101"/>
                      <a:pt x="73567" y="61119"/>
                    </a:cubicBezTo>
                    <a:cubicBezTo>
                      <a:pt x="79152" y="55914"/>
                      <a:pt x="74329" y="44744"/>
                      <a:pt x="74519" y="38270"/>
                    </a:cubicBezTo>
                    <a:cubicBezTo>
                      <a:pt x="74964" y="27037"/>
                      <a:pt x="73948" y="18215"/>
                      <a:pt x="78645" y="8124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4" name=""/>
              <p:cNvSpPr/>
              <p:nvPr/>
            </p:nvSpPr>
            <p:spPr>
              <a:xfrm>
                <a:off x="198030" y="3135510"/>
                <a:ext cx="504945" cy="582988"/>
              </a:xfrm>
              <a:custGeom>
                <a:avLst/>
                <a:gdLst>
                  <a:gd name="connsiteX0" fmla="*/ 484764 w 504906"/>
                  <a:gd name="connsiteY0" fmla="*/ 327786 h 581837"/>
                  <a:gd name="connsiteX1" fmla="*/ 90635 w 504906"/>
                  <a:gd name="connsiteY1" fmla="*/ 576195 h 581837"/>
                  <a:gd name="connsiteX2" fmla="*/ 36370 w 504906"/>
                  <a:gd name="connsiteY2" fmla="*/ 120820 h 581837"/>
                  <a:gd name="connsiteX3" fmla="*/ 357005 w 504906"/>
                  <a:gd name="connsiteY3" fmla="*/ 24731 h 581837"/>
                  <a:gd name="connsiteX4" fmla="*/ 484764 w 504906"/>
                  <a:gd name="connsiteY4" fmla="*/ 327786 h 581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04906" h="581837">
                    <a:moveTo>
                      <a:pt x="484764" y="327786"/>
                    </a:moveTo>
                    <a:cubicBezTo>
                      <a:pt x="405431" y="490261"/>
                      <a:pt x="163050" y="609642"/>
                      <a:pt x="90635" y="576195"/>
                    </a:cubicBezTo>
                    <a:cubicBezTo>
                      <a:pt x="12443" y="540146"/>
                      <a:pt x="-37949" y="255624"/>
                      <a:pt x="36370" y="120820"/>
                    </a:cubicBezTo>
                    <a:cubicBezTo>
                      <a:pt x="95775" y="13624"/>
                      <a:pt x="233118" y="-32453"/>
                      <a:pt x="357005" y="24731"/>
                    </a:cubicBezTo>
                    <a:cubicBezTo>
                      <a:pt x="480893" y="81914"/>
                      <a:pt x="538521" y="217797"/>
                      <a:pt x="484764" y="327786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5" name=""/>
              <p:cNvSpPr/>
              <p:nvPr/>
            </p:nvSpPr>
            <p:spPr>
              <a:xfrm>
                <a:off x="7744" y="3853702"/>
                <a:ext cx="418470" cy="526099"/>
              </a:xfrm>
              <a:custGeom>
                <a:avLst/>
                <a:gdLst>
                  <a:gd name="connsiteX0" fmla="*/ 418439 w 418437"/>
                  <a:gd name="connsiteY0" fmla="*/ 0 h 525061"/>
                  <a:gd name="connsiteX1" fmla="*/ 319875 w 418437"/>
                  <a:gd name="connsiteY1" fmla="*/ 166347 h 525061"/>
                  <a:gd name="connsiteX2" fmla="*/ 1 w 418437"/>
                  <a:gd name="connsiteY2" fmla="*/ 525062 h 525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418437" h="525061">
                    <a:moveTo>
                      <a:pt x="418439" y="0"/>
                    </a:moveTo>
                    <a:cubicBezTo>
                      <a:pt x="390831" y="61499"/>
                      <a:pt x="385499" y="126934"/>
                      <a:pt x="319875" y="166347"/>
                    </a:cubicBezTo>
                    <a:cubicBezTo>
                      <a:pt x="176439" y="258183"/>
                      <a:pt x="84285" y="388481"/>
                      <a:pt x="1" y="52506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6" name=""/>
              <p:cNvSpPr/>
              <p:nvPr/>
            </p:nvSpPr>
            <p:spPr>
              <a:xfrm>
                <a:off x="331388" y="3915514"/>
                <a:ext cx="79909" cy="64188"/>
              </a:xfrm>
              <a:custGeom>
                <a:avLst/>
                <a:gdLst>
                  <a:gd name="connsiteX0" fmla="*/ 53439 w 79903"/>
                  <a:gd name="connsiteY0" fmla="*/ 0 h 64061"/>
                  <a:gd name="connsiteX1" fmla="*/ 10028 w 79903"/>
                  <a:gd name="connsiteY1" fmla="*/ 16057 h 64061"/>
                  <a:gd name="connsiteX2" fmla="*/ 64 w 79903"/>
                  <a:gd name="connsiteY2" fmla="*/ 24499 h 64061"/>
                  <a:gd name="connsiteX3" fmla="*/ 22848 w 79903"/>
                  <a:gd name="connsiteY3" fmla="*/ 42396 h 64061"/>
                  <a:gd name="connsiteX4" fmla="*/ 43919 w 79903"/>
                  <a:gd name="connsiteY4" fmla="*/ 60611 h 64061"/>
                  <a:gd name="connsiteX5" fmla="*/ 59786 w 79903"/>
                  <a:gd name="connsiteY5" fmla="*/ 62007 h 64061"/>
                  <a:gd name="connsiteX6" fmla="*/ 70702 w 79903"/>
                  <a:gd name="connsiteY6" fmla="*/ 62642 h 64061"/>
                  <a:gd name="connsiteX7" fmla="*/ 73559 w 79903"/>
                  <a:gd name="connsiteY7" fmla="*/ 39984 h 64061"/>
                  <a:gd name="connsiteX8" fmla="*/ 79905 w 79903"/>
                  <a:gd name="connsiteY8" fmla="*/ 10218 h 64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9903" h="64061">
                    <a:moveTo>
                      <a:pt x="53439" y="0"/>
                    </a:moveTo>
                    <a:cubicBezTo>
                      <a:pt x="38969" y="5585"/>
                      <a:pt x="24308" y="10536"/>
                      <a:pt x="10028" y="16057"/>
                    </a:cubicBezTo>
                    <a:cubicBezTo>
                      <a:pt x="6093" y="17580"/>
                      <a:pt x="698" y="19675"/>
                      <a:pt x="64" y="24499"/>
                    </a:cubicBezTo>
                    <a:cubicBezTo>
                      <a:pt x="-1206" y="34844"/>
                      <a:pt x="17200" y="35923"/>
                      <a:pt x="22848" y="42396"/>
                    </a:cubicBezTo>
                    <a:cubicBezTo>
                      <a:pt x="28497" y="48870"/>
                      <a:pt x="32495" y="57819"/>
                      <a:pt x="43919" y="60611"/>
                    </a:cubicBezTo>
                    <a:cubicBezTo>
                      <a:pt x="49631" y="61944"/>
                      <a:pt x="53884" y="60167"/>
                      <a:pt x="59786" y="62007"/>
                    </a:cubicBezTo>
                    <a:cubicBezTo>
                      <a:pt x="63975" y="63277"/>
                      <a:pt x="67021" y="65561"/>
                      <a:pt x="70702" y="62642"/>
                    </a:cubicBezTo>
                    <a:cubicBezTo>
                      <a:pt x="76732" y="57882"/>
                      <a:pt x="72797" y="46395"/>
                      <a:pt x="73559" y="39984"/>
                    </a:cubicBezTo>
                    <a:cubicBezTo>
                      <a:pt x="74891" y="28751"/>
                      <a:pt x="74637" y="19865"/>
                      <a:pt x="79905" y="10218"/>
                    </a:cubicBezTo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7" name=""/>
              <p:cNvSpPr/>
              <p:nvPr/>
            </p:nvSpPr>
            <p:spPr>
              <a:xfrm>
                <a:off x="312039" y="3371332"/>
                <a:ext cx="510874" cy="571813"/>
              </a:xfrm>
              <a:custGeom>
                <a:avLst/>
                <a:gdLst>
                  <a:gd name="connsiteX0" fmla="*/ 482720 w 510834"/>
                  <a:gd name="connsiteY0" fmla="*/ 347376 h 570684"/>
                  <a:gd name="connsiteX1" fmla="*/ 69232 w 510834"/>
                  <a:gd name="connsiteY1" fmla="*/ 562085 h 570684"/>
                  <a:gd name="connsiteX2" fmla="*/ 53112 w 510834"/>
                  <a:gd name="connsiteY2" fmla="*/ 103790 h 570684"/>
                  <a:gd name="connsiteX3" fmla="*/ 380538 w 510834"/>
                  <a:gd name="connsiteY3" fmla="*/ 34738 h 570684"/>
                  <a:gd name="connsiteX4" fmla="*/ 482720 w 510834"/>
                  <a:gd name="connsiteY4" fmla="*/ 347376 h 57068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10834" h="570684">
                    <a:moveTo>
                      <a:pt x="482720" y="347376"/>
                    </a:moveTo>
                    <a:cubicBezTo>
                      <a:pt x="390058" y="502680"/>
                      <a:pt x="138602" y="601244"/>
                      <a:pt x="69232" y="562085"/>
                    </a:cubicBezTo>
                    <a:cubicBezTo>
                      <a:pt x="-5659" y="519626"/>
                      <a:pt x="-32315" y="232057"/>
                      <a:pt x="53112" y="103790"/>
                    </a:cubicBezTo>
                    <a:cubicBezTo>
                      <a:pt x="121212" y="1862"/>
                      <a:pt x="261918" y="-32537"/>
                      <a:pt x="380538" y="34738"/>
                    </a:cubicBezTo>
                    <a:cubicBezTo>
                      <a:pt x="499157" y="102013"/>
                      <a:pt x="545679" y="242212"/>
                      <a:pt x="482720" y="347376"/>
                    </a:cubicBezTo>
                    <a:close/>
                  </a:path>
                </a:pathLst>
              </a:custGeom>
              <a:solidFill>
                <a:srgbClr val="FFDEB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8" name=""/>
              <p:cNvSpPr/>
              <p:nvPr/>
            </p:nvSpPr>
            <p:spPr>
              <a:xfrm>
                <a:off x="1962615" y="955413"/>
                <a:ext cx="300285" cy="415894"/>
              </a:xfrm>
              <a:custGeom>
                <a:avLst/>
                <a:gdLst>
                  <a:gd name="connsiteX0" fmla="*/ 300263 w 300262"/>
                  <a:gd name="connsiteY0" fmla="*/ 0 h 415073"/>
                  <a:gd name="connsiteX1" fmla="*/ 263453 w 300262"/>
                  <a:gd name="connsiteY1" fmla="*/ 75779 h 415073"/>
                  <a:gd name="connsiteX2" fmla="*/ 92092 w 300262"/>
                  <a:gd name="connsiteY2" fmla="*/ 334153 h 415073"/>
                  <a:gd name="connsiteX3" fmla="*/ 1 w 300262"/>
                  <a:gd name="connsiteY3" fmla="*/ 415074 h 4150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00262" h="415073">
                    <a:moveTo>
                      <a:pt x="300263" y="0"/>
                    </a:moveTo>
                    <a:cubicBezTo>
                      <a:pt x="290490" y="27735"/>
                      <a:pt x="290553" y="56359"/>
                      <a:pt x="263453" y="75779"/>
                    </a:cubicBezTo>
                    <a:cubicBezTo>
                      <a:pt x="176059" y="142610"/>
                      <a:pt x="140644" y="241873"/>
                      <a:pt x="92092" y="334153"/>
                    </a:cubicBezTo>
                    <a:cubicBezTo>
                      <a:pt x="72036" y="369060"/>
                      <a:pt x="34972" y="391654"/>
                      <a:pt x="1" y="415074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29" name=""/>
              <p:cNvSpPr/>
              <p:nvPr/>
            </p:nvSpPr>
            <p:spPr>
              <a:xfrm>
                <a:off x="2224881" y="983839"/>
                <a:ext cx="34211" cy="27423"/>
              </a:xfrm>
              <a:custGeom>
                <a:avLst/>
                <a:gdLst>
                  <a:gd name="connsiteX0" fmla="*/ 22278 w 34208"/>
                  <a:gd name="connsiteY0" fmla="*/ 0 h 27369"/>
                  <a:gd name="connsiteX1" fmla="*/ 4000 w 34208"/>
                  <a:gd name="connsiteY1" fmla="*/ 8568 h 27369"/>
                  <a:gd name="connsiteX2" fmla="*/ 1 w 34208"/>
                  <a:gd name="connsiteY2" fmla="*/ 12566 h 27369"/>
                  <a:gd name="connsiteX3" fmla="*/ 10537 w 34208"/>
                  <a:gd name="connsiteY3" fmla="*/ 19548 h 27369"/>
                  <a:gd name="connsiteX4" fmla="*/ 20311 w 34208"/>
                  <a:gd name="connsiteY4" fmla="*/ 26656 h 27369"/>
                  <a:gd name="connsiteX5" fmla="*/ 27292 w 34208"/>
                  <a:gd name="connsiteY5" fmla="*/ 26656 h 27369"/>
                  <a:gd name="connsiteX6" fmla="*/ 32052 w 34208"/>
                  <a:gd name="connsiteY6" fmla="*/ 26656 h 27369"/>
                  <a:gd name="connsiteX7" fmla="*/ 32433 w 34208"/>
                  <a:gd name="connsiteY7" fmla="*/ 16692 h 27369"/>
                  <a:gd name="connsiteX8" fmla="*/ 34210 w 34208"/>
                  <a:gd name="connsiteY8" fmla="*/ 3554 h 273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4208" h="27369">
                    <a:moveTo>
                      <a:pt x="22278" y="0"/>
                    </a:moveTo>
                    <a:cubicBezTo>
                      <a:pt x="15931" y="2919"/>
                      <a:pt x="10029" y="5649"/>
                      <a:pt x="4000" y="8568"/>
                    </a:cubicBezTo>
                    <a:cubicBezTo>
                      <a:pt x="2349" y="9393"/>
                      <a:pt x="65" y="10472"/>
                      <a:pt x="1" y="12566"/>
                    </a:cubicBezTo>
                    <a:cubicBezTo>
                      <a:pt x="1" y="17136"/>
                      <a:pt x="7808" y="16946"/>
                      <a:pt x="10537" y="19548"/>
                    </a:cubicBezTo>
                    <a:cubicBezTo>
                      <a:pt x="13266" y="22150"/>
                      <a:pt x="15297" y="25894"/>
                      <a:pt x="20311" y="26656"/>
                    </a:cubicBezTo>
                    <a:cubicBezTo>
                      <a:pt x="22849" y="27037"/>
                      <a:pt x="24626" y="26085"/>
                      <a:pt x="27292" y="26656"/>
                    </a:cubicBezTo>
                    <a:cubicBezTo>
                      <a:pt x="29958" y="27227"/>
                      <a:pt x="30529" y="27925"/>
                      <a:pt x="32052" y="26656"/>
                    </a:cubicBezTo>
                    <a:cubicBezTo>
                      <a:pt x="33575" y="25387"/>
                      <a:pt x="32369" y="19484"/>
                      <a:pt x="32433" y="16692"/>
                    </a:cubicBezTo>
                    <a:cubicBezTo>
                      <a:pt x="32078" y="12236"/>
                      <a:pt x="32687" y="7756"/>
                      <a:pt x="34210" y="3554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269676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0" name=""/>
              <p:cNvSpPr/>
              <p:nvPr/>
            </p:nvSpPr>
            <p:spPr>
              <a:xfrm>
                <a:off x="2206864" y="740885"/>
                <a:ext cx="220043" cy="253990"/>
              </a:xfrm>
              <a:custGeom>
                <a:avLst/>
                <a:gdLst>
                  <a:gd name="connsiteX0" fmla="*/ 211275 w 220026"/>
                  <a:gd name="connsiteY0" fmla="*/ 142767 h 253489"/>
                  <a:gd name="connsiteX1" fmla="*/ 39533 w 220026"/>
                  <a:gd name="connsiteY1" fmla="*/ 251042 h 253489"/>
                  <a:gd name="connsiteX2" fmla="*/ 15924 w 220026"/>
                  <a:gd name="connsiteY2" fmla="*/ 52644 h 253489"/>
                  <a:gd name="connsiteX3" fmla="*/ 155551 w 220026"/>
                  <a:gd name="connsiteY3" fmla="*/ 10756 h 253489"/>
                  <a:gd name="connsiteX4" fmla="*/ 211275 w 220026"/>
                  <a:gd name="connsiteY4" fmla="*/ 142767 h 253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20026" h="253489">
                    <a:moveTo>
                      <a:pt x="211275" y="142767"/>
                    </a:moveTo>
                    <a:cubicBezTo>
                      <a:pt x="176685" y="213596"/>
                      <a:pt x="71076" y="265576"/>
                      <a:pt x="39533" y="251042"/>
                    </a:cubicBezTo>
                    <a:cubicBezTo>
                      <a:pt x="5515" y="235302"/>
                      <a:pt x="-16635" y="111415"/>
                      <a:pt x="15924" y="52644"/>
                    </a:cubicBezTo>
                    <a:cubicBezTo>
                      <a:pt x="41755" y="5932"/>
                      <a:pt x="101667" y="-14123"/>
                      <a:pt x="155551" y="10756"/>
                    </a:cubicBezTo>
                    <a:cubicBezTo>
                      <a:pt x="209434" y="35635"/>
                      <a:pt x="234694" y="94659"/>
                      <a:pt x="211275" y="142767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1" name=""/>
              <p:cNvSpPr/>
              <p:nvPr/>
            </p:nvSpPr>
            <p:spPr>
              <a:xfrm>
                <a:off x="8314770" y="2138105"/>
                <a:ext cx="99700" cy="700026"/>
              </a:xfrm>
              <a:custGeom>
                <a:avLst/>
                <a:gdLst>
                  <a:gd name="connsiteX0" fmla="*/ 99694 w 99692"/>
                  <a:gd name="connsiteY0" fmla="*/ 0 h 698644"/>
                  <a:gd name="connsiteX1" fmla="*/ 67390 w 99692"/>
                  <a:gd name="connsiteY1" fmla="*/ 111004 h 698644"/>
                  <a:gd name="connsiteX2" fmla="*/ 3923 w 99692"/>
                  <a:gd name="connsiteY2" fmla="*/ 531663 h 698644"/>
                  <a:gd name="connsiteX3" fmla="*/ 22963 w 99692"/>
                  <a:gd name="connsiteY3" fmla="*/ 698644 h 6986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9692" h="698644">
                    <a:moveTo>
                      <a:pt x="99694" y="0"/>
                    </a:moveTo>
                    <a:cubicBezTo>
                      <a:pt x="84145" y="37192"/>
                      <a:pt x="57743" y="66323"/>
                      <a:pt x="67390" y="111004"/>
                    </a:cubicBezTo>
                    <a:cubicBezTo>
                      <a:pt x="94807" y="259389"/>
                      <a:pt x="39528" y="392987"/>
                      <a:pt x="3923" y="531663"/>
                    </a:cubicBezTo>
                    <a:cubicBezTo>
                      <a:pt x="-7819" y="585609"/>
                      <a:pt x="9254" y="642793"/>
                      <a:pt x="22963" y="698644"/>
                    </a:cubicBezTo>
                  </a:path>
                </a:pathLst>
              </a:custGeom>
              <a:noFill/>
              <a:ln w="2919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2" name=""/>
              <p:cNvSpPr/>
              <p:nvPr/>
            </p:nvSpPr>
            <p:spPr>
              <a:xfrm>
                <a:off x="8369961" y="2173907"/>
                <a:ext cx="46465" cy="42469"/>
              </a:xfrm>
              <a:custGeom>
                <a:avLst/>
                <a:gdLst>
                  <a:gd name="connsiteX0" fmla="*/ 34416 w 46461"/>
                  <a:gd name="connsiteY0" fmla="*/ 7616 h 42385"/>
                  <a:gd name="connsiteX1" fmla="*/ 45142 w 46461"/>
                  <a:gd name="connsiteY1" fmla="*/ 33003 h 42385"/>
                  <a:gd name="connsiteX2" fmla="*/ 45523 w 46461"/>
                  <a:gd name="connsiteY2" fmla="*/ 40809 h 42385"/>
                  <a:gd name="connsiteX3" fmla="*/ 28450 w 46461"/>
                  <a:gd name="connsiteY3" fmla="*/ 38144 h 42385"/>
                  <a:gd name="connsiteX4" fmla="*/ 11885 w 46461"/>
                  <a:gd name="connsiteY4" fmla="*/ 36366 h 42385"/>
                  <a:gd name="connsiteX5" fmla="*/ 4777 w 46461"/>
                  <a:gd name="connsiteY5" fmla="*/ 30020 h 42385"/>
                  <a:gd name="connsiteX6" fmla="*/ 17 w 46461"/>
                  <a:gd name="connsiteY6" fmla="*/ 25514 h 42385"/>
                  <a:gd name="connsiteX7" fmla="*/ 8775 w 46461"/>
                  <a:gd name="connsiteY7" fmla="*/ 15042 h 42385"/>
                  <a:gd name="connsiteX8" fmla="*/ 19057 w 46461"/>
                  <a:gd name="connsiteY8" fmla="*/ 0 h 423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6461" h="42385">
                    <a:moveTo>
                      <a:pt x="34416" y="7616"/>
                    </a:moveTo>
                    <a:cubicBezTo>
                      <a:pt x="37906" y="16184"/>
                      <a:pt x="41715" y="24625"/>
                      <a:pt x="45142" y="33003"/>
                    </a:cubicBezTo>
                    <a:cubicBezTo>
                      <a:pt x="46094" y="35351"/>
                      <a:pt x="47364" y="38524"/>
                      <a:pt x="45523" y="40809"/>
                    </a:cubicBezTo>
                    <a:cubicBezTo>
                      <a:pt x="41524" y="45569"/>
                      <a:pt x="33527" y="38017"/>
                      <a:pt x="28450" y="38144"/>
                    </a:cubicBezTo>
                    <a:cubicBezTo>
                      <a:pt x="23373" y="38271"/>
                      <a:pt x="17724" y="40238"/>
                      <a:pt x="11885" y="36366"/>
                    </a:cubicBezTo>
                    <a:cubicBezTo>
                      <a:pt x="8966" y="34463"/>
                      <a:pt x="7950" y="31860"/>
                      <a:pt x="4777" y="30020"/>
                    </a:cubicBezTo>
                    <a:cubicBezTo>
                      <a:pt x="1603" y="28179"/>
                      <a:pt x="271" y="28306"/>
                      <a:pt x="17" y="25514"/>
                    </a:cubicBezTo>
                    <a:cubicBezTo>
                      <a:pt x="-364" y="20944"/>
                      <a:pt x="6363" y="17961"/>
                      <a:pt x="8775" y="15042"/>
                    </a:cubicBezTo>
                    <a:cubicBezTo>
                      <a:pt x="13218" y="10815"/>
                      <a:pt x="16709" y="5687"/>
                      <a:pt x="19057" y="0"/>
                    </a:cubicBezTo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3" name=""/>
              <p:cNvSpPr/>
              <p:nvPr/>
            </p:nvSpPr>
            <p:spPr>
              <a:xfrm>
                <a:off x="8314504" y="1831005"/>
                <a:ext cx="293517" cy="361254"/>
              </a:xfrm>
              <a:custGeom>
                <a:avLst/>
                <a:gdLst>
                  <a:gd name="connsiteX0" fmla="*/ 8060 w 293494"/>
                  <a:gd name="connsiteY0" fmla="*/ 90834 h 360541"/>
                  <a:gd name="connsiteX1" fmla="*/ 83269 w 293494"/>
                  <a:gd name="connsiteY1" fmla="*/ 359045 h 360541"/>
                  <a:gd name="connsiteX2" fmla="*/ 289917 w 293494"/>
                  <a:gd name="connsiteY2" fmla="*/ 178862 h 360541"/>
                  <a:gd name="connsiteX3" fmla="*/ 186275 w 293494"/>
                  <a:gd name="connsiteY3" fmla="*/ 7502 h 360541"/>
                  <a:gd name="connsiteX4" fmla="*/ 8060 w 293494"/>
                  <a:gd name="connsiteY4" fmla="*/ 90834 h 3605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93494" h="360541">
                    <a:moveTo>
                      <a:pt x="8060" y="90834"/>
                    </a:moveTo>
                    <a:cubicBezTo>
                      <a:pt x="-21832" y="194729"/>
                      <a:pt x="37763" y="344701"/>
                      <a:pt x="83269" y="359045"/>
                    </a:cubicBezTo>
                    <a:cubicBezTo>
                      <a:pt x="132392" y="374404"/>
                      <a:pt x="268973" y="268541"/>
                      <a:pt x="289917" y="178862"/>
                    </a:cubicBezTo>
                    <a:cubicBezTo>
                      <a:pt x="306546" y="107526"/>
                      <a:pt x="264086" y="32000"/>
                      <a:pt x="186275" y="7502"/>
                    </a:cubicBezTo>
                    <a:cubicBezTo>
                      <a:pt x="108465" y="-16997"/>
                      <a:pt x="28053" y="20512"/>
                      <a:pt x="8060" y="90834"/>
                    </a:cubicBezTo>
                    <a:close/>
                  </a:path>
                </a:pathLst>
              </a:custGeom>
              <a:solidFill>
                <a:srgbClr val="FF725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4" name=""/>
              <p:cNvSpPr/>
              <p:nvPr/>
            </p:nvSpPr>
            <p:spPr>
              <a:xfrm>
                <a:off x="10111519" y="1596488"/>
                <a:ext cx="530751" cy="465560"/>
              </a:xfrm>
              <a:custGeom>
                <a:avLst/>
                <a:gdLst>
                  <a:gd name="connsiteX0" fmla="*/ 530712 w 530710"/>
                  <a:gd name="connsiteY0" fmla="*/ 0 h 464641"/>
                  <a:gd name="connsiteX1" fmla="*/ 462866 w 530710"/>
                  <a:gd name="connsiteY1" fmla="*/ 93804 h 464641"/>
                  <a:gd name="connsiteX2" fmla="*/ 219978 w 530710"/>
                  <a:gd name="connsiteY2" fmla="*/ 249108 h 464641"/>
                  <a:gd name="connsiteX3" fmla="*/ 177138 w 530710"/>
                  <a:gd name="connsiteY3" fmla="*/ 391210 h 464641"/>
                  <a:gd name="connsiteX4" fmla="*/ 1 w 530710"/>
                  <a:gd name="connsiteY4" fmla="*/ 464642 h 464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30710" h="464641">
                    <a:moveTo>
                      <a:pt x="530712" y="0"/>
                    </a:moveTo>
                    <a:cubicBezTo>
                      <a:pt x="513449" y="34799"/>
                      <a:pt x="490474" y="66494"/>
                      <a:pt x="462866" y="93804"/>
                    </a:cubicBezTo>
                    <a:cubicBezTo>
                      <a:pt x="365698" y="189004"/>
                      <a:pt x="271195" y="165141"/>
                      <a:pt x="219978" y="249108"/>
                    </a:cubicBezTo>
                    <a:cubicBezTo>
                      <a:pt x="184944" y="306228"/>
                      <a:pt x="215345" y="339866"/>
                      <a:pt x="177138" y="391210"/>
                    </a:cubicBezTo>
                    <a:cubicBezTo>
                      <a:pt x="135503" y="447188"/>
                      <a:pt x="59216" y="461532"/>
                      <a:pt x="1" y="464642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5" name=""/>
              <p:cNvSpPr/>
              <p:nvPr/>
            </p:nvSpPr>
            <p:spPr>
              <a:xfrm>
                <a:off x="10579428" y="1622052"/>
                <a:ext cx="40183" cy="48067"/>
              </a:xfrm>
              <a:custGeom>
                <a:avLst/>
                <a:gdLst>
                  <a:gd name="connsiteX0" fmla="*/ 38723 w 40180"/>
                  <a:gd name="connsiteY0" fmla="*/ 12249 h 47972"/>
                  <a:gd name="connsiteX1" fmla="*/ 40182 w 40180"/>
                  <a:gd name="connsiteY1" fmla="*/ 39857 h 47972"/>
                  <a:gd name="connsiteX2" fmla="*/ 37961 w 40180"/>
                  <a:gd name="connsiteY2" fmla="*/ 47346 h 47972"/>
                  <a:gd name="connsiteX3" fmla="*/ 22729 w 40180"/>
                  <a:gd name="connsiteY3" fmla="*/ 39096 h 47972"/>
                  <a:gd name="connsiteX4" fmla="*/ 7687 w 40180"/>
                  <a:gd name="connsiteY4" fmla="*/ 31860 h 47972"/>
                  <a:gd name="connsiteX5" fmla="*/ 3118 w 40180"/>
                  <a:gd name="connsiteY5" fmla="*/ 23483 h 47972"/>
                  <a:gd name="connsiteX6" fmla="*/ 198 w 40180"/>
                  <a:gd name="connsiteY6" fmla="*/ 17644 h 47972"/>
                  <a:gd name="connsiteX7" fmla="*/ 11939 w 40180"/>
                  <a:gd name="connsiteY7" fmla="*/ 10662 h 47972"/>
                  <a:gd name="connsiteX8" fmla="*/ 26727 w 40180"/>
                  <a:gd name="connsiteY8" fmla="*/ 0 h 479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0180" h="47972">
                    <a:moveTo>
                      <a:pt x="38723" y="12249"/>
                    </a:moveTo>
                    <a:cubicBezTo>
                      <a:pt x="39103" y="21452"/>
                      <a:pt x="39801" y="30718"/>
                      <a:pt x="40182" y="39857"/>
                    </a:cubicBezTo>
                    <a:cubicBezTo>
                      <a:pt x="40182" y="42396"/>
                      <a:pt x="40182" y="45886"/>
                      <a:pt x="37961" y="47346"/>
                    </a:cubicBezTo>
                    <a:cubicBezTo>
                      <a:pt x="32566" y="50520"/>
                      <a:pt x="27616" y="40682"/>
                      <a:pt x="22729" y="39096"/>
                    </a:cubicBezTo>
                    <a:cubicBezTo>
                      <a:pt x="17842" y="37509"/>
                      <a:pt x="11939" y="37509"/>
                      <a:pt x="7687" y="31860"/>
                    </a:cubicBezTo>
                    <a:cubicBezTo>
                      <a:pt x="5592" y="29068"/>
                      <a:pt x="5529" y="26275"/>
                      <a:pt x="3118" y="23483"/>
                    </a:cubicBezTo>
                    <a:cubicBezTo>
                      <a:pt x="706" y="20690"/>
                      <a:pt x="-500" y="20373"/>
                      <a:pt x="198" y="17644"/>
                    </a:cubicBezTo>
                    <a:cubicBezTo>
                      <a:pt x="1404" y="13201"/>
                      <a:pt x="8639" y="12630"/>
                      <a:pt x="11939" y="10662"/>
                    </a:cubicBezTo>
                    <a:cubicBezTo>
                      <a:pt x="17588" y="8238"/>
                      <a:pt x="22665" y="4595"/>
                      <a:pt x="26727" y="0"/>
                    </a:cubicBezTo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6" name=""/>
              <p:cNvSpPr/>
              <p:nvPr/>
            </p:nvSpPr>
            <p:spPr>
              <a:xfrm>
                <a:off x="10579958" y="1311103"/>
                <a:ext cx="306298" cy="338211"/>
              </a:xfrm>
              <a:custGeom>
                <a:avLst/>
                <a:gdLst>
                  <a:gd name="connsiteX0" fmla="*/ 47903 w 306274"/>
                  <a:gd name="connsiteY0" fmla="*/ 50502 h 337544"/>
                  <a:gd name="connsiteX1" fmla="*/ 28862 w 306274"/>
                  <a:gd name="connsiteY1" fmla="*/ 328614 h 337544"/>
                  <a:gd name="connsiteX2" fmla="*/ 284317 w 306274"/>
                  <a:gd name="connsiteY2" fmla="*/ 228336 h 337544"/>
                  <a:gd name="connsiteX3" fmla="*/ 244206 w 306274"/>
                  <a:gd name="connsiteY3" fmla="*/ 32096 h 337544"/>
                  <a:gd name="connsiteX4" fmla="*/ 47903 w 306274"/>
                  <a:gd name="connsiteY4" fmla="*/ 50502 h 3375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274" h="337544">
                    <a:moveTo>
                      <a:pt x="47903" y="50502"/>
                    </a:moveTo>
                    <a:cubicBezTo>
                      <a:pt x="-15564" y="138340"/>
                      <a:pt x="-9598" y="299927"/>
                      <a:pt x="28862" y="328614"/>
                    </a:cubicBezTo>
                    <a:cubicBezTo>
                      <a:pt x="69990" y="359649"/>
                      <a:pt x="234368" y="305829"/>
                      <a:pt x="284317" y="228336"/>
                    </a:cubicBezTo>
                    <a:cubicBezTo>
                      <a:pt x="324047" y="166646"/>
                      <a:pt x="309387" y="81156"/>
                      <a:pt x="244206" y="32096"/>
                    </a:cubicBezTo>
                    <a:cubicBezTo>
                      <a:pt x="179025" y="-16964"/>
                      <a:pt x="90679" y="-8967"/>
                      <a:pt x="47903" y="50502"/>
                    </a:cubicBezTo>
                    <a:close/>
                  </a:path>
                </a:pathLst>
              </a:custGeom>
              <a:solidFill>
                <a:srgbClr val="FFA44B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7" name=""/>
              <p:cNvSpPr/>
              <p:nvPr/>
            </p:nvSpPr>
            <p:spPr>
              <a:xfrm>
                <a:off x="10291968" y="766860"/>
                <a:ext cx="85307" cy="507722"/>
              </a:xfrm>
              <a:custGeom>
                <a:avLst/>
                <a:gdLst>
                  <a:gd name="connsiteX0" fmla="*/ 9205 w 85300"/>
                  <a:gd name="connsiteY0" fmla="*/ 0 h 506720"/>
                  <a:gd name="connsiteX1" fmla="*/ 7111 w 85300"/>
                  <a:gd name="connsiteY1" fmla="*/ 84221 h 506720"/>
                  <a:gd name="connsiteX2" fmla="*/ 40875 w 85300"/>
                  <a:gd name="connsiteY2" fmla="*/ 392480 h 506720"/>
                  <a:gd name="connsiteX3" fmla="*/ 85302 w 85300"/>
                  <a:gd name="connsiteY3" fmla="*/ 506720 h 506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85300" h="506720">
                    <a:moveTo>
                      <a:pt x="9205" y="0"/>
                    </a:moveTo>
                    <a:cubicBezTo>
                      <a:pt x="5143" y="29131"/>
                      <a:pt x="-8058" y="54582"/>
                      <a:pt x="7111" y="84221"/>
                    </a:cubicBezTo>
                    <a:cubicBezTo>
                      <a:pt x="54077" y="183737"/>
                      <a:pt x="39987" y="288140"/>
                      <a:pt x="40875" y="392480"/>
                    </a:cubicBezTo>
                    <a:cubicBezTo>
                      <a:pt x="42652" y="432654"/>
                      <a:pt x="65310" y="469719"/>
                      <a:pt x="85302" y="506720"/>
                    </a:cubicBezTo>
                  </a:path>
                </a:pathLst>
              </a:custGeom>
              <a:noFill/>
              <a:ln w="4823" cap="flat">
                <a:solidFill>
                  <a:srgbClr val="FF8C8C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8" name=""/>
              <p:cNvSpPr/>
              <p:nvPr/>
            </p:nvSpPr>
            <p:spPr>
              <a:xfrm>
                <a:off x="10280729" y="796749"/>
                <a:ext cx="35691" cy="27815"/>
              </a:xfrm>
              <a:custGeom>
                <a:avLst/>
                <a:gdLst>
                  <a:gd name="connsiteX0" fmla="*/ 21397 w 35688"/>
                  <a:gd name="connsiteY0" fmla="*/ 2602 h 27760"/>
                  <a:gd name="connsiteX1" fmla="*/ 33646 w 35688"/>
                  <a:gd name="connsiteY1" fmla="*/ 18596 h 27760"/>
                  <a:gd name="connsiteX2" fmla="*/ 35423 w 35688"/>
                  <a:gd name="connsiteY2" fmla="*/ 23991 h 27760"/>
                  <a:gd name="connsiteX3" fmla="*/ 22729 w 35688"/>
                  <a:gd name="connsiteY3" fmla="*/ 25323 h 27760"/>
                  <a:gd name="connsiteX4" fmla="*/ 10734 w 35688"/>
                  <a:gd name="connsiteY4" fmla="*/ 27164 h 27760"/>
                  <a:gd name="connsiteX5" fmla="*/ 4387 w 35688"/>
                  <a:gd name="connsiteY5" fmla="*/ 23991 h 27760"/>
                  <a:gd name="connsiteX6" fmla="*/ 199 w 35688"/>
                  <a:gd name="connsiteY6" fmla="*/ 21706 h 27760"/>
                  <a:gd name="connsiteX7" fmla="*/ 4387 w 35688"/>
                  <a:gd name="connsiteY7" fmla="*/ 12693 h 27760"/>
                  <a:gd name="connsiteX8" fmla="*/ 8831 w 35688"/>
                  <a:gd name="connsiteY8" fmla="*/ 0 h 27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35688" h="27760">
                    <a:moveTo>
                      <a:pt x="21397" y="2602"/>
                    </a:moveTo>
                    <a:cubicBezTo>
                      <a:pt x="25395" y="7997"/>
                      <a:pt x="29711" y="13265"/>
                      <a:pt x="33646" y="18596"/>
                    </a:cubicBezTo>
                    <a:cubicBezTo>
                      <a:pt x="34788" y="20056"/>
                      <a:pt x="36311" y="22087"/>
                      <a:pt x="35423" y="23991"/>
                    </a:cubicBezTo>
                    <a:cubicBezTo>
                      <a:pt x="33519" y="28116"/>
                      <a:pt x="26411" y="23991"/>
                      <a:pt x="22729" y="25323"/>
                    </a:cubicBezTo>
                    <a:cubicBezTo>
                      <a:pt x="19049" y="26656"/>
                      <a:pt x="15621" y="28814"/>
                      <a:pt x="10734" y="27164"/>
                    </a:cubicBezTo>
                    <a:cubicBezTo>
                      <a:pt x="8322" y="26339"/>
                      <a:pt x="7180" y="24689"/>
                      <a:pt x="4387" y="23991"/>
                    </a:cubicBezTo>
                    <a:cubicBezTo>
                      <a:pt x="1595" y="23292"/>
                      <a:pt x="897" y="23991"/>
                      <a:pt x="199" y="21706"/>
                    </a:cubicBezTo>
                    <a:cubicBezTo>
                      <a:pt x="-944" y="18596"/>
                      <a:pt x="3182" y="15359"/>
                      <a:pt x="4387" y="12693"/>
                    </a:cubicBezTo>
                    <a:cubicBezTo>
                      <a:pt x="6799" y="8841"/>
                      <a:pt x="8322" y="4506"/>
                      <a:pt x="8831" y="0"/>
                    </a:cubicBezTo>
                  </a:path>
                </a:pathLst>
              </a:custGeom>
              <a:gradFill>
                <a:gsLst>
                  <a:gs pos="0">
                    <a:srgbClr val="FFCC96"/>
                  </a:gs>
                  <a:gs pos="50000">
                    <a:srgbClr val="FFB567"/>
                  </a:gs>
                  <a:gs pos="100000">
                    <a:srgbClr val="FF9F38"/>
                  </a:gs>
                </a:gsLst>
                <a:lin ang="11180412" scaled="1"/>
              </a:gra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39" name=""/>
              <p:cNvSpPr/>
              <p:nvPr/>
            </p:nvSpPr>
            <p:spPr>
              <a:xfrm>
                <a:off x="10195968" y="539507"/>
                <a:ext cx="215047" cy="267691"/>
              </a:xfrm>
              <a:custGeom>
                <a:avLst/>
                <a:gdLst>
                  <a:gd name="connsiteX0" fmla="*/ 34 w 215030"/>
                  <a:gd name="connsiteY0" fmla="*/ 92165 h 267163"/>
                  <a:gd name="connsiteX1" fmla="*/ 102978 w 215030"/>
                  <a:gd name="connsiteY1" fmla="*/ 267143 h 267163"/>
                  <a:gd name="connsiteX2" fmla="*/ 214997 w 215030"/>
                  <a:gd name="connsiteY2" fmla="*/ 101685 h 267163"/>
                  <a:gd name="connsiteX3" fmla="*/ 110086 w 215030"/>
                  <a:gd name="connsiteY3" fmla="*/ 138 h 267163"/>
                  <a:gd name="connsiteX4" fmla="*/ 34 w 215030"/>
                  <a:gd name="connsiteY4" fmla="*/ 92165 h 26716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5030" h="267163">
                    <a:moveTo>
                      <a:pt x="34" y="92165"/>
                    </a:moveTo>
                    <a:cubicBezTo>
                      <a:pt x="-1743" y="170928"/>
                      <a:pt x="68261" y="265557"/>
                      <a:pt x="102978" y="267143"/>
                    </a:cubicBezTo>
                    <a:cubicBezTo>
                      <a:pt x="140423" y="268794"/>
                      <a:pt x="216900" y="168770"/>
                      <a:pt x="214997" y="101685"/>
                    </a:cubicBezTo>
                    <a:cubicBezTo>
                      <a:pt x="213410" y="48309"/>
                      <a:pt x="169427" y="2994"/>
                      <a:pt x="110086" y="138"/>
                    </a:cubicBezTo>
                    <a:cubicBezTo>
                      <a:pt x="50744" y="-2718"/>
                      <a:pt x="1176" y="39107"/>
                      <a:pt x="34" y="92165"/>
                    </a:cubicBezTo>
                    <a:close/>
                  </a:path>
                </a:pathLst>
              </a:custGeom>
              <a:solidFill>
                <a:srgbClr val="FFCE9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0" name=""/>
              <p:cNvSpPr/>
              <p:nvPr/>
            </p:nvSpPr>
            <p:spPr>
              <a:xfrm>
                <a:off x="11458076" y="4053573"/>
                <a:ext cx="515201" cy="667212"/>
              </a:xfrm>
              <a:custGeom>
                <a:avLst/>
                <a:gdLst>
                  <a:gd name="connsiteX0" fmla="*/ 1 w 515161"/>
                  <a:gd name="connsiteY0" fmla="*/ 665895 h 665895"/>
                  <a:gd name="connsiteX1" fmla="*/ 515163 w 515161"/>
                  <a:gd name="connsiteY1" fmla="*/ 515098 h 665895"/>
                  <a:gd name="connsiteX2" fmla="*/ 364365 w 515161"/>
                  <a:gd name="connsiteY2" fmla="*/ 0 h 665895"/>
                  <a:gd name="connsiteX3" fmla="*/ 216614 w 515161"/>
                  <a:gd name="connsiteY3" fmla="*/ 491679 h 665895"/>
                  <a:gd name="connsiteX4" fmla="*/ 334408 w 515161"/>
                  <a:gd name="connsiteY4" fmla="*/ 276526 h 665895"/>
                  <a:gd name="connsiteX5" fmla="*/ 383215 w 515161"/>
                  <a:gd name="connsiteY5" fmla="*/ 443126 h 6658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15161" h="665895">
                    <a:moveTo>
                      <a:pt x="1" y="665895"/>
                    </a:moveTo>
                    <a:lnTo>
                      <a:pt x="515163" y="515098"/>
                    </a:lnTo>
                    <a:lnTo>
                      <a:pt x="364365" y="0"/>
                    </a:lnTo>
                    <a:close/>
                    <a:moveTo>
                      <a:pt x="216614" y="491679"/>
                    </a:moveTo>
                    <a:lnTo>
                      <a:pt x="334408" y="276526"/>
                    </a:lnTo>
                    <a:lnTo>
                      <a:pt x="383215" y="443126"/>
                    </a:lnTo>
                    <a:close/>
                  </a:path>
                </a:pathLst>
              </a:custGeom>
              <a:solidFill>
                <a:srgbClr val="FB9D3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1" name=""/>
              <p:cNvSpPr/>
              <p:nvPr/>
            </p:nvSpPr>
            <p:spPr>
              <a:xfrm>
                <a:off x="1535133" y="4540990"/>
                <a:ext cx="2263967" cy="1014960"/>
              </a:xfrm>
              <a:custGeom>
                <a:avLst/>
                <a:gdLst>
                  <a:gd name="connsiteX0" fmla="*/ 618486 w 2263790"/>
                  <a:gd name="connsiteY0" fmla="*/ 602891 h 1012957"/>
                  <a:gd name="connsiteX1" fmla="*/ 504246 w 2263790"/>
                  <a:gd name="connsiteY1" fmla="*/ 507310 h 1012957"/>
                  <a:gd name="connsiteX2" fmla="*/ 330600 w 2263790"/>
                  <a:gd name="connsiteY2" fmla="*/ 311832 h 1012957"/>
                  <a:gd name="connsiteX3" fmla="*/ 28434 w 2263790"/>
                  <a:gd name="connsiteY3" fmla="*/ 60249 h 1012957"/>
                  <a:gd name="connsiteX4" fmla="*/ 1143 w 2263790"/>
                  <a:gd name="connsiteY4" fmla="*/ 3954 h 1012957"/>
                  <a:gd name="connsiteX5" fmla="*/ 44364 w 2263790"/>
                  <a:gd name="connsiteY5" fmla="*/ 2811 h 1012957"/>
                  <a:gd name="connsiteX6" fmla="*/ 485015 w 2263790"/>
                  <a:gd name="connsiteY6" fmla="*/ 91094 h 1012957"/>
                  <a:gd name="connsiteX7" fmla="*/ 825071 w 2263790"/>
                  <a:gd name="connsiteY7" fmla="*/ 175505 h 1012957"/>
                  <a:gd name="connsiteX8" fmla="*/ 1150149 w 2263790"/>
                  <a:gd name="connsiteY8" fmla="*/ 292538 h 1012957"/>
                  <a:gd name="connsiteX9" fmla="*/ 1770094 w 2263790"/>
                  <a:gd name="connsiteY9" fmla="*/ 535426 h 1012957"/>
                  <a:gd name="connsiteX10" fmla="*/ 2171840 w 2263790"/>
                  <a:gd name="connsiteY10" fmla="*/ 697203 h 1012957"/>
                  <a:gd name="connsiteX11" fmla="*/ 2239178 w 2263790"/>
                  <a:gd name="connsiteY11" fmla="*/ 823502 h 1012957"/>
                  <a:gd name="connsiteX12" fmla="*/ 2237909 w 2263790"/>
                  <a:gd name="connsiteY12" fmla="*/ 1000829 h 1012957"/>
                  <a:gd name="connsiteX13" fmla="*/ 1992228 w 2263790"/>
                  <a:gd name="connsiteY13" fmla="*/ 972523 h 1012957"/>
                  <a:gd name="connsiteX14" fmla="*/ 1652172 w 2263790"/>
                  <a:gd name="connsiteY14" fmla="*/ 870975 h 1012957"/>
                  <a:gd name="connsiteX15" fmla="*/ 1390498 w 2263790"/>
                  <a:gd name="connsiteY15" fmla="*/ 810809 h 1012957"/>
                  <a:gd name="connsiteX16" fmla="*/ 1069355 w 2263790"/>
                  <a:gd name="connsiteY16" fmla="*/ 714720 h 1012957"/>
                  <a:gd name="connsiteX17" fmla="*/ 736915 w 2263790"/>
                  <a:gd name="connsiteY17" fmla="*/ 632657 h 1012957"/>
                  <a:gd name="connsiteX18" fmla="*/ 618486 w 2263790"/>
                  <a:gd name="connsiteY18" fmla="*/ 602891 h 1012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2263790" h="1012957">
                    <a:moveTo>
                      <a:pt x="618486" y="602891"/>
                    </a:moveTo>
                    <a:cubicBezTo>
                      <a:pt x="579200" y="627897"/>
                      <a:pt x="525571" y="530666"/>
                      <a:pt x="504246" y="507310"/>
                    </a:cubicBezTo>
                    <a:cubicBezTo>
                      <a:pt x="445983" y="442954"/>
                      <a:pt x="388736" y="376568"/>
                      <a:pt x="330600" y="311832"/>
                    </a:cubicBezTo>
                    <a:cubicBezTo>
                      <a:pt x="240413" y="211364"/>
                      <a:pt x="141342" y="125683"/>
                      <a:pt x="28434" y="60249"/>
                    </a:cubicBezTo>
                    <a:cubicBezTo>
                      <a:pt x="3047" y="45651"/>
                      <a:pt x="-2855" y="14553"/>
                      <a:pt x="1143" y="3954"/>
                    </a:cubicBezTo>
                    <a:cubicBezTo>
                      <a:pt x="4697" y="-5376"/>
                      <a:pt x="14725" y="5032"/>
                      <a:pt x="44364" y="2811"/>
                    </a:cubicBezTo>
                    <a:cubicBezTo>
                      <a:pt x="187799" y="-7724"/>
                      <a:pt x="346721" y="61518"/>
                      <a:pt x="485015" y="91094"/>
                    </a:cubicBezTo>
                    <a:cubicBezTo>
                      <a:pt x="599256" y="115529"/>
                      <a:pt x="713877" y="138884"/>
                      <a:pt x="825071" y="175505"/>
                    </a:cubicBezTo>
                    <a:cubicBezTo>
                      <a:pt x="934424" y="211491"/>
                      <a:pt x="1040859" y="255283"/>
                      <a:pt x="1150149" y="292538"/>
                    </a:cubicBezTo>
                    <a:cubicBezTo>
                      <a:pt x="1360034" y="364255"/>
                      <a:pt x="1561224" y="460979"/>
                      <a:pt x="1770094" y="535426"/>
                    </a:cubicBezTo>
                    <a:cubicBezTo>
                      <a:pt x="1902549" y="582582"/>
                      <a:pt x="2048967" y="625993"/>
                      <a:pt x="2171840" y="697203"/>
                    </a:cubicBezTo>
                    <a:cubicBezTo>
                      <a:pt x="2218742" y="724430"/>
                      <a:pt x="2227056" y="769619"/>
                      <a:pt x="2239178" y="823502"/>
                    </a:cubicBezTo>
                    <a:cubicBezTo>
                      <a:pt x="2249079" y="867485"/>
                      <a:pt x="2289952" y="977219"/>
                      <a:pt x="2237909" y="1000829"/>
                    </a:cubicBezTo>
                    <a:cubicBezTo>
                      <a:pt x="2168095" y="1032562"/>
                      <a:pt x="2058487" y="994482"/>
                      <a:pt x="1992228" y="972523"/>
                    </a:cubicBezTo>
                    <a:cubicBezTo>
                      <a:pt x="1879892" y="935648"/>
                      <a:pt x="1765651" y="904105"/>
                      <a:pt x="1652172" y="870975"/>
                    </a:cubicBezTo>
                    <a:cubicBezTo>
                      <a:pt x="1565032" y="845589"/>
                      <a:pt x="1478336" y="831245"/>
                      <a:pt x="1390498" y="810809"/>
                    </a:cubicBezTo>
                    <a:cubicBezTo>
                      <a:pt x="1281779" y="785422"/>
                      <a:pt x="1177313" y="743788"/>
                      <a:pt x="1069355" y="714720"/>
                    </a:cubicBezTo>
                    <a:cubicBezTo>
                      <a:pt x="959304" y="685081"/>
                      <a:pt x="845254" y="667183"/>
                      <a:pt x="736915" y="632657"/>
                    </a:cubicBezTo>
                    <a:cubicBezTo>
                      <a:pt x="704801" y="622376"/>
                      <a:pt x="657455" y="592102"/>
                      <a:pt x="618486" y="602891"/>
                    </a:cubicBezTo>
                    <a:close/>
                  </a:path>
                </a:pathLst>
              </a:custGeom>
              <a:solidFill>
                <a:srgbClr val="FF5B3D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2" name=""/>
              <p:cNvSpPr/>
              <p:nvPr/>
            </p:nvSpPr>
            <p:spPr>
              <a:xfrm>
                <a:off x="1535953" y="4524040"/>
                <a:ext cx="2269303" cy="1013543"/>
              </a:xfrm>
              <a:custGeom>
                <a:avLst/>
                <a:gdLst>
                  <a:gd name="connsiteX0" fmla="*/ 623886 w 2269126"/>
                  <a:gd name="connsiteY0" fmla="*/ 601149 h 1011543"/>
                  <a:gd name="connsiteX1" fmla="*/ 509645 w 2269126"/>
                  <a:gd name="connsiteY1" fmla="*/ 505568 h 1011543"/>
                  <a:gd name="connsiteX2" fmla="*/ 336000 w 2269126"/>
                  <a:gd name="connsiteY2" fmla="*/ 310090 h 1011543"/>
                  <a:gd name="connsiteX3" fmla="*/ 33834 w 2269126"/>
                  <a:gd name="connsiteY3" fmla="*/ 58570 h 1011543"/>
                  <a:gd name="connsiteX4" fmla="*/ 49764 w 2269126"/>
                  <a:gd name="connsiteY4" fmla="*/ 1069 h 1011543"/>
                  <a:gd name="connsiteX5" fmla="*/ 490351 w 2269126"/>
                  <a:gd name="connsiteY5" fmla="*/ 89352 h 1011543"/>
                  <a:gd name="connsiteX6" fmla="*/ 830471 w 2269126"/>
                  <a:gd name="connsiteY6" fmla="*/ 173763 h 1011543"/>
                  <a:gd name="connsiteX7" fmla="*/ 1155485 w 2269126"/>
                  <a:gd name="connsiteY7" fmla="*/ 290796 h 1011543"/>
                  <a:gd name="connsiteX8" fmla="*/ 1775494 w 2269126"/>
                  <a:gd name="connsiteY8" fmla="*/ 533684 h 1011543"/>
                  <a:gd name="connsiteX9" fmla="*/ 2177176 w 2269126"/>
                  <a:gd name="connsiteY9" fmla="*/ 695524 h 1011543"/>
                  <a:gd name="connsiteX10" fmla="*/ 2244514 w 2269126"/>
                  <a:gd name="connsiteY10" fmla="*/ 821760 h 1011543"/>
                  <a:gd name="connsiteX11" fmla="*/ 2243245 w 2269126"/>
                  <a:gd name="connsiteY11" fmla="*/ 999468 h 1011543"/>
                  <a:gd name="connsiteX12" fmla="*/ 1997564 w 2269126"/>
                  <a:gd name="connsiteY12" fmla="*/ 971098 h 1011543"/>
                  <a:gd name="connsiteX13" fmla="*/ 1657572 w 2269126"/>
                  <a:gd name="connsiteY13" fmla="*/ 869551 h 1011543"/>
                  <a:gd name="connsiteX14" fmla="*/ 1395898 w 2269126"/>
                  <a:gd name="connsiteY14" fmla="*/ 809384 h 1011543"/>
                  <a:gd name="connsiteX15" fmla="*/ 1074755 w 2269126"/>
                  <a:gd name="connsiteY15" fmla="*/ 713295 h 1011543"/>
                  <a:gd name="connsiteX16" fmla="*/ 742252 w 2269126"/>
                  <a:gd name="connsiteY16" fmla="*/ 631232 h 1011543"/>
                  <a:gd name="connsiteX17" fmla="*/ 623886 w 2269126"/>
                  <a:gd name="connsiteY17" fmla="*/ 601149 h 10115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269126" h="1011543">
                    <a:moveTo>
                      <a:pt x="623886" y="601149"/>
                    </a:moveTo>
                    <a:cubicBezTo>
                      <a:pt x="584600" y="626536"/>
                      <a:pt x="530970" y="528987"/>
                      <a:pt x="509645" y="505568"/>
                    </a:cubicBezTo>
                    <a:cubicBezTo>
                      <a:pt x="451319" y="441212"/>
                      <a:pt x="394135" y="374826"/>
                      <a:pt x="336000" y="310090"/>
                    </a:cubicBezTo>
                    <a:cubicBezTo>
                      <a:pt x="245750" y="209622"/>
                      <a:pt x="146741" y="123941"/>
                      <a:pt x="33834" y="58570"/>
                    </a:cubicBezTo>
                    <a:cubicBezTo>
                      <a:pt x="-13703" y="31025"/>
                      <a:pt x="-13576" y="5766"/>
                      <a:pt x="49764" y="1069"/>
                    </a:cubicBezTo>
                    <a:cubicBezTo>
                      <a:pt x="193136" y="-9403"/>
                      <a:pt x="352057" y="59776"/>
                      <a:pt x="490351" y="89352"/>
                    </a:cubicBezTo>
                    <a:cubicBezTo>
                      <a:pt x="604592" y="113787"/>
                      <a:pt x="719277" y="137206"/>
                      <a:pt x="830471" y="173763"/>
                    </a:cubicBezTo>
                    <a:cubicBezTo>
                      <a:pt x="939761" y="209749"/>
                      <a:pt x="1046258" y="253604"/>
                      <a:pt x="1155485" y="290796"/>
                    </a:cubicBezTo>
                    <a:cubicBezTo>
                      <a:pt x="1365370" y="362514"/>
                      <a:pt x="1566560" y="459237"/>
                      <a:pt x="1775494" y="533684"/>
                    </a:cubicBezTo>
                    <a:cubicBezTo>
                      <a:pt x="1907886" y="580903"/>
                      <a:pt x="2054367" y="624251"/>
                      <a:pt x="2177176" y="695524"/>
                    </a:cubicBezTo>
                    <a:cubicBezTo>
                      <a:pt x="2224142" y="722689"/>
                      <a:pt x="2232392" y="767940"/>
                      <a:pt x="2244514" y="821760"/>
                    </a:cubicBezTo>
                    <a:cubicBezTo>
                      <a:pt x="2254415" y="865743"/>
                      <a:pt x="2295288" y="975477"/>
                      <a:pt x="2243245" y="999468"/>
                    </a:cubicBezTo>
                    <a:cubicBezTo>
                      <a:pt x="2173431" y="1031201"/>
                      <a:pt x="2063824" y="992804"/>
                      <a:pt x="1997564" y="971098"/>
                    </a:cubicBezTo>
                    <a:cubicBezTo>
                      <a:pt x="1885228" y="934224"/>
                      <a:pt x="1770987" y="902681"/>
                      <a:pt x="1657572" y="869551"/>
                    </a:cubicBezTo>
                    <a:cubicBezTo>
                      <a:pt x="1570432" y="844164"/>
                      <a:pt x="1483736" y="829820"/>
                      <a:pt x="1395898" y="809384"/>
                    </a:cubicBezTo>
                    <a:cubicBezTo>
                      <a:pt x="1287115" y="783997"/>
                      <a:pt x="1182649" y="742363"/>
                      <a:pt x="1074755" y="713295"/>
                    </a:cubicBezTo>
                    <a:cubicBezTo>
                      <a:pt x="964640" y="683656"/>
                      <a:pt x="850590" y="665758"/>
                      <a:pt x="742252" y="631232"/>
                    </a:cubicBezTo>
                    <a:cubicBezTo>
                      <a:pt x="710137" y="620697"/>
                      <a:pt x="662791" y="590360"/>
                      <a:pt x="623886" y="60114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3" name=""/>
              <p:cNvSpPr/>
              <p:nvPr/>
            </p:nvSpPr>
            <p:spPr>
              <a:xfrm>
                <a:off x="1600127" y="4469786"/>
                <a:ext cx="2266264" cy="1101357"/>
              </a:xfrm>
              <a:custGeom>
                <a:avLst/>
                <a:gdLst>
                  <a:gd name="connsiteX0" fmla="*/ 529887 w 2266087"/>
                  <a:gd name="connsiteY0" fmla="*/ 666212 h 1099183"/>
                  <a:gd name="connsiteX1" fmla="*/ 375979 w 2266087"/>
                  <a:gd name="connsiteY1" fmla="*/ 357763 h 1099183"/>
                  <a:gd name="connsiteX2" fmla="*/ 118431 w 2266087"/>
                  <a:gd name="connsiteY2" fmla="*/ 70575 h 1099183"/>
                  <a:gd name="connsiteX3" fmla="*/ 1 w 2266087"/>
                  <a:gd name="connsiteY3" fmla="*/ 1587 h 1099183"/>
                  <a:gd name="connsiteX4" fmla="*/ 173329 w 2266087"/>
                  <a:gd name="connsiteY4" fmla="*/ 20627 h 1099183"/>
                  <a:gd name="connsiteX5" fmla="*/ 658915 w 2266087"/>
                  <a:gd name="connsiteY5" fmla="*/ 132709 h 1099183"/>
                  <a:gd name="connsiteX6" fmla="*/ 1211585 w 2266087"/>
                  <a:gd name="connsiteY6" fmla="*/ 288584 h 1099183"/>
                  <a:gd name="connsiteX7" fmla="*/ 1522573 w 2266087"/>
                  <a:gd name="connsiteY7" fmla="*/ 401492 h 1099183"/>
                  <a:gd name="connsiteX8" fmla="*/ 1891761 w 2266087"/>
                  <a:gd name="connsiteY8" fmla="*/ 547085 h 1099183"/>
                  <a:gd name="connsiteX9" fmla="*/ 2062106 w 2266087"/>
                  <a:gd name="connsiteY9" fmla="*/ 628576 h 1099183"/>
                  <a:gd name="connsiteX10" fmla="*/ 2208968 w 2266087"/>
                  <a:gd name="connsiteY10" fmla="*/ 909798 h 1099183"/>
                  <a:gd name="connsiteX11" fmla="*/ 2266089 w 2266087"/>
                  <a:gd name="connsiteY11" fmla="*/ 1099184 h 1099183"/>
                  <a:gd name="connsiteX12" fmla="*/ 1173886 w 2266087"/>
                  <a:gd name="connsiteY12" fmla="*/ 858010 h 1099183"/>
                  <a:gd name="connsiteX13" fmla="*/ 702961 w 2266087"/>
                  <a:gd name="connsiteY13" fmla="*/ 692551 h 1099183"/>
                  <a:gd name="connsiteX14" fmla="*/ 529887 w 2266087"/>
                  <a:gd name="connsiteY14" fmla="*/ 666212 h 1099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66087" h="1099183">
                    <a:moveTo>
                      <a:pt x="529887" y="666212"/>
                    </a:moveTo>
                    <a:cubicBezTo>
                      <a:pt x="522271" y="566823"/>
                      <a:pt x="428847" y="439001"/>
                      <a:pt x="375979" y="357763"/>
                    </a:cubicBezTo>
                    <a:cubicBezTo>
                      <a:pt x="305404" y="249425"/>
                      <a:pt x="222897" y="149020"/>
                      <a:pt x="118431" y="70575"/>
                    </a:cubicBezTo>
                    <a:cubicBezTo>
                      <a:pt x="82191" y="43221"/>
                      <a:pt x="39668" y="24308"/>
                      <a:pt x="1" y="1587"/>
                    </a:cubicBezTo>
                    <a:cubicBezTo>
                      <a:pt x="52298" y="-5395"/>
                      <a:pt x="119890" y="12440"/>
                      <a:pt x="173329" y="20627"/>
                    </a:cubicBezTo>
                    <a:cubicBezTo>
                      <a:pt x="337328" y="45379"/>
                      <a:pt x="498598" y="91265"/>
                      <a:pt x="658915" y="132709"/>
                    </a:cubicBezTo>
                    <a:cubicBezTo>
                      <a:pt x="844175" y="180563"/>
                      <a:pt x="1033751" y="216866"/>
                      <a:pt x="1211585" y="288584"/>
                    </a:cubicBezTo>
                    <a:cubicBezTo>
                      <a:pt x="1313831" y="329774"/>
                      <a:pt x="1417472" y="367727"/>
                      <a:pt x="1522573" y="401492"/>
                    </a:cubicBezTo>
                    <a:cubicBezTo>
                      <a:pt x="1651157" y="442872"/>
                      <a:pt x="1761526" y="522841"/>
                      <a:pt x="1891761" y="547085"/>
                    </a:cubicBezTo>
                    <a:cubicBezTo>
                      <a:pt x="1953577" y="558636"/>
                      <a:pt x="2018694" y="582055"/>
                      <a:pt x="2062106" y="628576"/>
                    </a:cubicBezTo>
                    <a:cubicBezTo>
                      <a:pt x="2131158" y="702515"/>
                      <a:pt x="2173681" y="815931"/>
                      <a:pt x="2208968" y="909798"/>
                    </a:cubicBezTo>
                    <a:cubicBezTo>
                      <a:pt x="2231245" y="969204"/>
                      <a:pt x="2262915" y="1035082"/>
                      <a:pt x="2266089" y="1099184"/>
                    </a:cubicBezTo>
                    <a:cubicBezTo>
                      <a:pt x="1893664" y="1009124"/>
                      <a:pt x="1544787" y="938358"/>
                      <a:pt x="1173886" y="858010"/>
                    </a:cubicBezTo>
                    <a:cubicBezTo>
                      <a:pt x="1005698" y="821389"/>
                      <a:pt x="871149" y="729806"/>
                      <a:pt x="702961" y="692551"/>
                    </a:cubicBezTo>
                    <a:cubicBezTo>
                      <a:pt x="659359" y="682142"/>
                      <a:pt x="529887" y="666212"/>
                      <a:pt x="529887" y="666212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4" name=""/>
              <p:cNvSpPr/>
              <p:nvPr/>
            </p:nvSpPr>
            <p:spPr>
              <a:xfrm>
                <a:off x="1652745" y="4394127"/>
                <a:ext cx="2219866" cy="1251356"/>
              </a:xfrm>
              <a:custGeom>
                <a:avLst/>
                <a:gdLst>
                  <a:gd name="connsiteX0" fmla="*/ 502469 w 2219692"/>
                  <a:gd name="connsiteY0" fmla="*/ 713733 h 1248886"/>
                  <a:gd name="connsiteX1" fmla="*/ 361191 w 2219692"/>
                  <a:gd name="connsiteY1" fmla="*/ 387640 h 1248886"/>
                  <a:gd name="connsiteX2" fmla="*/ 115511 w 2219692"/>
                  <a:gd name="connsiteY2" fmla="*/ 77794 h 1248886"/>
                  <a:gd name="connsiteX3" fmla="*/ 1 w 2219692"/>
                  <a:gd name="connsiteY3" fmla="*/ 618 h 1248886"/>
                  <a:gd name="connsiteX4" fmla="*/ 172377 w 2219692"/>
                  <a:gd name="connsiteY4" fmla="*/ 28988 h 1248886"/>
                  <a:gd name="connsiteX5" fmla="*/ 652949 w 2219692"/>
                  <a:gd name="connsiteY5" fmla="*/ 169440 h 1248886"/>
                  <a:gd name="connsiteX6" fmla="*/ 1198765 w 2219692"/>
                  <a:gd name="connsiteY6" fmla="*/ 358572 h 1248886"/>
                  <a:gd name="connsiteX7" fmla="*/ 1504866 w 2219692"/>
                  <a:gd name="connsiteY7" fmla="*/ 490964 h 1248886"/>
                  <a:gd name="connsiteX8" fmla="*/ 1867833 w 2219692"/>
                  <a:gd name="connsiteY8" fmla="*/ 660103 h 1248886"/>
                  <a:gd name="connsiteX9" fmla="*/ 2034688 w 2219692"/>
                  <a:gd name="connsiteY9" fmla="*/ 752828 h 1248886"/>
                  <a:gd name="connsiteX10" fmla="*/ 2170000 w 2219692"/>
                  <a:gd name="connsiteY10" fmla="*/ 1050552 h 1248886"/>
                  <a:gd name="connsiteX11" fmla="*/ 2219694 w 2219692"/>
                  <a:gd name="connsiteY11" fmla="*/ 1248886 h 1248886"/>
                  <a:gd name="connsiteX12" fmla="*/ 1138344 w 2219692"/>
                  <a:gd name="connsiteY12" fmla="*/ 943864 h 1248886"/>
                  <a:gd name="connsiteX13" fmla="*/ 641081 w 2219692"/>
                  <a:gd name="connsiteY13" fmla="*/ 779992 h 1248886"/>
                  <a:gd name="connsiteX14" fmla="*/ 502469 w 2219692"/>
                  <a:gd name="connsiteY14" fmla="*/ 713733 h 1248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219692" h="1248886">
                    <a:moveTo>
                      <a:pt x="502469" y="713733"/>
                    </a:moveTo>
                    <a:cubicBezTo>
                      <a:pt x="498851" y="610853"/>
                      <a:pt x="410696" y="474145"/>
                      <a:pt x="361191" y="387640"/>
                    </a:cubicBezTo>
                    <a:cubicBezTo>
                      <a:pt x="295249" y="272257"/>
                      <a:pt x="216677" y="164426"/>
                      <a:pt x="115511" y="77794"/>
                    </a:cubicBezTo>
                    <a:cubicBezTo>
                      <a:pt x="80414" y="47774"/>
                      <a:pt x="38716" y="26069"/>
                      <a:pt x="1" y="618"/>
                    </a:cubicBezTo>
                    <a:cubicBezTo>
                      <a:pt x="52552" y="-3952"/>
                      <a:pt x="119319" y="17945"/>
                      <a:pt x="172377" y="28988"/>
                    </a:cubicBezTo>
                    <a:cubicBezTo>
                      <a:pt x="335233" y="62943"/>
                      <a:pt x="494472" y="118476"/>
                      <a:pt x="652949" y="169440"/>
                    </a:cubicBezTo>
                    <a:cubicBezTo>
                      <a:pt x="836115" y="228338"/>
                      <a:pt x="1024040" y="275494"/>
                      <a:pt x="1198765" y="358572"/>
                    </a:cubicBezTo>
                    <a:cubicBezTo>
                      <a:pt x="1299233" y="406299"/>
                      <a:pt x="1401542" y="450726"/>
                      <a:pt x="1504866" y="490964"/>
                    </a:cubicBezTo>
                    <a:cubicBezTo>
                      <a:pt x="1631800" y="540214"/>
                      <a:pt x="1738678" y="628370"/>
                      <a:pt x="1867833" y="660103"/>
                    </a:cubicBezTo>
                    <a:cubicBezTo>
                      <a:pt x="1929079" y="675145"/>
                      <a:pt x="1993180" y="702626"/>
                      <a:pt x="2034688" y="752828"/>
                    </a:cubicBezTo>
                    <a:cubicBezTo>
                      <a:pt x="2100630" y="832670"/>
                      <a:pt x="2138583" y="951861"/>
                      <a:pt x="2170000" y="1050552"/>
                    </a:cubicBezTo>
                    <a:cubicBezTo>
                      <a:pt x="2189865" y="1113003"/>
                      <a:pt x="2218869" y="1182563"/>
                      <a:pt x="2219694" y="1248886"/>
                    </a:cubicBezTo>
                    <a:cubicBezTo>
                      <a:pt x="1851586" y="1136930"/>
                      <a:pt x="1505564" y="1045792"/>
                      <a:pt x="1138344" y="943864"/>
                    </a:cubicBezTo>
                    <a:cubicBezTo>
                      <a:pt x="971744" y="897533"/>
                      <a:pt x="807618" y="827085"/>
                      <a:pt x="641081" y="779992"/>
                    </a:cubicBezTo>
                    <a:cubicBezTo>
                      <a:pt x="597733" y="768060"/>
                      <a:pt x="557431" y="679778"/>
                      <a:pt x="502469" y="713733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5" name=""/>
              <p:cNvSpPr/>
              <p:nvPr/>
            </p:nvSpPr>
            <p:spPr>
              <a:xfrm>
                <a:off x="1816186" y="4346588"/>
                <a:ext cx="2118826" cy="1274966"/>
              </a:xfrm>
              <a:custGeom>
                <a:avLst/>
                <a:gdLst>
                  <a:gd name="connsiteX0" fmla="*/ 387657 w 2118660"/>
                  <a:gd name="connsiteY0" fmla="*/ 783771 h 1272450"/>
                  <a:gd name="connsiteX1" fmla="*/ 1 w 2118660"/>
                  <a:gd name="connsiteY1" fmla="*/ 589 h 1272450"/>
                  <a:gd name="connsiteX2" fmla="*/ 298804 w 2118660"/>
                  <a:gd name="connsiteY2" fmla="*/ 80367 h 1272450"/>
                  <a:gd name="connsiteX3" fmla="*/ 797336 w 2118660"/>
                  <a:gd name="connsiteY3" fmla="*/ 186167 h 1272450"/>
                  <a:gd name="connsiteX4" fmla="*/ 1303676 w 2118660"/>
                  <a:gd name="connsiteY4" fmla="*/ 341343 h 1272450"/>
                  <a:gd name="connsiteX5" fmla="*/ 1707579 w 2118660"/>
                  <a:gd name="connsiteY5" fmla="*/ 495377 h 1272450"/>
                  <a:gd name="connsiteX6" fmla="*/ 2108183 w 2118660"/>
                  <a:gd name="connsiteY6" fmla="*/ 1177013 h 1272450"/>
                  <a:gd name="connsiteX7" fmla="*/ 2110468 w 2118660"/>
                  <a:gd name="connsiteY7" fmla="*/ 1264660 h 1272450"/>
                  <a:gd name="connsiteX8" fmla="*/ 1897092 w 2118660"/>
                  <a:gd name="connsiteY8" fmla="*/ 1214585 h 1272450"/>
                  <a:gd name="connsiteX9" fmla="*/ 1578170 w 2118660"/>
                  <a:gd name="connsiteY9" fmla="*/ 1135632 h 1272450"/>
                  <a:gd name="connsiteX10" fmla="*/ 1313005 w 2118660"/>
                  <a:gd name="connsiteY10" fmla="*/ 1051602 h 1272450"/>
                  <a:gd name="connsiteX11" fmla="*/ 715654 w 2118660"/>
                  <a:gd name="connsiteY11" fmla="*/ 869896 h 1272450"/>
                  <a:gd name="connsiteX12" fmla="*/ 387657 w 2118660"/>
                  <a:gd name="connsiteY12" fmla="*/ 783771 h 1272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2118660" h="1272450">
                    <a:moveTo>
                      <a:pt x="387657" y="783771"/>
                    </a:moveTo>
                    <a:cubicBezTo>
                      <a:pt x="361065" y="482050"/>
                      <a:pt x="209188" y="204064"/>
                      <a:pt x="1" y="589"/>
                    </a:cubicBezTo>
                    <a:cubicBezTo>
                      <a:pt x="94313" y="-6900"/>
                      <a:pt x="207094" y="59106"/>
                      <a:pt x="298804" y="80367"/>
                    </a:cubicBezTo>
                    <a:cubicBezTo>
                      <a:pt x="463310" y="118447"/>
                      <a:pt x="634099" y="139010"/>
                      <a:pt x="797336" y="186167"/>
                    </a:cubicBezTo>
                    <a:cubicBezTo>
                      <a:pt x="967491" y="235354"/>
                      <a:pt x="1132442" y="296091"/>
                      <a:pt x="1303676" y="341343"/>
                    </a:cubicBezTo>
                    <a:cubicBezTo>
                      <a:pt x="1437464" y="376631"/>
                      <a:pt x="1588579" y="421121"/>
                      <a:pt x="1707579" y="495377"/>
                    </a:cubicBezTo>
                    <a:cubicBezTo>
                      <a:pt x="1929079" y="633735"/>
                      <a:pt x="2070420" y="919337"/>
                      <a:pt x="2108183" y="1177013"/>
                    </a:cubicBezTo>
                    <a:cubicBezTo>
                      <a:pt x="2111166" y="1197576"/>
                      <a:pt x="2128746" y="1247397"/>
                      <a:pt x="2110468" y="1264660"/>
                    </a:cubicBezTo>
                    <a:cubicBezTo>
                      <a:pt x="2077274" y="1295950"/>
                      <a:pt x="1930729" y="1223470"/>
                      <a:pt x="1897092" y="1214585"/>
                    </a:cubicBezTo>
                    <a:cubicBezTo>
                      <a:pt x="1791165" y="1186596"/>
                      <a:pt x="1683589" y="1163811"/>
                      <a:pt x="1578170" y="1135632"/>
                    </a:cubicBezTo>
                    <a:cubicBezTo>
                      <a:pt x="1488047" y="1111197"/>
                      <a:pt x="1404461" y="1073244"/>
                      <a:pt x="1313005" y="1051602"/>
                    </a:cubicBezTo>
                    <a:cubicBezTo>
                      <a:pt x="1110990" y="1003748"/>
                      <a:pt x="912592" y="936981"/>
                      <a:pt x="715654" y="869896"/>
                    </a:cubicBezTo>
                    <a:cubicBezTo>
                      <a:pt x="678463" y="857012"/>
                      <a:pt x="414567" y="804969"/>
                      <a:pt x="387657" y="783771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6" name=""/>
              <p:cNvSpPr/>
              <p:nvPr/>
            </p:nvSpPr>
            <p:spPr>
              <a:xfrm>
                <a:off x="2180831" y="4159876"/>
                <a:ext cx="2598285" cy="1275242"/>
              </a:xfrm>
              <a:custGeom>
                <a:avLst/>
                <a:gdLst>
                  <a:gd name="connsiteX0" fmla="*/ 4634 w 2598082"/>
                  <a:gd name="connsiteY0" fmla="*/ 881262 h 1272725"/>
                  <a:gd name="connsiteX1" fmla="*/ 53504 w 2598082"/>
                  <a:gd name="connsiteY1" fmla="*/ 712694 h 1272725"/>
                  <a:gd name="connsiteX2" fmla="*/ 138740 w 2598082"/>
                  <a:gd name="connsiteY2" fmla="*/ 466569 h 1272725"/>
                  <a:gd name="connsiteX3" fmla="*/ 472576 w 2598082"/>
                  <a:gd name="connsiteY3" fmla="*/ 27441 h 1272725"/>
                  <a:gd name="connsiteX4" fmla="*/ 633211 w 2598082"/>
                  <a:gd name="connsiteY4" fmla="*/ 16080 h 1272725"/>
                  <a:gd name="connsiteX5" fmla="*/ 1050697 w 2598082"/>
                  <a:gd name="connsiteY5" fmla="*/ 97064 h 1272725"/>
                  <a:gd name="connsiteX6" fmla="*/ 1606667 w 2598082"/>
                  <a:gd name="connsiteY6" fmla="*/ 221206 h 1272725"/>
                  <a:gd name="connsiteX7" fmla="*/ 2153815 w 2598082"/>
                  <a:gd name="connsiteY7" fmla="*/ 390472 h 1272725"/>
                  <a:gd name="connsiteX8" fmla="*/ 2598084 w 2598082"/>
                  <a:gd name="connsiteY8" fmla="*/ 631202 h 1272725"/>
                  <a:gd name="connsiteX9" fmla="*/ 2332412 w 2598082"/>
                  <a:gd name="connsiteY9" fmla="*/ 737002 h 1272725"/>
                  <a:gd name="connsiteX10" fmla="*/ 2003208 w 2598082"/>
                  <a:gd name="connsiteY10" fmla="*/ 939334 h 1272725"/>
                  <a:gd name="connsiteX11" fmla="*/ 1592958 w 2598082"/>
                  <a:gd name="connsiteY11" fmla="*/ 1272726 h 1272725"/>
                  <a:gd name="connsiteX12" fmla="*/ 1137265 w 2598082"/>
                  <a:gd name="connsiteY12" fmla="*/ 1215161 h 1272725"/>
                  <a:gd name="connsiteX13" fmla="*/ 483556 w 2598082"/>
                  <a:gd name="connsiteY13" fmla="*/ 1133924 h 1272725"/>
                  <a:gd name="connsiteX14" fmla="*/ 1 w 2598082"/>
                  <a:gd name="connsiteY14" fmla="*/ 979382 h 1272725"/>
                  <a:gd name="connsiteX15" fmla="*/ 4634 w 2598082"/>
                  <a:gd name="connsiteY15" fmla="*/ 881262 h 1272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2598082" h="1272725">
                    <a:moveTo>
                      <a:pt x="4634" y="881262"/>
                    </a:moveTo>
                    <a:cubicBezTo>
                      <a:pt x="31925" y="841024"/>
                      <a:pt x="38399" y="762578"/>
                      <a:pt x="53504" y="712694"/>
                    </a:cubicBezTo>
                    <a:cubicBezTo>
                      <a:pt x="78891" y="629108"/>
                      <a:pt x="105547" y="547680"/>
                      <a:pt x="138740" y="466569"/>
                    </a:cubicBezTo>
                    <a:cubicBezTo>
                      <a:pt x="206777" y="300095"/>
                      <a:pt x="322794" y="131527"/>
                      <a:pt x="472576" y="27441"/>
                    </a:cubicBezTo>
                    <a:cubicBezTo>
                      <a:pt x="535535" y="-16351"/>
                      <a:pt x="562318" y="2054"/>
                      <a:pt x="633211" y="16080"/>
                    </a:cubicBezTo>
                    <a:cubicBezTo>
                      <a:pt x="772394" y="42927"/>
                      <a:pt x="912783" y="63681"/>
                      <a:pt x="1050697" y="97064"/>
                    </a:cubicBezTo>
                    <a:cubicBezTo>
                      <a:pt x="1235258" y="141491"/>
                      <a:pt x="1422105" y="174430"/>
                      <a:pt x="1606667" y="221206"/>
                    </a:cubicBezTo>
                    <a:cubicBezTo>
                      <a:pt x="1792162" y="267028"/>
                      <a:pt x="1974851" y="323546"/>
                      <a:pt x="2153815" y="390472"/>
                    </a:cubicBezTo>
                    <a:cubicBezTo>
                      <a:pt x="2317306" y="452543"/>
                      <a:pt x="2464169" y="519373"/>
                      <a:pt x="2598084" y="631202"/>
                    </a:cubicBezTo>
                    <a:cubicBezTo>
                      <a:pt x="2512975" y="676390"/>
                      <a:pt x="2418536" y="692701"/>
                      <a:pt x="2332412" y="737002"/>
                    </a:cubicBezTo>
                    <a:cubicBezTo>
                      <a:pt x="2216775" y="796534"/>
                      <a:pt x="2111102" y="867680"/>
                      <a:pt x="2003208" y="939334"/>
                    </a:cubicBezTo>
                    <a:cubicBezTo>
                      <a:pt x="1863581" y="1031932"/>
                      <a:pt x="1699773" y="1142428"/>
                      <a:pt x="1592958" y="1272726"/>
                    </a:cubicBezTo>
                    <a:cubicBezTo>
                      <a:pt x="1450792" y="1221191"/>
                      <a:pt x="1287174" y="1229949"/>
                      <a:pt x="1137265" y="1215161"/>
                    </a:cubicBezTo>
                    <a:cubicBezTo>
                      <a:pt x="918178" y="1193665"/>
                      <a:pt x="700277" y="1166590"/>
                      <a:pt x="483556" y="1133924"/>
                    </a:cubicBezTo>
                    <a:cubicBezTo>
                      <a:pt x="314988" y="1108537"/>
                      <a:pt x="153528" y="1044435"/>
                      <a:pt x="1" y="979382"/>
                    </a:cubicBezTo>
                    <a:cubicBezTo>
                      <a:pt x="4698" y="953614"/>
                      <a:pt x="18597" y="916486"/>
                      <a:pt x="4634" y="881262"/>
                    </a:cubicBezTo>
                    <a:close/>
                  </a:path>
                </a:pathLst>
              </a:custGeom>
              <a:solidFill>
                <a:srgbClr val="FFFDF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7" name=""/>
              <p:cNvSpPr/>
              <p:nvPr/>
            </p:nvSpPr>
            <p:spPr>
              <a:xfrm>
                <a:off x="2192320" y="4243626"/>
                <a:ext cx="2533734" cy="1280798"/>
              </a:xfrm>
              <a:custGeom>
                <a:avLst/>
                <a:gdLst>
                  <a:gd name="connsiteX0" fmla="*/ 1 w 2533536"/>
                  <a:gd name="connsiteY0" fmla="*/ 858542 h 1278270"/>
                  <a:gd name="connsiteX1" fmla="*/ 154670 w 2533536"/>
                  <a:gd name="connsiteY1" fmla="*/ 483770 h 1278270"/>
                  <a:gd name="connsiteX2" fmla="*/ 482160 w 2533536"/>
                  <a:gd name="connsiteY2" fmla="*/ 57145 h 1278270"/>
                  <a:gd name="connsiteX3" fmla="*/ 598748 w 2533536"/>
                  <a:gd name="connsiteY3" fmla="*/ 533 h 1278270"/>
                  <a:gd name="connsiteX4" fmla="*/ 934235 w 2533536"/>
                  <a:gd name="connsiteY4" fmla="*/ 54225 h 1278270"/>
                  <a:gd name="connsiteX5" fmla="*/ 1937013 w 2533536"/>
                  <a:gd name="connsiteY5" fmla="*/ 315836 h 1278270"/>
                  <a:gd name="connsiteX6" fmla="*/ 2369159 w 2533536"/>
                  <a:gd name="connsiteY6" fmla="*/ 522104 h 1278270"/>
                  <a:gd name="connsiteX7" fmla="*/ 2533538 w 2533536"/>
                  <a:gd name="connsiteY7" fmla="*/ 649482 h 1278270"/>
                  <a:gd name="connsiteX8" fmla="*/ 1930285 w 2533536"/>
                  <a:gd name="connsiteY8" fmla="*/ 952600 h 1278270"/>
                  <a:gd name="connsiteX9" fmla="*/ 1749594 w 2533536"/>
                  <a:gd name="connsiteY9" fmla="*/ 1153156 h 1278270"/>
                  <a:gd name="connsiteX10" fmla="*/ 1651538 w 2533536"/>
                  <a:gd name="connsiteY10" fmla="*/ 1274758 h 1278270"/>
                  <a:gd name="connsiteX11" fmla="*/ 1543010 w 2533536"/>
                  <a:gd name="connsiteY11" fmla="*/ 1256670 h 1278270"/>
                  <a:gd name="connsiteX12" fmla="*/ 1271117 w 2533536"/>
                  <a:gd name="connsiteY12" fmla="*/ 1226587 h 1278270"/>
                  <a:gd name="connsiteX13" fmla="*/ 887333 w 2533536"/>
                  <a:gd name="connsiteY13" fmla="*/ 1161914 h 1278270"/>
                  <a:gd name="connsiteX14" fmla="*/ 268213 w 2533536"/>
                  <a:gd name="connsiteY14" fmla="*/ 1005785 h 1278270"/>
                  <a:gd name="connsiteX15" fmla="*/ 81874 w 2533536"/>
                  <a:gd name="connsiteY15" fmla="*/ 932481 h 1278270"/>
                  <a:gd name="connsiteX16" fmla="*/ 1 w 2533536"/>
                  <a:gd name="connsiteY16" fmla="*/ 858542 h 12782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33536" h="1278270">
                    <a:moveTo>
                      <a:pt x="1" y="858542"/>
                    </a:moveTo>
                    <a:cubicBezTo>
                      <a:pt x="19803" y="731037"/>
                      <a:pt x="89236" y="594583"/>
                      <a:pt x="154670" y="483770"/>
                    </a:cubicBezTo>
                    <a:cubicBezTo>
                      <a:pt x="247142" y="327324"/>
                      <a:pt x="351798" y="182619"/>
                      <a:pt x="482160" y="57145"/>
                    </a:cubicBezTo>
                    <a:cubicBezTo>
                      <a:pt x="524619" y="16336"/>
                      <a:pt x="542390" y="-3593"/>
                      <a:pt x="598748" y="533"/>
                    </a:cubicBezTo>
                    <a:cubicBezTo>
                      <a:pt x="711802" y="9691"/>
                      <a:pt x="823967" y="27646"/>
                      <a:pt x="934235" y="54225"/>
                    </a:cubicBezTo>
                    <a:cubicBezTo>
                      <a:pt x="1271054" y="132671"/>
                      <a:pt x="1611744" y="186554"/>
                      <a:pt x="1937013" y="315836"/>
                    </a:cubicBezTo>
                    <a:cubicBezTo>
                      <a:pt x="2085278" y="375387"/>
                      <a:pt x="2229614" y="444281"/>
                      <a:pt x="2369159" y="522104"/>
                    </a:cubicBezTo>
                    <a:cubicBezTo>
                      <a:pt x="2431991" y="556884"/>
                      <a:pt x="2477053" y="605563"/>
                      <a:pt x="2533538" y="649482"/>
                    </a:cubicBezTo>
                    <a:cubicBezTo>
                      <a:pt x="2324605" y="680517"/>
                      <a:pt x="2078924" y="791267"/>
                      <a:pt x="1930285" y="952600"/>
                    </a:cubicBezTo>
                    <a:cubicBezTo>
                      <a:pt x="1869230" y="1018923"/>
                      <a:pt x="1810840" y="1087023"/>
                      <a:pt x="1749594" y="1153156"/>
                    </a:cubicBezTo>
                    <a:cubicBezTo>
                      <a:pt x="1721415" y="1183556"/>
                      <a:pt x="1686127" y="1259336"/>
                      <a:pt x="1651538" y="1274758"/>
                    </a:cubicBezTo>
                    <a:cubicBezTo>
                      <a:pt x="1623930" y="1287452"/>
                      <a:pt x="1569031" y="1262065"/>
                      <a:pt x="1543010" y="1256670"/>
                    </a:cubicBezTo>
                    <a:cubicBezTo>
                      <a:pt x="1453267" y="1238963"/>
                      <a:pt x="1361939" y="1235536"/>
                      <a:pt x="1271117" y="1226587"/>
                    </a:cubicBezTo>
                    <a:cubicBezTo>
                      <a:pt x="1141073" y="1213894"/>
                      <a:pt x="1014774" y="1187238"/>
                      <a:pt x="887333" y="1161914"/>
                    </a:cubicBezTo>
                    <a:cubicBezTo>
                      <a:pt x="676559" y="1119963"/>
                      <a:pt x="474099" y="1066714"/>
                      <a:pt x="268213" y="1005785"/>
                    </a:cubicBezTo>
                    <a:cubicBezTo>
                      <a:pt x="203286" y="986745"/>
                      <a:pt x="143310" y="959074"/>
                      <a:pt x="81874" y="932481"/>
                    </a:cubicBezTo>
                    <a:cubicBezTo>
                      <a:pt x="57439" y="922009"/>
                      <a:pt x="12504" y="913632"/>
                      <a:pt x="1" y="858542"/>
                    </a:cubicBezTo>
                    <a:close/>
                  </a:path>
                </a:pathLst>
              </a:custGeom>
              <a:solidFill>
                <a:srgbClr val="FFF4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8" name=""/>
              <p:cNvSpPr/>
              <p:nvPr/>
            </p:nvSpPr>
            <p:spPr>
              <a:xfrm>
                <a:off x="2159886" y="4371637"/>
                <a:ext cx="2604405" cy="1240172"/>
              </a:xfrm>
              <a:custGeom>
                <a:avLst/>
                <a:gdLst>
                  <a:gd name="connsiteX0" fmla="*/ 249426 w 2604201"/>
                  <a:gd name="connsiteY0" fmla="*/ 379367 h 1237724"/>
                  <a:gd name="connsiteX1" fmla="*/ 6348 w 2604201"/>
                  <a:gd name="connsiteY1" fmla="*/ 736496 h 1237724"/>
                  <a:gd name="connsiteX2" fmla="*/ 1 w 2604201"/>
                  <a:gd name="connsiteY2" fmla="*/ 784858 h 1237724"/>
                  <a:gd name="connsiteX3" fmla="*/ 1323160 w 2604201"/>
                  <a:gd name="connsiteY3" fmla="*/ 1132213 h 1237724"/>
                  <a:gd name="connsiteX4" fmla="*/ 1648872 w 2604201"/>
                  <a:gd name="connsiteY4" fmla="*/ 1201518 h 1237724"/>
                  <a:gd name="connsiteX5" fmla="*/ 1837687 w 2604201"/>
                  <a:gd name="connsiteY5" fmla="*/ 1202153 h 1237724"/>
                  <a:gd name="connsiteX6" fmla="*/ 1895188 w 2604201"/>
                  <a:gd name="connsiteY6" fmla="*/ 1101939 h 1237724"/>
                  <a:gd name="connsiteX7" fmla="*/ 1953767 w 2604201"/>
                  <a:gd name="connsiteY7" fmla="*/ 1009785 h 1237724"/>
                  <a:gd name="connsiteX8" fmla="*/ 2364081 w 2604201"/>
                  <a:gd name="connsiteY8" fmla="*/ 760740 h 1237724"/>
                  <a:gd name="connsiteX9" fmla="*/ 2367255 w 2604201"/>
                  <a:gd name="connsiteY9" fmla="*/ 759661 h 1237724"/>
                  <a:gd name="connsiteX10" fmla="*/ 2594530 w 2604201"/>
                  <a:gd name="connsiteY10" fmla="*/ 710792 h 1237724"/>
                  <a:gd name="connsiteX11" fmla="*/ 2600877 w 2604201"/>
                  <a:gd name="connsiteY11" fmla="*/ 662494 h 1237724"/>
                  <a:gd name="connsiteX12" fmla="*/ 1138344 w 2604201"/>
                  <a:gd name="connsiteY12" fmla="*/ 47435 h 1237724"/>
                  <a:gd name="connsiteX13" fmla="*/ 656376 w 2604201"/>
                  <a:gd name="connsiteY13" fmla="*/ 26872 h 1237724"/>
                  <a:gd name="connsiteX14" fmla="*/ 249426 w 2604201"/>
                  <a:gd name="connsiteY14" fmla="*/ 379367 h 12377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604201" h="1237724">
                    <a:moveTo>
                      <a:pt x="249426" y="379367"/>
                    </a:moveTo>
                    <a:cubicBezTo>
                      <a:pt x="169585" y="481486"/>
                      <a:pt x="39478" y="610958"/>
                      <a:pt x="6348" y="736496"/>
                    </a:cubicBezTo>
                    <a:lnTo>
                      <a:pt x="1" y="784858"/>
                    </a:lnTo>
                    <a:cubicBezTo>
                      <a:pt x="290616" y="866984"/>
                      <a:pt x="1035084" y="1037710"/>
                      <a:pt x="1323160" y="1132213"/>
                    </a:cubicBezTo>
                    <a:cubicBezTo>
                      <a:pt x="1430039" y="1167373"/>
                      <a:pt x="1541359" y="1171117"/>
                      <a:pt x="1648872" y="1201518"/>
                    </a:cubicBezTo>
                    <a:cubicBezTo>
                      <a:pt x="1718242" y="1221129"/>
                      <a:pt x="1775806" y="1271776"/>
                      <a:pt x="1837687" y="1202153"/>
                    </a:cubicBezTo>
                    <a:cubicBezTo>
                      <a:pt x="1863073" y="1173403"/>
                      <a:pt x="1877861" y="1136528"/>
                      <a:pt x="1895188" y="1101939"/>
                    </a:cubicBezTo>
                    <a:cubicBezTo>
                      <a:pt x="1911752" y="1069431"/>
                      <a:pt x="1931364" y="1038579"/>
                      <a:pt x="1953767" y="1009785"/>
                    </a:cubicBezTo>
                    <a:cubicBezTo>
                      <a:pt x="2044526" y="891673"/>
                      <a:pt x="2205097" y="809864"/>
                      <a:pt x="2364081" y="760740"/>
                    </a:cubicBezTo>
                    <a:cubicBezTo>
                      <a:pt x="2365065" y="760195"/>
                      <a:pt x="2366138" y="759827"/>
                      <a:pt x="2367255" y="759661"/>
                    </a:cubicBezTo>
                    <a:cubicBezTo>
                      <a:pt x="2444938" y="730530"/>
                      <a:pt x="2522939" y="713267"/>
                      <a:pt x="2594530" y="710792"/>
                    </a:cubicBezTo>
                    <a:cubicBezTo>
                      <a:pt x="2611603" y="708634"/>
                      <a:pt x="2600877" y="662494"/>
                      <a:pt x="2600877" y="662494"/>
                    </a:cubicBezTo>
                    <a:cubicBezTo>
                      <a:pt x="2159083" y="404120"/>
                      <a:pt x="1659979" y="109760"/>
                      <a:pt x="1138344" y="47435"/>
                    </a:cubicBezTo>
                    <a:cubicBezTo>
                      <a:pt x="999542" y="30680"/>
                      <a:pt x="781851" y="-36912"/>
                      <a:pt x="656376" y="26872"/>
                    </a:cubicBezTo>
                    <a:cubicBezTo>
                      <a:pt x="656376" y="26872"/>
                      <a:pt x="348625" y="252497"/>
                      <a:pt x="249426" y="379367"/>
                    </a:cubicBezTo>
                    <a:close/>
                  </a:path>
                </a:pathLst>
              </a:custGeom>
              <a:solidFill>
                <a:srgbClr val="FFEBD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49" name=""/>
              <p:cNvSpPr/>
              <p:nvPr/>
            </p:nvSpPr>
            <p:spPr>
              <a:xfrm>
                <a:off x="2159632" y="4420403"/>
                <a:ext cx="2594731" cy="1259290"/>
              </a:xfrm>
              <a:custGeom>
                <a:avLst/>
                <a:gdLst>
                  <a:gd name="connsiteX0" fmla="*/ 242889 w 2594528"/>
                  <a:gd name="connsiteY0" fmla="*/ 378869 h 1256805"/>
                  <a:gd name="connsiteX1" fmla="*/ 1 w 2594528"/>
                  <a:gd name="connsiteY1" fmla="*/ 736188 h 1256805"/>
                  <a:gd name="connsiteX2" fmla="*/ 447062 w 2594528"/>
                  <a:gd name="connsiteY2" fmla="*/ 928619 h 1256805"/>
                  <a:gd name="connsiteX3" fmla="*/ 1306405 w 2594528"/>
                  <a:gd name="connsiteY3" fmla="*/ 1166240 h 1256805"/>
                  <a:gd name="connsiteX4" fmla="*/ 1635481 w 2594528"/>
                  <a:gd name="connsiteY4" fmla="*/ 1242400 h 1256805"/>
                  <a:gd name="connsiteX5" fmla="*/ 1830896 w 2594528"/>
                  <a:gd name="connsiteY5" fmla="*/ 1202225 h 1256805"/>
                  <a:gd name="connsiteX6" fmla="*/ 1888587 w 2594528"/>
                  <a:gd name="connsiteY6" fmla="*/ 1101821 h 1256805"/>
                  <a:gd name="connsiteX7" fmla="*/ 1947167 w 2594528"/>
                  <a:gd name="connsiteY7" fmla="*/ 1009730 h 1256805"/>
                  <a:gd name="connsiteX8" fmla="*/ 2364082 w 2594528"/>
                  <a:gd name="connsiteY8" fmla="*/ 712324 h 1256805"/>
                  <a:gd name="connsiteX9" fmla="*/ 2367255 w 2594528"/>
                  <a:gd name="connsiteY9" fmla="*/ 711245 h 1256805"/>
                  <a:gd name="connsiteX10" fmla="*/ 2594530 w 2594528"/>
                  <a:gd name="connsiteY10" fmla="*/ 662376 h 1256805"/>
                  <a:gd name="connsiteX11" fmla="*/ 1131998 w 2594528"/>
                  <a:gd name="connsiteY11" fmla="*/ 47318 h 1256805"/>
                  <a:gd name="connsiteX12" fmla="*/ 650030 w 2594528"/>
                  <a:gd name="connsiteY12" fmla="*/ 26818 h 1256805"/>
                  <a:gd name="connsiteX13" fmla="*/ 242889 w 2594528"/>
                  <a:gd name="connsiteY13" fmla="*/ 378869 h 1256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594528" h="1256805">
                    <a:moveTo>
                      <a:pt x="242889" y="378869"/>
                    </a:moveTo>
                    <a:cubicBezTo>
                      <a:pt x="163238" y="481178"/>
                      <a:pt x="33004" y="610460"/>
                      <a:pt x="1" y="736188"/>
                    </a:cubicBezTo>
                    <a:cubicBezTo>
                      <a:pt x="134805" y="811333"/>
                      <a:pt x="298740" y="886668"/>
                      <a:pt x="447062" y="928619"/>
                    </a:cubicBezTo>
                    <a:cubicBezTo>
                      <a:pt x="737868" y="1010556"/>
                      <a:pt x="1018265" y="1071737"/>
                      <a:pt x="1306405" y="1166240"/>
                    </a:cubicBezTo>
                    <a:cubicBezTo>
                      <a:pt x="1413283" y="1201400"/>
                      <a:pt x="1527968" y="1211745"/>
                      <a:pt x="1635481" y="1242400"/>
                    </a:cubicBezTo>
                    <a:cubicBezTo>
                      <a:pt x="1704851" y="1262265"/>
                      <a:pt x="1769396" y="1271532"/>
                      <a:pt x="1830896" y="1202225"/>
                    </a:cubicBezTo>
                    <a:cubicBezTo>
                      <a:pt x="1856283" y="1173284"/>
                      <a:pt x="1871261" y="1136474"/>
                      <a:pt x="1888587" y="1101821"/>
                    </a:cubicBezTo>
                    <a:cubicBezTo>
                      <a:pt x="1905076" y="1069294"/>
                      <a:pt x="1924694" y="1038449"/>
                      <a:pt x="1947167" y="1009730"/>
                    </a:cubicBezTo>
                    <a:cubicBezTo>
                      <a:pt x="2046176" y="881273"/>
                      <a:pt x="2204462" y="772364"/>
                      <a:pt x="2364082" y="712324"/>
                    </a:cubicBezTo>
                    <a:cubicBezTo>
                      <a:pt x="2365065" y="711778"/>
                      <a:pt x="2366138" y="711410"/>
                      <a:pt x="2367255" y="711245"/>
                    </a:cubicBezTo>
                    <a:cubicBezTo>
                      <a:pt x="2444939" y="682114"/>
                      <a:pt x="2522939" y="664851"/>
                      <a:pt x="2594530" y="662376"/>
                    </a:cubicBezTo>
                    <a:cubicBezTo>
                      <a:pt x="2152736" y="404065"/>
                      <a:pt x="1653633" y="109706"/>
                      <a:pt x="1131998" y="47318"/>
                    </a:cubicBezTo>
                    <a:cubicBezTo>
                      <a:pt x="993195" y="30626"/>
                      <a:pt x="775313" y="-36840"/>
                      <a:pt x="650030" y="26818"/>
                    </a:cubicBezTo>
                    <a:cubicBezTo>
                      <a:pt x="650030" y="26564"/>
                      <a:pt x="341961" y="252189"/>
                      <a:pt x="242889" y="378869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0" name=""/>
              <p:cNvSpPr/>
              <p:nvPr/>
            </p:nvSpPr>
            <p:spPr>
              <a:xfrm>
                <a:off x="2204538" y="4461036"/>
                <a:ext cx="2458933" cy="1190152"/>
              </a:xfrm>
              <a:custGeom>
                <a:avLst/>
                <a:gdLst>
                  <a:gd name="connsiteX0" fmla="*/ 1302 w 2458741"/>
                  <a:gd name="connsiteY0" fmla="*/ 683068 h 1187803"/>
                  <a:gd name="connsiteX1" fmla="*/ 4031 w 2458741"/>
                  <a:gd name="connsiteY1" fmla="*/ 657681 h 1187803"/>
                  <a:gd name="connsiteX2" fmla="*/ 4031 w 2458741"/>
                  <a:gd name="connsiteY2" fmla="*/ 657681 h 1187803"/>
                  <a:gd name="connsiteX3" fmla="*/ 619216 w 2458741"/>
                  <a:gd name="connsiteY3" fmla="*/ 10318 h 1187803"/>
                  <a:gd name="connsiteX4" fmla="*/ 1051490 w 2458741"/>
                  <a:gd name="connsiteY4" fmla="*/ 30247 h 1187803"/>
                  <a:gd name="connsiteX5" fmla="*/ 1094203 w 2458741"/>
                  <a:gd name="connsiteY5" fmla="*/ 35451 h 1187803"/>
                  <a:gd name="connsiteX6" fmla="*/ 2458742 w 2458741"/>
                  <a:gd name="connsiteY6" fmla="*/ 601132 h 1187803"/>
                  <a:gd name="connsiteX7" fmla="*/ 2457092 w 2458741"/>
                  <a:gd name="connsiteY7" fmla="*/ 606400 h 1187803"/>
                  <a:gd name="connsiteX8" fmla="*/ 2403463 w 2458741"/>
                  <a:gd name="connsiteY8" fmla="*/ 608621 h 1187803"/>
                  <a:gd name="connsiteX9" fmla="*/ 1869071 w 2458741"/>
                  <a:gd name="connsiteY9" fmla="*/ 952612 h 1187803"/>
                  <a:gd name="connsiteX10" fmla="*/ 1813791 w 2458741"/>
                  <a:gd name="connsiteY10" fmla="*/ 1039498 h 1187803"/>
                  <a:gd name="connsiteX11" fmla="*/ 1804271 w 2458741"/>
                  <a:gd name="connsiteY11" fmla="*/ 1059046 h 1187803"/>
                  <a:gd name="connsiteX12" fmla="*/ 1758702 w 2458741"/>
                  <a:gd name="connsiteY12" fmla="*/ 1135206 h 1187803"/>
                  <a:gd name="connsiteX13" fmla="*/ 1570586 w 2458741"/>
                  <a:gd name="connsiteY13" fmla="*/ 1174112 h 1187803"/>
                  <a:gd name="connsiteX14" fmla="*/ 1430959 w 2458741"/>
                  <a:gd name="connsiteY14" fmla="*/ 1143013 h 1187803"/>
                  <a:gd name="connsiteX15" fmla="*/ 1258646 w 2458741"/>
                  <a:gd name="connsiteY15" fmla="*/ 1102140 h 1187803"/>
                  <a:gd name="connsiteX16" fmla="*/ 743485 w 2458741"/>
                  <a:gd name="connsiteY16" fmla="*/ 956737 h 1187803"/>
                  <a:gd name="connsiteX17" fmla="*/ 443730 w 2458741"/>
                  <a:gd name="connsiteY17" fmla="*/ 876769 h 1187803"/>
                  <a:gd name="connsiteX18" fmla="*/ 17296 w 2458741"/>
                  <a:gd name="connsiteY18" fmla="*/ 702742 h 1187803"/>
                  <a:gd name="connsiteX19" fmla="*/ 8283 w 2458741"/>
                  <a:gd name="connsiteY19" fmla="*/ 695571 h 1187803"/>
                  <a:gd name="connsiteX20" fmla="*/ 1302 w 2458741"/>
                  <a:gd name="connsiteY20" fmla="*/ 683068 h 1187803"/>
                  <a:gd name="connsiteX21" fmla="*/ 1093568 w 2458741"/>
                  <a:gd name="connsiteY21" fmla="*/ 41227 h 1187803"/>
                  <a:gd name="connsiteX22" fmla="*/ 1050792 w 2458741"/>
                  <a:gd name="connsiteY22" fmla="*/ 36022 h 1187803"/>
                  <a:gd name="connsiteX23" fmla="*/ 621501 w 2458741"/>
                  <a:gd name="connsiteY23" fmla="*/ 15523 h 1187803"/>
                  <a:gd name="connsiteX24" fmla="*/ 8791 w 2458741"/>
                  <a:gd name="connsiteY24" fmla="*/ 660410 h 1187803"/>
                  <a:gd name="connsiteX25" fmla="*/ 6443 w 2458741"/>
                  <a:gd name="connsiteY25" fmla="*/ 659077 h 1187803"/>
                  <a:gd name="connsiteX26" fmla="*/ 8791 w 2458741"/>
                  <a:gd name="connsiteY26" fmla="*/ 660410 h 1187803"/>
                  <a:gd name="connsiteX27" fmla="*/ 6570 w 2458741"/>
                  <a:gd name="connsiteY27" fmla="*/ 681671 h 1187803"/>
                  <a:gd name="connsiteX28" fmla="*/ 19644 w 2458741"/>
                  <a:gd name="connsiteY28" fmla="*/ 698046 h 1187803"/>
                  <a:gd name="connsiteX29" fmla="*/ 444873 w 2458741"/>
                  <a:gd name="connsiteY29" fmla="*/ 871691 h 1187803"/>
                  <a:gd name="connsiteX30" fmla="*/ 744500 w 2458741"/>
                  <a:gd name="connsiteY30" fmla="*/ 951596 h 1187803"/>
                  <a:gd name="connsiteX31" fmla="*/ 1259915 w 2458741"/>
                  <a:gd name="connsiteY31" fmla="*/ 1097126 h 1187803"/>
                  <a:gd name="connsiteX32" fmla="*/ 1431657 w 2458741"/>
                  <a:gd name="connsiteY32" fmla="*/ 1137809 h 1187803"/>
                  <a:gd name="connsiteX33" fmla="*/ 1571919 w 2458741"/>
                  <a:gd name="connsiteY33" fmla="*/ 1169034 h 1187803"/>
                  <a:gd name="connsiteX34" fmla="*/ 1754513 w 2458741"/>
                  <a:gd name="connsiteY34" fmla="*/ 1131779 h 1187803"/>
                  <a:gd name="connsiteX35" fmla="*/ 1798940 w 2458741"/>
                  <a:gd name="connsiteY35" fmla="*/ 1056825 h 1187803"/>
                  <a:gd name="connsiteX36" fmla="*/ 1808523 w 2458741"/>
                  <a:gd name="connsiteY36" fmla="*/ 1037150 h 1187803"/>
                  <a:gd name="connsiteX37" fmla="*/ 1864374 w 2458741"/>
                  <a:gd name="connsiteY37" fmla="*/ 949375 h 1187803"/>
                  <a:gd name="connsiteX38" fmla="*/ 2401812 w 2458741"/>
                  <a:gd name="connsiteY38" fmla="*/ 603163 h 1187803"/>
                  <a:gd name="connsiteX39" fmla="*/ 2445097 w 2458741"/>
                  <a:gd name="connsiteY39" fmla="*/ 600116 h 1187803"/>
                  <a:gd name="connsiteX40" fmla="*/ 1093568 w 2458741"/>
                  <a:gd name="connsiteY40" fmla="*/ 41227 h 11878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</a:cxnLst>
                <a:rect l="l" t="t" r="r" b="b"/>
                <a:pathLst>
                  <a:path w="2458741" h="1187803">
                    <a:moveTo>
                      <a:pt x="1302" y="683068"/>
                    </a:moveTo>
                    <a:cubicBezTo>
                      <a:pt x="-1116" y="674570"/>
                      <a:pt x="-139" y="665468"/>
                      <a:pt x="4031" y="657681"/>
                    </a:cubicBezTo>
                    <a:lnTo>
                      <a:pt x="4031" y="657681"/>
                    </a:lnTo>
                    <a:cubicBezTo>
                      <a:pt x="224769" y="248890"/>
                      <a:pt x="614837" y="12984"/>
                      <a:pt x="619216" y="10318"/>
                    </a:cubicBezTo>
                    <a:cubicBezTo>
                      <a:pt x="684524" y="-15069"/>
                      <a:pt x="905389" y="12159"/>
                      <a:pt x="1051490" y="30247"/>
                    </a:cubicBezTo>
                    <a:lnTo>
                      <a:pt x="1094203" y="35451"/>
                    </a:lnTo>
                    <a:cubicBezTo>
                      <a:pt x="1550276" y="90033"/>
                      <a:pt x="1999876" y="334127"/>
                      <a:pt x="2458742" y="601132"/>
                    </a:cubicBezTo>
                    <a:lnTo>
                      <a:pt x="2457092" y="606400"/>
                    </a:lnTo>
                    <a:cubicBezTo>
                      <a:pt x="2439194" y="604800"/>
                      <a:pt x="2421163" y="605549"/>
                      <a:pt x="2403463" y="608621"/>
                    </a:cubicBezTo>
                    <a:cubicBezTo>
                      <a:pt x="2298933" y="631469"/>
                      <a:pt x="1961479" y="832659"/>
                      <a:pt x="1869071" y="952612"/>
                    </a:cubicBezTo>
                    <a:cubicBezTo>
                      <a:pt x="1847886" y="979725"/>
                      <a:pt x="1829372" y="1008818"/>
                      <a:pt x="1813791" y="1039498"/>
                    </a:cubicBezTo>
                    <a:cubicBezTo>
                      <a:pt x="1810554" y="1045845"/>
                      <a:pt x="1807445" y="1052509"/>
                      <a:pt x="1804271" y="1059046"/>
                    </a:cubicBezTo>
                    <a:cubicBezTo>
                      <a:pt x="1791578" y="1085575"/>
                      <a:pt x="1778440" y="1112993"/>
                      <a:pt x="1758702" y="1135206"/>
                    </a:cubicBezTo>
                    <a:cubicBezTo>
                      <a:pt x="1698091" y="1203560"/>
                      <a:pt x="1632530" y="1191882"/>
                      <a:pt x="1570586" y="1174112"/>
                    </a:cubicBezTo>
                    <a:cubicBezTo>
                      <a:pt x="1524953" y="1161418"/>
                      <a:pt x="1477099" y="1151962"/>
                      <a:pt x="1430959" y="1143013"/>
                    </a:cubicBezTo>
                    <a:cubicBezTo>
                      <a:pt x="1373838" y="1131969"/>
                      <a:pt x="1314687" y="1120545"/>
                      <a:pt x="1258646" y="1102140"/>
                    </a:cubicBezTo>
                    <a:cubicBezTo>
                      <a:pt x="1085508" y="1045337"/>
                      <a:pt x="911608" y="1000593"/>
                      <a:pt x="743485" y="956737"/>
                    </a:cubicBezTo>
                    <a:cubicBezTo>
                      <a:pt x="645746" y="931350"/>
                      <a:pt x="544706" y="905202"/>
                      <a:pt x="443730" y="876769"/>
                    </a:cubicBezTo>
                    <a:cubicBezTo>
                      <a:pt x="314575" y="840276"/>
                      <a:pt x="147149" y="771922"/>
                      <a:pt x="17296" y="702742"/>
                    </a:cubicBezTo>
                    <a:cubicBezTo>
                      <a:pt x="13881" y="700915"/>
                      <a:pt x="10829" y="698484"/>
                      <a:pt x="8283" y="695571"/>
                    </a:cubicBezTo>
                    <a:cubicBezTo>
                      <a:pt x="5078" y="691960"/>
                      <a:pt x="2698" y="687695"/>
                      <a:pt x="1302" y="683068"/>
                    </a:cubicBezTo>
                    <a:close/>
                    <a:moveTo>
                      <a:pt x="1093568" y="41227"/>
                    </a:moveTo>
                    <a:lnTo>
                      <a:pt x="1050792" y="36022"/>
                    </a:lnTo>
                    <a:cubicBezTo>
                      <a:pt x="914084" y="19077"/>
                      <a:pt x="685158" y="-9230"/>
                      <a:pt x="621501" y="15523"/>
                    </a:cubicBezTo>
                    <a:cubicBezTo>
                      <a:pt x="617566" y="17871"/>
                      <a:pt x="228831" y="253079"/>
                      <a:pt x="8791" y="660410"/>
                    </a:cubicBezTo>
                    <a:lnTo>
                      <a:pt x="6443" y="659077"/>
                    </a:lnTo>
                    <a:lnTo>
                      <a:pt x="8791" y="660410"/>
                    </a:lnTo>
                    <a:cubicBezTo>
                      <a:pt x="5288" y="666928"/>
                      <a:pt x="4488" y="674570"/>
                      <a:pt x="6570" y="681671"/>
                    </a:cubicBezTo>
                    <a:cubicBezTo>
                      <a:pt x="8537" y="688672"/>
                      <a:pt x="13253" y="694580"/>
                      <a:pt x="19644" y="698046"/>
                    </a:cubicBezTo>
                    <a:cubicBezTo>
                      <a:pt x="149244" y="767098"/>
                      <a:pt x="316225" y="835261"/>
                      <a:pt x="444873" y="871691"/>
                    </a:cubicBezTo>
                    <a:cubicBezTo>
                      <a:pt x="545722" y="900125"/>
                      <a:pt x="646761" y="926273"/>
                      <a:pt x="744500" y="951596"/>
                    </a:cubicBezTo>
                    <a:cubicBezTo>
                      <a:pt x="912687" y="995198"/>
                      <a:pt x="1086650" y="1040450"/>
                      <a:pt x="1259915" y="1097126"/>
                    </a:cubicBezTo>
                    <a:cubicBezTo>
                      <a:pt x="1315702" y="1115468"/>
                      <a:pt x="1374600" y="1126829"/>
                      <a:pt x="1431657" y="1137809"/>
                    </a:cubicBezTo>
                    <a:cubicBezTo>
                      <a:pt x="1478051" y="1146821"/>
                      <a:pt x="1526032" y="1156087"/>
                      <a:pt x="1571919" y="1169034"/>
                    </a:cubicBezTo>
                    <a:cubicBezTo>
                      <a:pt x="1634687" y="1187059"/>
                      <a:pt x="1695933" y="1197785"/>
                      <a:pt x="1754513" y="1131779"/>
                    </a:cubicBezTo>
                    <a:cubicBezTo>
                      <a:pt x="1773553" y="1110073"/>
                      <a:pt x="1786627" y="1082973"/>
                      <a:pt x="1798940" y="1056825"/>
                    </a:cubicBezTo>
                    <a:cubicBezTo>
                      <a:pt x="1802113" y="1050478"/>
                      <a:pt x="1805287" y="1043687"/>
                      <a:pt x="1808523" y="1037150"/>
                    </a:cubicBezTo>
                    <a:cubicBezTo>
                      <a:pt x="1824257" y="1006153"/>
                      <a:pt x="1842961" y="976755"/>
                      <a:pt x="1864374" y="949375"/>
                    </a:cubicBezTo>
                    <a:cubicBezTo>
                      <a:pt x="1959575" y="825868"/>
                      <a:pt x="2294046" y="626900"/>
                      <a:pt x="2401812" y="603163"/>
                    </a:cubicBezTo>
                    <a:cubicBezTo>
                      <a:pt x="2416073" y="600472"/>
                      <a:pt x="2430601" y="599450"/>
                      <a:pt x="2445097" y="600116"/>
                    </a:cubicBezTo>
                    <a:cubicBezTo>
                      <a:pt x="1990864" y="335586"/>
                      <a:pt x="1545136" y="94983"/>
                      <a:pt x="1093568" y="41227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1" name=""/>
              <p:cNvSpPr/>
              <p:nvPr/>
            </p:nvSpPr>
            <p:spPr>
              <a:xfrm>
                <a:off x="2254705" y="4490225"/>
                <a:ext cx="2306703" cy="1144025"/>
              </a:xfrm>
              <a:custGeom>
                <a:avLst/>
                <a:gdLst>
                  <a:gd name="connsiteX0" fmla="*/ 1342 w 2306523"/>
                  <a:gd name="connsiteY0" fmla="*/ 636166 h 1141767"/>
                  <a:gd name="connsiteX1" fmla="*/ 3754 w 2306523"/>
                  <a:gd name="connsiteY1" fmla="*/ 611795 h 1141767"/>
                  <a:gd name="connsiteX2" fmla="*/ 3754 w 2306523"/>
                  <a:gd name="connsiteY2" fmla="*/ 611795 h 1141767"/>
                  <a:gd name="connsiteX3" fmla="*/ 564675 w 2306523"/>
                  <a:gd name="connsiteY3" fmla="*/ 8859 h 1141767"/>
                  <a:gd name="connsiteX4" fmla="*/ 979558 w 2306523"/>
                  <a:gd name="connsiteY4" fmla="*/ 33357 h 1141767"/>
                  <a:gd name="connsiteX5" fmla="*/ 1020241 w 2306523"/>
                  <a:gd name="connsiteY5" fmla="*/ 38815 h 1141767"/>
                  <a:gd name="connsiteX6" fmla="*/ 2306525 w 2306523"/>
                  <a:gd name="connsiteY6" fmla="*/ 568320 h 1141767"/>
                  <a:gd name="connsiteX7" fmla="*/ 2304685 w 2306523"/>
                  <a:gd name="connsiteY7" fmla="*/ 573524 h 1141767"/>
                  <a:gd name="connsiteX8" fmla="*/ 2276315 w 2306523"/>
                  <a:gd name="connsiteY8" fmla="*/ 575111 h 1141767"/>
                  <a:gd name="connsiteX9" fmla="*/ 1794347 w 2306523"/>
                  <a:gd name="connsiteY9" fmla="*/ 918213 h 1141767"/>
                  <a:gd name="connsiteX10" fmla="*/ 1742367 w 2306523"/>
                  <a:gd name="connsiteY10" fmla="*/ 1000720 h 1141767"/>
                  <a:gd name="connsiteX11" fmla="*/ 1733482 w 2306523"/>
                  <a:gd name="connsiteY11" fmla="*/ 1019760 h 1141767"/>
                  <a:gd name="connsiteX12" fmla="*/ 1690642 w 2306523"/>
                  <a:gd name="connsiteY12" fmla="*/ 1092493 h 1141767"/>
                  <a:gd name="connsiteX13" fmla="*/ 1510713 w 2306523"/>
                  <a:gd name="connsiteY13" fmla="*/ 1127654 h 1141767"/>
                  <a:gd name="connsiteX14" fmla="*/ 1376417 w 2306523"/>
                  <a:gd name="connsiteY14" fmla="*/ 1095921 h 1141767"/>
                  <a:gd name="connsiteX15" fmla="*/ 1210769 w 2306523"/>
                  <a:gd name="connsiteY15" fmla="*/ 1054540 h 1141767"/>
                  <a:gd name="connsiteX16" fmla="*/ 715726 w 2306523"/>
                  <a:gd name="connsiteY16" fmla="*/ 908566 h 1141767"/>
                  <a:gd name="connsiteX17" fmla="*/ 427523 w 2306523"/>
                  <a:gd name="connsiteY17" fmla="*/ 828090 h 1141767"/>
                  <a:gd name="connsiteX18" fmla="*/ 16892 w 2306523"/>
                  <a:gd name="connsiteY18" fmla="*/ 655651 h 1141767"/>
                  <a:gd name="connsiteX19" fmla="*/ 8197 w 2306523"/>
                  <a:gd name="connsiteY19" fmla="*/ 648669 h 1141767"/>
                  <a:gd name="connsiteX20" fmla="*/ 1342 w 2306523"/>
                  <a:gd name="connsiteY20" fmla="*/ 636166 h 1141767"/>
                  <a:gd name="connsiteX21" fmla="*/ 1019479 w 2306523"/>
                  <a:gd name="connsiteY21" fmla="*/ 44273 h 1141767"/>
                  <a:gd name="connsiteX22" fmla="*/ 978797 w 2306523"/>
                  <a:gd name="connsiteY22" fmla="*/ 38752 h 1141767"/>
                  <a:gd name="connsiteX23" fmla="*/ 566960 w 2306523"/>
                  <a:gd name="connsiteY23" fmla="*/ 13809 h 1141767"/>
                  <a:gd name="connsiteX24" fmla="*/ 8451 w 2306523"/>
                  <a:gd name="connsiteY24" fmla="*/ 614460 h 1141767"/>
                  <a:gd name="connsiteX25" fmla="*/ 8451 w 2306523"/>
                  <a:gd name="connsiteY25" fmla="*/ 614460 h 1141767"/>
                  <a:gd name="connsiteX26" fmla="*/ 19240 w 2306523"/>
                  <a:gd name="connsiteY26" fmla="*/ 650636 h 1141767"/>
                  <a:gd name="connsiteX27" fmla="*/ 428792 w 2306523"/>
                  <a:gd name="connsiteY27" fmla="*/ 822632 h 1141767"/>
                  <a:gd name="connsiteX28" fmla="*/ 716869 w 2306523"/>
                  <a:gd name="connsiteY28" fmla="*/ 903045 h 1141767"/>
                  <a:gd name="connsiteX29" fmla="*/ 1212418 w 2306523"/>
                  <a:gd name="connsiteY29" fmla="*/ 1049019 h 1141767"/>
                  <a:gd name="connsiteX30" fmla="*/ 1377432 w 2306523"/>
                  <a:gd name="connsiteY30" fmla="*/ 1090209 h 1141767"/>
                  <a:gd name="connsiteX31" fmla="*/ 1512173 w 2306523"/>
                  <a:gd name="connsiteY31" fmla="*/ 1121942 h 1141767"/>
                  <a:gd name="connsiteX32" fmla="*/ 1686580 w 2306523"/>
                  <a:gd name="connsiteY32" fmla="*/ 1088432 h 1141767"/>
                  <a:gd name="connsiteX33" fmla="*/ 1728468 w 2306523"/>
                  <a:gd name="connsiteY33" fmla="*/ 1017094 h 1141767"/>
                  <a:gd name="connsiteX34" fmla="*/ 1737481 w 2306523"/>
                  <a:gd name="connsiteY34" fmla="*/ 998054 h 1141767"/>
                  <a:gd name="connsiteX35" fmla="*/ 1789968 w 2306523"/>
                  <a:gd name="connsiteY35" fmla="*/ 914341 h 1141767"/>
                  <a:gd name="connsiteX36" fmla="*/ 2275045 w 2306523"/>
                  <a:gd name="connsiteY36" fmla="*/ 569209 h 1141767"/>
                  <a:gd name="connsiteX37" fmla="*/ 2293578 w 2306523"/>
                  <a:gd name="connsiteY37" fmla="*/ 566860 h 1141767"/>
                  <a:gd name="connsiteX38" fmla="*/ 1019479 w 2306523"/>
                  <a:gd name="connsiteY38" fmla="*/ 44273 h 11417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</a:cxnLst>
                <a:rect l="l" t="t" r="r" b="b"/>
                <a:pathLst>
                  <a:path w="2306523" h="1141767">
                    <a:moveTo>
                      <a:pt x="1342" y="636166"/>
                    </a:moveTo>
                    <a:cubicBezTo>
                      <a:pt x="-1069" y="628042"/>
                      <a:pt x="-206" y="619290"/>
                      <a:pt x="3754" y="611795"/>
                    </a:cubicBezTo>
                    <a:lnTo>
                      <a:pt x="3754" y="611795"/>
                    </a:lnTo>
                    <a:cubicBezTo>
                      <a:pt x="210656" y="221664"/>
                      <a:pt x="560740" y="10953"/>
                      <a:pt x="564675" y="8859"/>
                    </a:cubicBezTo>
                    <a:cubicBezTo>
                      <a:pt x="627063" y="-14751"/>
                      <a:pt x="839170" y="14190"/>
                      <a:pt x="979558" y="33357"/>
                    </a:cubicBezTo>
                    <a:lnTo>
                      <a:pt x="1020241" y="38815"/>
                    </a:lnTo>
                    <a:cubicBezTo>
                      <a:pt x="1486025" y="100505"/>
                      <a:pt x="1928453" y="344472"/>
                      <a:pt x="2306525" y="568320"/>
                    </a:cubicBezTo>
                    <a:lnTo>
                      <a:pt x="2304685" y="573524"/>
                    </a:lnTo>
                    <a:cubicBezTo>
                      <a:pt x="2295209" y="572318"/>
                      <a:pt x="2285594" y="572858"/>
                      <a:pt x="2276315" y="575111"/>
                    </a:cubicBezTo>
                    <a:cubicBezTo>
                      <a:pt x="2160805" y="602655"/>
                      <a:pt x="1886057" y="798261"/>
                      <a:pt x="1794347" y="918213"/>
                    </a:cubicBezTo>
                    <a:cubicBezTo>
                      <a:pt x="1774361" y="943949"/>
                      <a:pt x="1756952" y="971583"/>
                      <a:pt x="1742367" y="1000720"/>
                    </a:cubicBezTo>
                    <a:cubicBezTo>
                      <a:pt x="1739385" y="1007067"/>
                      <a:pt x="1736402" y="1013414"/>
                      <a:pt x="1733482" y="1019760"/>
                    </a:cubicBezTo>
                    <a:cubicBezTo>
                      <a:pt x="1721614" y="1045147"/>
                      <a:pt x="1709301" y="1071296"/>
                      <a:pt x="1690642" y="1092493"/>
                    </a:cubicBezTo>
                    <a:cubicBezTo>
                      <a:pt x="1633522" y="1157483"/>
                      <a:pt x="1570055" y="1145488"/>
                      <a:pt x="1510713" y="1127654"/>
                    </a:cubicBezTo>
                    <a:cubicBezTo>
                      <a:pt x="1466858" y="1114961"/>
                      <a:pt x="1420844" y="1105250"/>
                      <a:pt x="1376417" y="1095921"/>
                    </a:cubicBezTo>
                    <a:cubicBezTo>
                      <a:pt x="1321455" y="1084623"/>
                      <a:pt x="1264716" y="1072946"/>
                      <a:pt x="1210769" y="1054540"/>
                    </a:cubicBezTo>
                    <a:cubicBezTo>
                      <a:pt x="1044231" y="997864"/>
                      <a:pt x="877123" y="952485"/>
                      <a:pt x="715726" y="908566"/>
                    </a:cubicBezTo>
                    <a:cubicBezTo>
                      <a:pt x="621732" y="883179"/>
                      <a:pt x="524627" y="856650"/>
                      <a:pt x="427523" y="828090"/>
                    </a:cubicBezTo>
                    <a:cubicBezTo>
                      <a:pt x="303318" y="791406"/>
                      <a:pt x="141922" y="723750"/>
                      <a:pt x="16892" y="655651"/>
                    </a:cubicBezTo>
                    <a:cubicBezTo>
                      <a:pt x="13598" y="653867"/>
                      <a:pt x="10647" y="651506"/>
                      <a:pt x="8197" y="648669"/>
                    </a:cubicBezTo>
                    <a:cubicBezTo>
                      <a:pt x="5030" y="645051"/>
                      <a:pt x="2694" y="640780"/>
                      <a:pt x="1342" y="636166"/>
                    </a:cubicBezTo>
                    <a:close/>
                    <a:moveTo>
                      <a:pt x="1019479" y="44273"/>
                    </a:moveTo>
                    <a:lnTo>
                      <a:pt x="978797" y="38752"/>
                    </a:lnTo>
                    <a:cubicBezTo>
                      <a:pt x="847420" y="20854"/>
                      <a:pt x="627634" y="-9166"/>
                      <a:pt x="566960" y="13809"/>
                    </a:cubicBezTo>
                    <a:cubicBezTo>
                      <a:pt x="563469" y="15903"/>
                      <a:pt x="214718" y="225789"/>
                      <a:pt x="8451" y="614460"/>
                    </a:cubicBezTo>
                    <a:lnTo>
                      <a:pt x="8451" y="614460"/>
                    </a:lnTo>
                    <a:cubicBezTo>
                      <a:pt x="1710" y="627458"/>
                      <a:pt x="6483" y="643452"/>
                      <a:pt x="19240" y="650636"/>
                    </a:cubicBezTo>
                    <a:cubicBezTo>
                      <a:pt x="144206" y="718546"/>
                      <a:pt x="304841" y="786075"/>
                      <a:pt x="428792" y="822632"/>
                    </a:cubicBezTo>
                    <a:cubicBezTo>
                      <a:pt x="525833" y="851192"/>
                      <a:pt x="622938" y="877531"/>
                      <a:pt x="716869" y="903045"/>
                    </a:cubicBezTo>
                    <a:cubicBezTo>
                      <a:pt x="878519" y="946964"/>
                      <a:pt x="1045691" y="992343"/>
                      <a:pt x="1212418" y="1049019"/>
                    </a:cubicBezTo>
                    <a:cubicBezTo>
                      <a:pt x="1265985" y="1067297"/>
                      <a:pt x="1322660" y="1078975"/>
                      <a:pt x="1377432" y="1090209"/>
                    </a:cubicBezTo>
                    <a:cubicBezTo>
                      <a:pt x="1421859" y="1099411"/>
                      <a:pt x="1468127" y="1108868"/>
                      <a:pt x="1512173" y="1121942"/>
                    </a:cubicBezTo>
                    <a:cubicBezTo>
                      <a:pt x="1572530" y="1140030"/>
                      <a:pt x="1631237" y="1151074"/>
                      <a:pt x="1686580" y="1088432"/>
                    </a:cubicBezTo>
                    <a:cubicBezTo>
                      <a:pt x="1704668" y="1067805"/>
                      <a:pt x="1716790" y="1042037"/>
                      <a:pt x="1728468" y="1017094"/>
                    </a:cubicBezTo>
                    <a:cubicBezTo>
                      <a:pt x="1731451" y="1010748"/>
                      <a:pt x="1734371" y="1004401"/>
                      <a:pt x="1737481" y="998054"/>
                    </a:cubicBezTo>
                    <a:cubicBezTo>
                      <a:pt x="1752199" y="968498"/>
                      <a:pt x="1769779" y="940465"/>
                      <a:pt x="1789968" y="914341"/>
                    </a:cubicBezTo>
                    <a:cubicBezTo>
                      <a:pt x="1882185" y="793754"/>
                      <a:pt x="2158711" y="597007"/>
                      <a:pt x="2275045" y="569209"/>
                    </a:cubicBezTo>
                    <a:cubicBezTo>
                      <a:pt x="2281119" y="567768"/>
                      <a:pt x="2287333" y="566981"/>
                      <a:pt x="2293578" y="566860"/>
                    </a:cubicBezTo>
                    <a:cubicBezTo>
                      <a:pt x="1918234" y="345106"/>
                      <a:pt x="1480122" y="105265"/>
                      <a:pt x="1019479" y="44273"/>
                    </a:cubicBezTo>
                    <a:close/>
                  </a:path>
                </a:pathLst>
              </a:custGeom>
              <a:solidFill>
                <a:srgbClr val="FFFF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2152" name=""/>
              <p:cNvSpPr/>
              <p:nvPr/>
            </p:nvSpPr>
            <p:spPr>
              <a:xfrm>
                <a:off x="2105380" y="5120389"/>
                <a:ext cx="73572" cy="40996"/>
              </a:xfrm>
              <a:custGeom>
                <a:avLst/>
                <a:gdLst>
                  <a:gd name="connsiteX0" fmla="*/ 70878 w 73566"/>
                  <a:gd name="connsiteY0" fmla="*/ 34981 h 40915"/>
                  <a:gd name="connsiteX1" fmla="*/ 52853 w 73566"/>
                  <a:gd name="connsiteY1" fmla="*/ 40503 h 40915"/>
                  <a:gd name="connsiteX2" fmla="*/ 12361 w 73566"/>
                  <a:gd name="connsiteY2" fmla="*/ 28190 h 40915"/>
                  <a:gd name="connsiteX3" fmla="*/ 239 w 73566"/>
                  <a:gd name="connsiteY3" fmla="*/ 10991 h 40915"/>
                  <a:gd name="connsiteX4" fmla="*/ 15090 w 73566"/>
                  <a:gd name="connsiteY4" fmla="*/ 2169 h 40915"/>
                  <a:gd name="connsiteX5" fmla="*/ 24801 w 73566"/>
                  <a:gd name="connsiteY5" fmla="*/ 9975 h 40915"/>
                  <a:gd name="connsiteX6" fmla="*/ 54059 w 73566"/>
                  <a:gd name="connsiteY6" fmla="*/ 19813 h 40915"/>
                  <a:gd name="connsiteX7" fmla="*/ 71957 w 73566"/>
                  <a:gd name="connsiteY7" fmla="*/ 33712 h 40915"/>
                  <a:gd name="connsiteX8" fmla="*/ 70878 w 73566"/>
                  <a:gd name="connsiteY8" fmla="*/ 34981 h 409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73566" h="40915">
                    <a:moveTo>
                      <a:pt x="70878" y="34981"/>
                    </a:moveTo>
                    <a:cubicBezTo>
                      <a:pt x="65439" y="38326"/>
                      <a:pt x="59232" y="40224"/>
                      <a:pt x="52853" y="40503"/>
                    </a:cubicBezTo>
                    <a:cubicBezTo>
                      <a:pt x="38218" y="42362"/>
                      <a:pt x="23487" y="37882"/>
                      <a:pt x="12361" y="28190"/>
                    </a:cubicBezTo>
                    <a:cubicBezTo>
                      <a:pt x="6694" y="23798"/>
                      <a:pt x="2467" y="17807"/>
                      <a:pt x="239" y="10991"/>
                    </a:cubicBezTo>
                    <a:cubicBezTo>
                      <a:pt x="-1538" y="836"/>
                      <a:pt x="6966" y="-2718"/>
                      <a:pt x="15090" y="2169"/>
                    </a:cubicBezTo>
                    <a:cubicBezTo>
                      <a:pt x="18511" y="4536"/>
                      <a:pt x="21754" y="7145"/>
                      <a:pt x="24801" y="9975"/>
                    </a:cubicBezTo>
                    <a:cubicBezTo>
                      <a:pt x="33090" y="16595"/>
                      <a:pt x="43454" y="20079"/>
                      <a:pt x="54059" y="19813"/>
                    </a:cubicBezTo>
                    <a:cubicBezTo>
                      <a:pt x="60406" y="19813"/>
                      <a:pt x="79129" y="21399"/>
                      <a:pt x="71957" y="33712"/>
                    </a:cubicBezTo>
                    <a:cubicBezTo>
                      <a:pt x="71671" y="34194"/>
                      <a:pt x="71303" y="34619"/>
                      <a:pt x="70878" y="34981"/>
                    </a:cubicBezTo>
                    <a:close/>
                  </a:path>
                </a:pathLst>
              </a:custGeom>
              <a:solidFill>
                <a:srgbClr val="E35136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grpSp>
          <p:nvGrpSpPr>
            <p:cNvPr id="7" name=""/>
            <p:cNvGrpSpPr/>
            <p:nvPr/>
          </p:nvGrpSpPr>
          <p:grpSpPr>
            <a:xfrm flipH="1">
              <a:off x="1018476" y="3544388"/>
              <a:ext cx="792319" cy="735955"/>
              <a:chOff x="3113234" y="3544388"/>
              <a:chExt cx="792319" cy="735955"/>
            </a:xfrm>
          </p:grpSpPr>
          <p:sp>
            <p:nvSpPr>
              <p:cNvPr id="8" name=""/>
              <p:cNvSpPr/>
              <p:nvPr/>
            </p:nvSpPr>
            <p:spPr>
              <a:xfrm>
                <a:off x="3113234" y="3544388"/>
                <a:ext cx="156311" cy="158755"/>
              </a:xfrm>
              <a:custGeom>
                <a:avLst/>
                <a:gdLst>
                  <a:gd name="connsiteX0" fmla="*/ 1 w 156299"/>
                  <a:gd name="connsiteY0" fmla="*/ 0 h 158442"/>
                  <a:gd name="connsiteX1" fmla="*/ 46015 w 156299"/>
                  <a:gd name="connsiteY1" fmla="*/ 156700 h 158442"/>
                  <a:gd name="connsiteX2" fmla="*/ 133155 w 156299"/>
                  <a:gd name="connsiteY2" fmla="*/ 132773 h 158442"/>
                  <a:gd name="connsiteX3" fmla="*/ 144642 w 156299"/>
                  <a:gd name="connsiteY3" fmla="*/ 19865 h 1584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6299" h="158442">
                    <a:moveTo>
                      <a:pt x="1" y="0"/>
                    </a:moveTo>
                    <a:lnTo>
                      <a:pt x="46015" y="156700"/>
                    </a:lnTo>
                    <a:cubicBezTo>
                      <a:pt x="52361" y="157842"/>
                      <a:pt x="101231" y="166156"/>
                      <a:pt x="133155" y="132773"/>
                    </a:cubicBezTo>
                    <a:cubicBezTo>
                      <a:pt x="159176" y="105609"/>
                      <a:pt x="163619" y="61563"/>
                      <a:pt x="144642" y="19865"/>
                    </a:cubicBezTo>
                    <a:close/>
                  </a:path>
                </a:pathLst>
              </a:custGeom>
              <a:solidFill>
                <a:srgbClr val="FF6B3A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9" name=""/>
              <p:cNvSpPr/>
              <p:nvPr/>
            </p:nvSpPr>
            <p:spPr>
              <a:xfrm>
                <a:off x="3159378" y="3564547"/>
                <a:ext cx="746175" cy="715796"/>
              </a:xfrm>
              <a:custGeom>
                <a:avLst/>
                <a:gdLst>
                  <a:gd name="connsiteX0" fmla="*/ 746118 w 746117"/>
                  <a:gd name="connsiteY0" fmla="*/ 599572 h 714383"/>
                  <a:gd name="connsiteX1" fmla="*/ 676305 w 746117"/>
                  <a:gd name="connsiteY1" fmla="*/ 694772 h 714383"/>
                  <a:gd name="connsiteX2" fmla="*/ 630863 w 746117"/>
                  <a:gd name="connsiteY2" fmla="*/ 714384 h 714383"/>
                  <a:gd name="connsiteX3" fmla="*/ 1 w 746117"/>
                  <a:gd name="connsiteY3" fmla="*/ 136835 h 714383"/>
                  <a:gd name="connsiteX4" fmla="*/ 77367 w 746117"/>
                  <a:gd name="connsiteY4" fmla="*/ 94566 h 714383"/>
                  <a:gd name="connsiteX5" fmla="*/ 98629 w 746117"/>
                  <a:gd name="connsiteY5" fmla="*/ 0 h 7143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746117" h="714383">
                    <a:moveTo>
                      <a:pt x="746118" y="599572"/>
                    </a:moveTo>
                    <a:cubicBezTo>
                      <a:pt x="735158" y="638719"/>
                      <a:pt x="710349" y="672553"/>
                      <a:pt x="676305" y="694772"/>
                    </a:cubicBezTo>
                    <a:cubicBezTo>
                      <a:pt x="662247" y="703588"/>
                      <a:pt x="646920" y="710201"/>
                      <a:pt x="630863" y="714384"/>
                    </a:cubicBezTo>
                    <a:lnTo>
                      <a:pt x="1" y="136835"/>
                    </a:lnTo>
                    <a:cubicBezTo>
                      <a:pt x="30389" y="133610"/>
                      <a:pt x="58238" y="118397"/>
                      <a:pt x="77367" y="94566"/>
                    </a:cubicBezTo>
                    <a:cubicBezTo>
                      <a:pt x="106816" y="56485"/>
                      <a:pt x="100342" y="10345"/>
                      <a:pt x="98629" y="0"/>
                    </a:cubicBezTo>
                    <a:close/>
                  </a:path>
                </a:pathLst>
              </a:custGeom>
              <a:solidFill>
                <a:srgbClr val="90C2E8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0" name=""/>
              <p:cNvSpPr/>
              <p:nvPr/>
            </p:nvSpPr>
            <p:spPr>
              <a:xfrm>
                <a:off x="3205967" y="3619682"/>
                <a:ext cx="687020" cy="626194"/>
              </a:xfrm>
              <a:custGeom>
                <a:avLst/>
                <a:gdLst>
                  <a:gd name="connsiteX0" fmla="*/ 49823 w 686966"/>
                  <a:gd name="connsiteY0" fmla="*/ 0 h 624958"/>
                  <a:gd name="connsiteX1" fmla="*/ 30783 w 686966"/>
                  <a:gd name="connsiteY1" fmla="*/ 39540 h 624958"/>
                  <a:gd name="connsiteX2" fmla="*/ 1 w 686966"/>
                  <a:gd name="connsiteY2" fmla="*/ 66323 h 624958"/>
                  <a:gd name="connsiteX3" fmla="*/ 48871 w 686966"/>
                  <a:gd name="connsiteY3" fmla="*/ 110750 h 624958"/>
                  <a:gd name="connsiteX4" fmla="*/ 562509 w 686966"/>
                  <a:gd name="connsiteY4" fmla="*/ 548037 h 624958"/>
                  <a:gd name="connsiteX5" fmla="*/ 648887 w 686966"/>
                  <a:gd name="connsiteY5" fmla="*/ 624959 h 624958"/>
                  <a:gd name="connsiteX6" fmla="*/ 686967 w 686966"/>
                  <a:gd name="connsiteY6" fmla="*/ 575391 h 624958"/>
                  <a:gd name="connsiteX7" fmla="*/ 49823 w 686966"/>
                  <a:gd name="connsiteY7" fmla="*/ 0 h 6249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86966" h="624958">
                    <a:moveTo>
                      <a:pt x="49823" y="0"/>
                    </a:moveTo>
                    <a:cubicBezTo>
                      <a:pt x="46250" y="14344"/>
                      <a:pt x="39770" y="27805"/>
                      <a:pt x="30783" y="39540"/>
                    </a:cubicBezTo>
                    <a:cubicBezTo>
                      <a:pt x="22373" y="50399"/>
                      <a:pt x="11914" y="59500"/>
                      <a:pt x="1" y="66323"/>
                    </a:cubicBezTo>
                    <a:cubicBezTo>
                      <a:pt x="16249" y="81238"/>
                      <a:pt x="32623" y="96026"/>
                      <a:pt x="48871" y="110750"/>
                    </a:cubicBezTo>
                    <a:cubicBezTo>
                      <a:pt x="223532" y="252408"/>
                      <a:pt x="394194" y="398890"/>
                      <a:pt x="562509" y="548037"/>
                    </a:cubicBezTo>
                    <a:cubicBezTo>
                      <a:pt x="591405" y="573424"/>
                      <a:pt x="620200" y="599065"/>
                      <a:pt x="648887" y="624959"/>
                    </a:cubicBezTo>
                    <a:cubicBezTo>
                      <a:pt x="664640" y="611028"/>
                      <a:pt x="677568" y="594203"/>
                      <a:pt x="686967" y="575391"/>
                    </a:cubicBezTo>
                    <a:cubicBezTo>
                      <a:pt x="476321" y="381817"/>
                      <a:pt x="264722" y="189131"/>
                      <a:pt x="49823" y="0"/>
                    </a:cubicBezTo>
                    <a:close/>
                  </a:path>
                </a:pathLst>
              </a:custGeom>
              <a:solidFill>
                <a:srgbClr val="C5F2FF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11" name=""/>
              <p:cNvSpPr/>
              <p:nvPr/>
            </p:nvSpPr>
            <p:spPr>
              <a:xfrm>
                <a:off x="3113234" y="3544388"/>
                <a:ext cx="49698" cy="53990"/>
              </a:xfrm>
              <a:custGeom>
                <a:avLst/>
                <a:gdLst>
                  <a:gd name="connsiteX0" fmla="*/ 0 w 49694"/>
                  <a:gd name="connsiteY0" fmla="*/ 0 h 53883"/>
                  <a:gd name="connsiteX1" fmla="*/ 15803 w 49694"/>
                  <a:gd name="connsiteY1" fmla="*/ 53883 h 53883"/>
                  <a:gd name="connsiteX2" fmla="*/ 49695 w 49694"/>
                  <a:gd name="connsiteY2" fmla="*/ 6855 h 53883"/>
                  <a:gd name="connsiteX3" fmla="*/ 0 w 49694"/>
                  <a:gd name="connsiteY3" fmla="*/ 0 h 53883"/>
                  <a:gd name="connsiteX4" fmla="*/ 0 w 49694"/>
                  <a:gd name="connsiteY4" fmla="*/ 0 h 53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694" h="53883">
                    <a:moveTo>
                      <a:pt x="0" y="0"/>
                    </a:moveTo>
                    <a:lnTo>
                      <a:pt x="15803" y="53883"/>
                    </a:lnTo>
                    <a:lnTo>
                      <a:pt x="49695" y="6855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52771"/>
              </a:solidFill>
              <a:ln w="6347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>
          <a:xfrm>
            <a:off x="1435345" y="1389636"/>
            <a:ext cx="5610114" cy="1842687"/>
          </a:xfrm>
        </p:spPr>
        <p:txBody>
          <a:bodyPr anchor="ctr">
            <a:noAutofit/>
          </a:bodyPr>
          <a:lstStyle>
            <a:lvl1pPr lvl="0" algn="ctr" defTabSz="914354">
              <a:defRPr lang="zh-CN" altLang="en-US" sz="6000" b="1" dirty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" name=""/>
          <p:cNvSpPr>
            <a:spLocks noGrp="1"/>
          </p:cNvSpPr>
          <p:nvPr>
            <p:ph type="body" sz="quarter" idx="13" hasCustomPrompt="1"/>
          </p:nvPr>
        </p:nvSpPr>
        <p:spPr>
          <a:xfrm>
            <a:off x="1432338" y="3555565"/>
            <a:ext cx="5568950" cy="296271"/>
          </a:xfrm>
        </p:spPr>
        <p:txBody>
          <a:bodyPr anchor="ctr"/>
          <a:lstStyle>
            <a:lvl1pPr marL="0" indent="0" algn="ctr">
              <a:buNone/>
              <a:defRPr lang="zh-CN" altLang="en-US" sz="16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5" name=""/>
          <p:cNvSpPr>
            <a:spLocks noGrp="1"/>
          </p:cNvSpPr>
          <p:nvPr>
            <p:ph type="body" sz="quarter" idx="14" hasCustomPrompt="1"/>
          </p:nvPr>
        </p:nvSpPr>
        <p:spPr>
          <a:xfrm>
            <a:off x="1432338" y="3851836"/>
            <a:ext cx="5568950" cy="296271"/>
          </a:xfrm>
        </p:spPr>
        <p:txBody>
          <a:bodyPr anchor="ctr"/>
          <a:lstStyle>
            <a:lvl1pPr marL="0" indent="0" algn="ctr">
              <a:buNone/>
              <a:defRPr lang="zh-CN" altLang="en-US" sz="1200" b="0" dirty="0" smtClean="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www.islide.cc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EFDB"/>
            </a:gs>
            <a:gs pos="100000">
              <a:srgbClr val="FFFAF5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3" name="组合 422"/>
          <p:cNvGrpSpPr/>
          <p:nvPr/>
        </p:nvGrpSpPr>
        <p:grpSpPr>
          <a:xfrm>
            <a:off x="0" y="1711770"/>
            <a:ext cx="12189650" cy="5146230"/>
            <a:chOff x="0" y="7156450"/>
            <a:chExt cx="12189650" cy="5146230"/>
          </a:xfrm>
        </p:grpSpPr>
        <p:sp>
          <p:nvSpPr>
            <p:cNvPr id="235" name="任意多边形: 形状 234"/>
            <p:cNvSpPr/>
            <p:nvPr/>
          </p:nvSpPr>
          <p:spPr>
            <a:xfrm>
              <a:off x="9130347" y="9801034"/>
              <a:ext cx="3059303" cy="2501646"/>
            </a:xfrm>
            <a:custGeom>
              <a:avLst/>
              <a:gdLst>
                <a:gd name="connsiteX0" fmla="*/ 3059049 w 3059303"/>
                <a:gd name="connsiteY0" fmla="*/ -268 h 2501646"/>
                <a:gd name="connsiteX1" fmla="*/ 2305876 w 3059303"/>
                <a:gd name="connsiteY1" fmla="*/ 1027988 h 2501646"/>
                <a:gd name="connsiteX2" fmla="*/ 1955609 w 3059303"/>
                <a:gd name="connsiteY2" fmla="*/ 1054594 h 2501646"/>
                <a:gd name="connsiteX3" fmla="*/ 1599502 w 3059303"/>
                <a:gd name="connsiteY3" fmla="*/ 1855075 h 2501646"/>
                <a:gd name="connsiteX4" fmla="*/ 1282002 w 3059303"/>
                <a:gd name="connsiteY4" fmla="*/ 1784463 h 2501646"/>
                <a:gd name="connsiteX5" fmla="*/ 997776 w 3059303"/>
                <a:gd name="connsiteY5" fmla="*/ 2154097 h 2501646"/>
                <a:gd name="connsiteX6" fmla="*/ 366585 w 3059303"/>
                <a:gd name="connsiteY6" fmla="*/ 2202039 h 2501646"/>
                <a:gd name="connsiteX7" fmla="*/ 0 w 3059303"/>
                <a:gd name="connsiteY7" fmla="*/ 2501378 h 2501646"/>
                <a:gd name="connsiteX8" fmla="*/ 3059303 w 3059303"/>
                <a:gd name="connsiteY8" fmla="*/ 2501378 h 250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9303" h="2501646">
                  <a:moveTo>
                    <a:pt x="3059049" y="-268"/>
                  </a:moveTo>
                  <a:cubicBezTo>
                    <a:pt x="2609215" y="129526"/>
                    <a:pt x="2174558" y="533132"/>
                    <a:pt x="2305876" y="1027988"/>
                  </a:cubicBezTo>
                  <a:cubicBezTo>
                    <a:pt x="2188718" y="1007185"/>
                    <a:pt x="2068259" y="1016336"/>
                    <a:pt x="1955609" y="1054594"/>
                  </a:cubicBezTo>
                  <a:cubicBezTo>
                    <a:pt x="1640713" y="1164005"/>
                    <a:pt x="1394206" y="1539544"/>
                    <a:pt x="1599502" y="1855075"/>
                  </a:cubicBezTo>
                  <a:cubicBezTo>
                    <a:pt x="1436180" y="1753475"/>
                    <a:pt x="1329436" y="1770112"/>
                    <a:pt x="1282002" y="1784463"/>
                  </a:cubicBezTo>
                  <a:cubicBezTo>
                    <a:pt x="1141667" y="1826564"/>
                    <a:pt x="1048957" y="1987663"/>
                    <a:pt x="997776" y="2154097"/>
                  </a:cubicBezTo>
                  <a:cubicBezTo>
                    <a:pt x="827151" y="2106408"/>
                    <a:pt x="575310" y="2111742"/>
                    <a:pt x="366585" y="2202039"/>
                  </a:cubicBezTo>
                  <a:cubicBezTo>
                    <a:pt x="219139" y="2265539"/>
                    <a:pt x="94171" y="2371965"/>
                    <a:pt x="0" y="2501378"/>
                  </a:cubicBezTo>
                  <a:lnTo>
                    <a:pt x="3059303" y="2501378"/>
                  </a:lnTo>
                  <a:close/>
                </a:path>
              </a:pathLst>
            </a:custGeom>
            <a:solidFill>
              <a:srgbClr val="FFEBD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6" name="任意多边形: 形状 235"/>
            <p:cNvSpPr/>
            <p:nvPr/>
          </p:nvSpPr>
          <p:spPr>
            <a:xfrm>
              <a:off x="9495980" y="10635551"/>
              <a:ext cx="2693415" cy="1667129"/>
            </a:xfrm>
            <a:custGeom>
              <a:avLst/>
              <a:gdLst>
                <a:gd name="connsiteX0" fmla="*/ 2693416 w 2693415"/>
                <a:gd name="connsiteY0" fmla="*/ 1666861 h 1667129"/>
                <a:gd name="connsiteX1" fmla="*/ 2693416 w 2693415"/>
                <a:gd name="connsiteY1" fmla="*/ -268 h 1667129"/>
                <a:gd name="connsiteX2" fmla="*/ 2128838 w 2693415"/>
                <a:gd name="connsiteY2" fmla="*/ 751572 h 1667129"/>
                <a:gd name="connsiteX3" fmla="*/ 1816544 w 2693415"/>
                <a:gd name="connsiteY3" fmla="*/ 729538 h 1667129"/>
                <a:gd name="connsiteX4" fmla="*/ 1398524 w 2693415"/>
                <a:gd name="connsiteY4" fmla="*/ 1389112 h 1667129"/>
                <a:gd name="connsiteX5" fmla="*/ 1127506 w 2693415"/>
                <a:gd name="connsiteY5" fmla="*/ 1285607 h 1667129"/>
                <a:gd name="connsiteX6" fmla="*/ 829056 w 2693415"/>
                <a:gd name="connsiteY6" fmla="*/ 1574659 h 1667129"/>
                <a:gd name="connsiteX7" fmla="*/ 266192 w 2693415"/>
                <a:gd name="connsiteY7" fmla="*/ 1534972 h 1667129"/>
                <a:gd name="connsiteX8" fmla="*/ 0 w 2693415"/>
                <a:gd name="connsiteY8" fmla="*/ 1666861 h 1667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93415" h="1667129">
                  <a:moveTo>
                    <a:pt x="2693416" y="1666861"/>
                  </a:moveTo>
                  <a:lnTo>
                    <a:pt x="2693416" y="-268"/>
                  </a:lnTo>
                  <a:cubicBezTo>
                    <a:pt x="2365883" y="117144"/>
                    <a:pt x="2087054" y="383590"/>
                    <a:pt x="2128838" y="751572"/>
                  </a:cubicBezTo>
                  <a:cubicBezTo>
                    <a:pt x="2028253" y="717974"/>
                    <a:pt x="1920812" y="710393"/>
                    <a:pt x="1816544" y="729538"/>
                  </a:cubicBezTo>
                  <a:cubicBezTo>
                    <a:pt x="1524444" y="785100"/>
                    <a:pt x="1258506" y="1084249"/>
                    <a:pt x="1398524" y="1389112"/>
                  </a:cubicBezTo>
                  <a:cubicBezTo>
                    <a:pt x="1267777" y="1278368"/>
                    <a:pt x="1171448" y="1279194"/>
                    <a:pt x="1127506" y="1285607"/>
                  </a:cubicBezTo>
                  <a:cubicBezTo>
                    <a:pt x="998347" y="1304657"/>
                    <a:pt x="895667" y="1434261"/>
                    <a:pt x="829056" y="1574659"/>
                  </a:cubicBezTo>
                  <a:cubicBezTo>
                    <a:pt x="684784" y="1510461"/>
                    <a:pt x="461963" y="1482394"/>
                    <a:pt x="266192" y="1534972"/>
                  </a:cubicBezTo>
                  <a:cubicBezTo>
                    <a:pt x="169799" y="1561388"/>
                    <a:pt x="79438" y="1606155"/>
                    <a:pt x="0" y="1666861"/>
                  </a:cubicBezTo>
                  <a:close/>
                </a:path>
              </a:pathLst>
            </a:custGeom>
            <a:solidFill>
              <a:srgbClr val="FFD09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7" name="任意多边形: 形状 236"/>
            <p:cNvSpPr/>
            <p:nvPr/>
          </p:nvSpPr>
          <p:spPr>
            <a:xfrm>
              <a:off x="0" y="10463466"/>
              <a:ext cx="12189396" cy="1839214"/>
            </a:xfrm>
            <a:custGeom>
              <a:avLst/>
              <a:gdLst>
                <a:gd name="connsiteX0" fmla="*/ 7658100 w 12189396"/>
                <a:gd name="connsiteY0" fmla="*/ 1429308 h 1839214"/>
                <a:gd name="connsiteX1" fmla="*/ 2755900 w 12189396"/>
                <a:gd name="connsiteY1" fmla="*/ 73011 h 1839214"/>
                <a:gd name="connsiteX2" fmla="*/ 0 w 12189396"/>
                <a:gd name="connsiteY2" fmla="*/ -268 h 1839214"/>
                <a:gd name="connsiteX3" fmla="*/ 0 w 12189396"/>
                <a:gd name="connsiteY3" fmla="*/ 1838946 h 1839214"/>
                <a:gd name="connsiteX4" fmla="*/ 12189396 w 12189396"/>
                <a:gd name="connsiteY4" fmla="*/ 1838946 h 1839214"/>
                <a:gd name="connsiteX5" fmla="*/ 12189396 w 12189396"/>
                <a:gd name="connsiteY5" fmla="*/ 1246682 h 1839214"/>
                <a:gd name="connsiteX6" fmla="*/ 7658100 w 12189396"/>
                <a:gd name="connsiteY6" fmla="*/ 1429308 h 1839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189396" h="1839214">
                  <a:moveTo>
                    <a:pt x="7658100" y="1429308"/>
                  </a:moveTo>
                  <a:cubicBezTo>
                    <a:pt x="5567236" y="856601"/>
                    <a:pt x="5047107" y="101649"/>
                    <a:pt x="2755900" y="73011"/>
                  </a:cubicBezTo>
                  <a:cubicBezTo>
                    <a:pt x="1484313" y="57136"/>
                    <a:pt x="581279" y="536561"/>
                    <a:pt x="0" y="-268"/>
                  </a:cubicBezTo>
                  <a:lnTo>
                    <a:pt x="0" y="1838946"/>
                  </a:lnTo>
                  <a:lnTo>
                    <a:pt x="12189396" y="1838946"/>
                  </a:lnTo>
                  <a:lnTo>
                    <a:pt x="12189396" y="1246682"/>
                  </a:lnTo>
                  <a:cubicBezTo>
                    <a:pt x="10976864" y="800086"/>
                    <a:pt x="9442450" y="1918321"/>
                    <a:pt x="7658100" y="1429308"/>
                  </a:cubicBezTo>
                  <a:close/>
                </a:path>
              </a:pathLst>
            </a:custGeom>
            <a:solidFill>
              <a:srgbClr val="FFDEB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8" name="任意多边形: 形状 237"/>
            <p:cNvSpPr/>
            <p:nvPr/>
          </p:nvSpPr>
          <p:spPr>
            <a:xfrm>
              <a:off x="9666287" y="9986581"/>
              <a:ext cx="63500" cy="6159"/>
            </a:xfrm>
            <a:custGeom>
              <a:avLst/>
              <a:gdLst>
                <a:gd name="connsiteX0" fmla="*/ 63500 w 63500"/>
                <a:gd name="connsiteY0" fmla="*/ 0 h 6159"/>
                <a:gd name="connsiteX1" fmla="*/ 0 w 63500"/>
                <a:gd name="connsiteY1" fmla="*/ 6160 h 6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3500" h="6159">
                  <a:moveTo>
                    <a:pt x="63500" y="0"/>
                  </a:moveTo>
                  <a:lnTo>
                    <a:pt x="0" y="6160"/>
                  </a:lnTo>
                </a:path>
              </a:pathLst>
            </a:custGeom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39" name="任意多边形: 形状 238"/>
            <p:cNvSpPr/>
            <p:nvPr/>
          </p:nvSpPr>
          <p:spPr>
            <a:xfrm>
              <a:off x="9631806" y="9891423"/>
              <a:ext cx="50057" cy="73758"/>
            </a:xfrm>
            <a:custGeom>
              <a:avLst/>
              <a:gdLst>
                <a:gd name="connsiteX0" fmla="*/ 3874 w 50057"/>
                <a:gd name="connsiteY0" fmla="*/ 7705 h 73758"/>
                <a:gd name="connsiteX1" fmla="*/ 49785 w 50057"/>
                <a:gd name="connsiteY1" fmla="*/ 18436 h 73758"/>
                <a:gd name="connsiteX2" fmla="*/ 0 w 50057"/>
                <a:gd name="connsiteY2" fmla="*/ 73491 h 73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0057" h="73758">
                  <a:moveTo>
                    <a:pt x="3874" y="7705"/>
                  </a:moveTo>
                  <a:cubicBezTo>
                    <a:pt x="3874" y="7705"/>
                    <a:pt x="45212" y="-16044"/>
                    <a:pt x="49785" y="18436"/>
                  </a:cubicBezTo>
                  <a:cubicBezTo>
                    <a:pt x="54356" y="52917"/>
                    <a:pt x="0" y="73491"/>
                    <a:pt x="0" y="73491"/>
                  </a:cubicBezTo>
                </a:path>
              </a:pathLst>
            </a:custGeom>
            <a:solidFill>
              <a:srgbClr val="263363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0" name="任意多边形: 形状 239"/>
            <p:cNvSpPr/>
            <p:nvPr/>
          </p:nvSpPr>
          <p:spPr>
            <a:xfrm>
              <a:off x="9263885" y="10162138"/>
              <a:ext cx="607709" cy="650332"/>
            </a:xfrm>
            <a:custGeom>
              <a:avLst/>
              <a:gdLst>
                <a:gd name="connsiteX0" fmla="*/ 174056 w 607709"/>
                <a:gd name="connsiteY0" fmla="*/ 532327 h 650332"/>
                <a:gd name="connsiteX1" fmla="*/ 171134 w 607709"/>
                <a:gd name="connsiteY1" fmla="*/ 611702 h 650332"/>
                <a:gd name="connsiteX2" fmla="*/ 171134 w 607709"/>
                <a:gd name="connsiteY2" fmla="*/ 634245 h 650332"/>
                <a:gd name="connsiteX3" fmla="*/ 299023 w 607709"/>
                <a:gd name="connsiteY3" fmla="*/ 649929 h 650332"/>
                <a:gd name="connsiteX4" fmla="*/ 362523 w 607709"/>
                <a:gd name="connsiteY4" fmla="*/ 645230 h 650332"/>
                <a:gd name="connsiteX5" fmla="*/ 347919 w 607709"/>
                <a:gd name="connsiteY5" fmla="*/ 640341 h 650332"/>
                <a:gd name="connsiteX6" fmla="*/ 337251 w 607709"/>
                <a:gd name="connsiteY6" fmla="*/ 582365 h 650332"/>
                <a:gd name="connsiteX7" fmla="*/ 471299 w 607709"/>
                <a:gd name="connsiteY7" fmla="*/ 457207 h 650332"/>
                <a:gd name="connsiteX8" fmla="*/ 498223 w 607709"/>
                <a:gd name="connsiteY8" fmla="*/ 459302 h 650332"/>
                <a:gd name="connsiteX9" fmla="*/ 555373 w 607709"/>
                <a:gd name="connsiteY9" fmla="*/ 41282 h 650332"/>
                <a:gd name="connsiteX10" fmla="*/ 469839 w 607709"/>
                <a:gd name="connsiteY10" fmla="*/ 769 h 650332"/>
                <a:gd name="connsiteX11" fmla="*/ 269814 w 607709"/>
                <a:gd name="connsiteY11" fmla="*/ 100908 h 650332"/>
                <a:gd name="connsiteX12" fmla="*/ 248160 w 607709"/>
                <a:gd name="connsiteY12" fmla="*/ 108846 h 650332"/>
                <a:gd name="connsiteX13" fmla="*/ 254510 w 607709"/>
                <a:gd name="connsiteY13" fmla="*/ 148279 h 650332"/>
                <a:gd name="connsiteX14" fmla="*/ 241810 w 607709"/>
                <a:gd name="connsiteY14" fmla="*/ 159646 h 650332"/>
                <a:gd name="connsiteX15" fmla="*/ 223967 w 607709"/>
                <a:gd name="connsiteY15" fmla="*/ 190824 h 650332"/>
                <a:gd name="connsiteX16" fmla="*/ 218696 w 607709"/>
                <a:gd name="connsiteY16" fmla="*/ 204159 h 650332"/>
                <a:gd name="connsiteX17" fmla="*/ 121605 w 607709"/>
                <a:gd name="connsiteY17" fmla="*/ 301124 h 650332"/>
                <a:gd name="connsiteX18" fmla="*/ 8320 w 607709"/>
                <a:gd name="connsiteY18" fmla="*/ 510674 h 650332"/>
                <a:gd name="connsiteX19" fmla="*/ 58612 w 607709"/>
                <a:gd name="connsiteY19" fmla="*/ 564395 h 650332"/>
                <a:gd name="connsiteX20" fmla="*/ 117159 w 607709"/>
                <a:gd name="connsiteY20" fmla="*/ 561283 h 650332"/>
                <a:gd name="connsiteX21" fmla="*/ 174056 w 607709"/>
                <a:gd name="connsiteY21" fmla="*/ 532327 h 6503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7709" h="650332">
                  <a:moveTo>
                    <a:pt x="174056" y="532327"/>
                  </a:moveTo>
                  <a:cubicBezTo>
                    <a:pt x="172278" y="553854"/>
                    <a:pt x="171706" y="583127"/>
                    <a:pt x="171134" y="611702"/>
                  </a:cubicBezTo>
                  <a:cubicBezTo>
                    <a:pt x="171134" y="620592"/>
                    <a:pt x="171134" y="627958"/>
                    <a:pt x="171134" y="634245"/>
                  </a:cubicBezTo>
                  <a:cubicBezTo>
                    <a:pt x="211584" y="648596"/>
                    <a:pt x="257495" y="650691"/>
                    <a:pt x="299023" y="649929"/>
                  </a:cubicBezTo>
                  <a:cubicBezTo>
                    <a:pt x="320233" y="649529"/>
                    <a:pt x="341442" y="647961"/>
                    <a:pt x="362523" y="645230"/>
                  </a:cubicBezTo>
                  <a:cubicBezTo>
                    <a:pt x="357761" y="643217"/>
                    <a:pt x="352935" y="641585"/>
                    <a:pt x="347919" y="640341"/>
                  </a:cubicBezTo>
                  <a:cubicBezTo>
                    <a:pt x="301119" y="628593"/>
                    <a:pt x="318835" y="599701"/>
                    <a:pt x="337251" y="582365"/>
                  </a:cubicBezTo>
                  <a:cubicBezTo>
                    <a:pt x="334774" y="422472"/>
                    <a:pt x="380748" y="639515"/>
                    <a:pt x="471299" y="457207"/>
                  </a:cubicBezTo>
                  <a:cubicBezTo>
                    <a:pt x="479745" y="461061"/>
                    <a:pt x="489270" y="461804"/>
                    <a:pt x="498223" y="459302"/>
                  </a:cubicBezTo>
                  <a:cubicBezTo>
                    <a:pt x="583504" y="432886"/>
                    <a:pt x="663704" y="149105"/>
                    <a:pt x="555373" y="41282"/>
                  </a:cubicBezTo>
                  <a:cubicBezTo>
                    <a:pt x="532069" y="18777"/>
                    <a:pt x="502033" y="4547"/>
                    <a:pt x="469839" y="769"/>
                  </a:cubicBezTo>
                  <a:cubicBezTo>
                    <a:pt x="385574" y="-9391"/>
                    <a:pt x="303786" y="57411"/>
                    <a:pt x="269814" y="100908"/>
                  </a:cubicBezTo>
                  <a:cubicBezTo>
                    <a:pt x="262067" y="101658"/>
                    <a:pt x="254573" y="104388"/>
                    <a:pt x="248160" y="108846"/>
                  </a:cubicBezTo>
                  <a:cubicBezTo>
                    <a:pt x="238000" y="116847"/>
                    <a:pt x="244096" y="132722"/>
                    <a:pt x="254510" y="148279"/>
                  </a:cubicBezTo>
                  <a:cubicBezTo>
                    <a:pt x="249811" y="151550"/>
                    <a:pt x="245557" y="155366"/>
                    <a:pt x="241810" y="159646"/>
                  </a:cubicBezTo>
                  <a:cubicBezTo>
                    <a:pt x="234317" y="169076"/>
                    <a:pt x="228284" y="179585"/>
                    <a:pt x="223967" y="190824"/>
                  </a:cubicBezTo>
                  <a:cubicBezTo>
                    <a:pt x="222061" y="195206"/>
                    <a:pt x="220474" y="199778"/>
                    <a:pt x="218696" y="204159"/>
                  </a:cubicBezTo>
                  <a:cubicBezTo>
                    <a:pt x="205552" y="236671"/>
                    <a:pt x="147258" y="276549"/>
                    <a:pt x="121605" y="301124"/>
                  </a:cubicBezTo>
                  <a:cubicBezTo>
                    <a:pt x="65915" y="354591"/>
                    <a:pt x="-28573" y="420885"/>
                    <a:pt x="8320" y="510674"/>
                  </a:cubicBezTo>
                  <a:cubicBezTo>
                    <a:pt x="18163" y="534004"/>
                    <a:pt x="36007" y="553060"/>
                    <a:pt x="58612" y="564395"/>
                  </a:cubicBezTo>
                  <a:cubicBezTo>
                    <a:pt x="78170" y="567278"/>
                    <a:pt x="98046" y="566217"/>
                    <a:pt x="117159" y="561283"/>
                  </a:cubicBezTo>
                  <a:cubicBezTo>
                    <a:pt x="137924" y="555651"/>
                    <a:pt x="157292" y="545789"/>
                    <a:pt x="174056" y="532327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1" name="任意多边形: 形状 240"/>
            <p:cNvSpPr/>
            <p:nvPr/>
          </p:nvSpPr>
          <p:spPr>
            <a:xfrm>
              <a:off x="9294939" y="10716323"/>
              <a:ext cx="7111" cy="3428"/>
            </a:xfrm>
            <a:custGeom>
              <a:avLst/>
              <a:gdLst>
                <a:gd name="connsiteX0" fmla="*/ 7112 w 7111"/>
                <a:gd name="connsiteY0" fmla="*/ 3161 h 3428"/>
                <a:gd name="connsiteX1" fmla="*/ 7112 w 7111"/>
                <a:gd name="connsiteY1" fmla="*/ 3161 h 3428"/>
                <a:gd name="connsiteX2" fmla="*/ 0 w 7111"/>
                <a:gd name="connsiteY2" fmla="*/ -268 h 3428"/>
                <a:gd name="connsiteX3" fmla="*/ 7112 w 7111"/>
                <a:gd name="connsiteY3" fmla="*/ 3161 h 3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111" h="3428">
                  <a:moveTo>
                    <a:pt x="7112" y="3161"/>
                  </a:moveTo>
                  <a:lnTo>
                    <a:pt x="7112" y="3161"/>
                  </a:lnTo>
                  <a:cubicBezTo>
                    <a:pt x="4635" y="2183"/>
                    <a:pt x="2286" y="1040"/>
                    <a:pt x="0" y="-268"/>
                  </a:cubicBezTo>
                  <a:cubicBezTo>
                    <a:pt x="2286" y="1027"/>
                    <a:pt x="4699" y="2177"/>
                    <a:pt x="7112" y="3161"/>
                  </a:cubicBezTo>
                  <a:close/>
                </a:path>
              </a:pathLst>
            </a:custGeom>
            <a:solidFill>
              <a:srgbClr val="0082F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2" name="任意多边形: 形状 241"/>
            <p:cNvSpPr/>
            <p:nvPr/>
          </p:nvSpPr>
          <p:spPr>
            <a:xfrm>
              <a:off x="9390100" y="10551868"/>
              <a:ext cx="56766" cy="109112"/>
            </a:xfrm>
            <a:custGeom>
              <a:avLst/>
              <a:gdLst>
                <a:gd name="connsiteX0" fmla="*/ 47651 w 56766"/>
                <a:gd name="connsiteY0" fmla="*/ 2580 h 109112"/>
                <a:gd name="connsiteX1" fmla="*/ 470 w 56766"/>
                <a:gd name="connsiteY1" fmla="*/ 103037 h 109112"/>
                <a:gd name="connsiteX2" fmla="*/ 9169 w 56766"/>
                <a:gd name="connsiteY2" fmla="*/ 106085 h 109112"/>
                <a:gd name="connsiteX3" fmla="*/ 56350 w 56766"/>
                <a:gd name="connsiteY3" fmla="*/ 5628 h 109112"/>
                <a:gd name="connsiteX4" fmla="*/ 47651 w 56766"/>
                <a:gd name="connsiteY4" fmla="*/ 2580 h 10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6766" h="109112">
                  <a:moveTo>
                    <a:pt x="47651" y="2580"/>
                  </a:moveTo>
                  <a:cubicBezTo>
                    <a:pt x="32411" y="36444"/>
                    <a:pt x="16663" y="69934"/>
                    <a:pt x="470" y="103037"/>
                  </a:cubicBezTo>
                  <a:cubicBezTo>
                    <a:pt x="-2133" y="108371"/>
                    <a:pt x="6820" y="111355"/>
                    <a:pt x="9169" y="106085"/>
                  </a:cubicBezTo>
                  <a:cubicBezTo>
                    <a:pt x="25426" y="72811"/>
                    <a:pt x="41174" y="39327"/>
                    <a:pt x="56350" y="5628"/>
                  </a:cubicBezTo>
                  <a:cubicBezTo>
                    <a:pt x="58763" y="167"/>
                    <a:pt x="50000" y="-2817"/>
                    <a:pt x="47651" y="25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3" name="任意多边形: 形状 242"/>
            <p:cNvSpPr/>
            <p:nvPr/>
          </p:nvSpPr>
          <p:spPr>
            <a:xfrm>
              <a:off x="9241408" y="11752325"/>
              <a:ext cx="129540" cy="232536"/>
            </a:xfrm>
            <a:custGeom>
              <a:avLst/>
              <a:gdLst>
                <a:gd name="connsiteX0" fmla="*/ 129540 w 129540"/>
                <a:gd name="connsiteY0" fmla="*/ -268 h 232536"/>
                <a:gd name="connsiteX1" fmla="*/ 39624 w 129540"/>
                <a:gd name="connsiteY1" fmla="*/ -268 h 232536"/>
                <a:gd name="connsiteX2" fmla="*/ 0 w 129540"/>
                <a:gd name="connsiteY2" fmla="*/ 216394 h 232536"/>
                <a:gd name="connsiteX3" fmla="*/ 86995 w 129540"/>
                <a:gd name="connsiteY3" fmla="*/ 232269 h 232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9540" h="232536">
                  <a:moveTo>
                    <a:pt x="129540" y="-268"/>
                  </a:moveTo>
                  <a:cubicBezTo>
                    <a:pt x="99568" y="1574"/>
                    <a:pt x="69597" y="1574"/>
                    <a:pt x="39624" y="-268"/>
                  </a:cubicBezTo>
                  <a:lnTo>
                    <a:pt x="0" y="216394"/>
                  </a:lnTo>
                  <a:lnTo>
                    <a:pt x="86995" y="232269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4" name="任意多边形: 形状 243"/>
            <p:cNvSpPr/>
            <p:nvPr/>
          </p:nvSpPr>
          <p:spPr>
            <a:xfrm>
              <a:off x="9241408" y="11818683"/>
              <a:ext cx="114744" cy="166497"/>
            </a:xfrm>
            <a:custGeom>
              <a:avLst/>
              <a:gdLst>
                <a:gd name="connsiteX0" fmla="*/ 114745 w 114744"/>
                <a:gd name="connsiteY0" fmla="*/ 14337 h 166497"/>
                <a:gd name="connsiteX1" fmla="*/ 27560 w 114744"/>
                <a:gd name="connsiteY1" fmla="*/ -268 h 166497"/>
                <a:gd name="connsiteX2" fmla="*/ 0 w 114744"/>
                <a:gd name="connsiteY2" fmla="*/ 150354 h 166497"/>
                <a:gd name="connsiteX3" fmla="*/ 86995 w 114744"/>
                <a:gd name="connsiteY3" fmla="*/ 166229 h 1664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4744" h="166497">
                  <a:moveTo>
                    <a:pt x="114745" y="14337"/>
                  </a:moveTo>
                  <a:cubicBezTo>
                    <a:pt x="85408" y="11289"/>
                    <a:pt x="56261" y="6399"/>
                    <a:pt x="27560" y="-268"/>
                  </a:cubicBezTo>
                  <a:lnTo>
                    <a:pt x="0" y="150354"/>
                  </a:lnTo>
                  <a:lnTo>
                    <a:pt x="86995" y="166229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5" name="任意多边形: 形状 244"/>
            <p:cNvSpPr/>
            <p:nvPr/>
          </p:nvSpPr>
          <p:spPr>
            <a:xfrm>
              <a:off x="8974073" y="11968352"/>
              <a:ext cx="355028" cy="80829"/>
            </a:xfrm>
            <a:custGeom>
              <a:avLst/>
              <a:gdLst>
                <a:gd name="connsiteX0" fmla="*/ 5779 w 355028"/>
                <a:gd name="connsiteY0" fmla="*/ 31101 h 80829"/>
                <a:gd name="connsiteX1" fmla="*/ 79121 w 355028"/>
                <a:gd name="connsiteY1" fmla="*/ 45770 h 80829"/>
                <a:gd name="connsiteX2" fmla="*/ 204915 w 355028"/>
                <a:gd name="connsiteY2" fmla="*/ 67042 h 80829"/>
                <a:gd name="connsiteX3" fmla="*/ 325565 w 355028"/>
                <a:gd name="connsiteY3" fmla="*/ 78599 h 80829"/>
                <a:gd name="connsiteX4" fmla="*/ 355029 w 355028"/>
                <a:gd name="connsiteY4" fmla="*/ 34149 h 80829"/>
                <a:gd name="connsiteX5" fmla="*/ 354013 w 355028"/>
                <a:gd name="connsiteY5" fmla="*/ 48310 h 80829"/>
                <a:gd name="connsiteX6" fmla="*/ 0 w 355028"/>
                <a:gd name="connsiteY6" fmla="*/ -268 h 80829"/>
                <a:gd name="connsiteX7" fmla="*/ 1143 w 355028"/>
                <a:gd name="connsiteY7" fmla="*/ 3796 h 80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5028" h="80829">
                  <a:moveTo>
                    <a:pt x="5779" y="31101"/>
                  </a:moveTo>
                  <a:cubicBezTo>
                    <a:pt x="6477" y="35419"/>
                    <a:pt x="71882" y="44373"/>
                    <a:pt x="79121" y="45770"/>
                  </a:cubicBezTo>
                  <a:cubicBezTo>
                    <a:pt x="120904" y="53771"/>
                    <a:pt x="162814" y="60883"/>
                    <a:pt x="204915" y="67042"/>
                  </a:cubicBezTo>
                  <a:cubicBezTo>
                    <a:pt x="242443" y="72566"/>
                    <a:pt x="287465" y="85457"/>
                    <a:pt x="325565" y="78599"/>
                  </a:cubicBezTo>
                  <a:cubicBezTo>
                    <a:pt x="342329" y="75551"/>
                    <a:pt x="350012" y="48119"/>
                    <a:pt x="355029" y="34149"/>
                  </a:cubicBezTo>
                  <a:lnTo>
                    <a:pt x="354013" y="48310"/>
                  </a:lnTo>
                  <a:lnTo>
                    <a:pt x="0" y="-268"/>
                  </a:lnTo>
                  <a:lnTo>
                    <a:pt x="1143" y="3796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6" name="任意多边形: 形状 245"/>
            <p:cNvSpPr/>
            <p:nvPr/>
          </p:nvSpPr>
          <p:spPr>
            <a:xfrm>
              <a:off x="8965390" y="11827573"/>
              <a:ext cx="383531" cy="209817"/>
            </a:xfrm>
            <a:custGeom>
              <a:avLst/>
              <a:gdLst>
                <a:gd name="connsiteX0" fmla="*/ 378317 w 383531"/>
                <a:gd name="connsiteY0" fmla="*/ 65264 h 209817"/>
                <a:gd name="connsiteX1" fmla="*/ 355076 w 383531"/>
                <a:gd name="connsiteY1" fmla="*/ 74979 h 209817"/>
                <a:gd name="connsiteX2" fmla="*/ 294306 w 383531"/>
                <a:gd name="connsiteY2" fmla="*/ 50913 h 209817"/>
                <a:gd name="connsiteX3" fmla="*/ 289417 w 383531"/>
                <a:gd name="connsiteY3" fmla="*/ 60247 h 209817"/>
                <a:gd name="connsiteX4" fmla="*/ 316214 w 383531"/>
                <a:gd name="connsiteY4" fmla="*/ 71804 h 209817"/>
                <a:gd name="connsiteX5" fmla="*/ 302307 w 383531"/>
                <a:gd name="connsiteY5" fmla="*/ 15099 h 209817"/>
                <a:gd name="connsiteX6" fmla="*/ 242998 w 383531"/>
                <a:gd name="connsiteY6" fmla="*/ -268 h 209817"/>
                <a:gd name="connsiteX7" fmla="*/ 240204 w 383531"/>
                <a:gd name="connsiteY7" fmla="*/ 50151 h 209817"/>
                <a:gd name="connsiteX8" fmla="*/ 247062 w 383531"/>
                <a:gd name="connsiteY8" fmla="*/ 81901 h 209817"/>
                <a:gd name="connsiteX9" fmla="*/ 117205 w 383531"/>
                <a:gd name="connsiteY9" fmla="*/ 73773 h 209817"/>
                <a:gd name="connsiteX10" fmla="*/ 19224 w 383531"/>
                <a:gd name="connsiteY10" fmla="*/ 73773 h 209817"/>
                <a:gd name="connsiteX11" fmla="*/ 3222 w 383531"/>
                <a:gd name="connsiteY11" fmla="*/ 86473 h 209817"/>
                <a:gd name="connsiteX12" fmla="*/ 4428 w 383531"/>
                <a:gd name="connsiteY12" fmla="*/ 136447 h 209817"/>
                <a:gd name="connsiteX13" fmla="*/ 10080 w 383531"/>
                <a:gd name="connsiteY13" fmla="*/ 160831 h 209817"/>
                <a:gd name="connsiteX14" fmla="*/ 325612 w 383531"/>
                <a:gd name="connsiteY14" fmla="*/ 208456 h 209817"/>
                <a:gd name="connsiteX15" fmla="*/ 352028 w 383531"/>
                <a:gd name="connsiteY15" fmla="*/ 204773 h 209817"/>
                <a:gd name="connsiteX16" fmla="*/ 361235 w 383531"/>
                <a:gd name="connsiteY16" fmla="*/ 192645 h 209817"/>
                <a:gd name="connsiteX17" fmla="*/ 378317 w 383531"/>
                <a:gd name="connsiteY17" fmla="*/ 65328 h 2098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83531" h="209817">
                  <a:moveTo>
                    <a:pt x="378317" y="65264"/>
                  </a:moveTo>
                  <a:cubicBezTo>
                    <a:pt x="371395" y="70153"/>
                    <a:pt x="363458" y="73455"/>
                    <a:pt x="355076" y="74979"/>
                  </a:cubicBezTo>
                  <a:cubicBezTo>
                    <a:pt x="322373" y="80567"/>
                    <a:pt x="297037" y="53897"/>
                    <a:pt x="294306" y="50913"/>
                  </a:cubicBezTo>
                  <a:cubicBezTo>
                    <a:pt x="289099" y="55739"/>
                    <a:pt x="289290" y="59295"/>
                    <a:pt x="289417" y="60247"/>
                  </a:cubicBezTo>
                  <a:cubicBezTo>
                    <a:pt x="290178" y="66597"/>
                    <a:pt x="300720" y="72312"/>
                    <a:pt x="316214" y="71804"/>
                  </a:cubicBezTo>
                  <a:cubicBezTo>
                    <a:pt x="314880" y="65454"/>
                    <a:pt x="309546" y="40690"/>
                    <a:pt x="302307" y="15099"/>
                  </a:cubicBezTo>
                  <a:cubicBezTo>
                    <a:pt x="286242" y="4622"/>
                    <a:pt x="265033" y="748"/>
                    <a:pt x="242998" y="-268"/>
                  </a:cubicBezTo>
                  <a:cubicBezTo>
                    <a:pt x="239316" y="16242"/>
                    <a:pt x="238363" y="33323"/>
                    <a:pt x="240204" y="50151"/>
                  </a:cubicBezTo>
                  <a:cubicBezTo>
                    <a:pt x="241347" y="60946"/>
                    <a:pt x="243633" y="71614"/>
                    <a:pt x="247062" y="81901"/>
                  </a:cubicBezTo>
                  <a:cubicBezTo>
                    <a:pt x="203628" y="86028"/>
                    <a:pt x="159814" y="83298"/>
                    <a:pt x="117205" y="73773"/>
                  </a:cubicBezTo>
                  <a:cubicBezTo>
                    <a:pt x="117205" y="73773"/>
                    <a:pt x="58086" y="59993"/>
                    <a:pt x="19224" y="73773"/>
                  </a:cubicBezTo>
                  <a:cubicBezTo>
                    <a:pt x="12620" y="76059"/>
                    <a:pt x="6969" y="80504"/>
                    <a:pt x="3222" y="86473"/>
                  </a:cubicBezTo>
                  <a:cubicBezTo>
                    <a:pt x="746" y="90537"/>
                    <a:pt x="-3128" y="99173"/>
                    <a:pt x="4428" y="136447"/>
                  </a:cubicBezTo>
                  <a:cubicBezTo>
                    <a:pt x="6524" y="146925"/>
                    <a:pt x="8620" y="155497"/>
                    <a:pt x="10080" y="160831"/>
                  </a:cubicBezTo>
                  <a:cubicBezTo>
                    <a:pt x="181530" y="186231"/>
                    <a:pt x="305546" y="204710"/>
                    <a:pt x="325612" y="208456"/>
                  </a:cubicBezTo>
                  <a:cubicBezTo>
                    <a:pt x="334566" y="210743"/>
                    <a:pt x="344027" y="209409"/>
                    <a:pt x="352028" y="204773"/>
                  </a:cubicBezTo>
                  <a:cubicBezTo>
                    <a:pt x="356155" y="201662"/>
                    <a:pt x="359394" y="197471"/>
                    <a:pt x="361235" y="192645"/>
                  </a:cubicBezTo>
                  <a:cubicBezTo>
                    <a:pt x="383015" y="153973"/>
                    <a:pt x="389112" y="108380"/>
                    <a:pt x="378317" y="65328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7" name="任意多边形: 形状 246"/>
            <p:cNvSpPr/>
            <p:nvPr/>
          </p:nvSpPr>
          <p:spPr>
            <a:xfrm>
              <a:off x="8964671" y="11894479"/>
              <a:ext cx="119574" cy="113069"/>
            </a:xfrm>
            <a:custGeom>
              <a:avLst/>
              <a:gdLst>
                <a:gd name="connsiteX0" fmla="*/ 117034 w 119574"/>
                <a:gd name="connsiteY0" fmla="*/ 64208 h 113069"/>
                <a:gd name="connsiteX1" fmla="*/ 117416 w 119574"/>
                <a:gd name="connsiteY1" fmla="*/ 5661 h 113069"/>
                <a:gd name="connsiteX2" fmla="*/ 19435 w 119574"/>
                <a:gd name="connsiteY2" fmla="*/ 6232 h 113069"/>
                <a:gd name="connsiteX3" fmla="*/ 3243 w 119574"/>
                <a:gd name="connsiteY3" fmla="*/ 18932 h 113069"/>
                <a:gd name="connsiteX4" fmla="*/ 4449 w 119574"/>
                <a:gd name="connsiteY4" fmla="*/ 69732 h 113069"/>
                <a:gd name="connsiteX5" fmla="*/ 10164 w 119574"/>
                <a:gd name="connsiteY5" fmla="*/ 94434 h 113069"/>
                <a:gd name="connsiteX6" fmla="*/ 21213 w 119574"/>
                <a:gd name="connsiteY6" fmla="*/ 102879 h 113069"/>
                <a:gd name="connsiteX7" fmla="*/ 75570 w 119574"/>
                <a:gd name="connsiteY7" fmla="*/ 112786 h 113069"/>
                <a:gd name="connsiteX8" fmla="*/ 119575 w 119574"/>
                <a:gd name="connsiteY8" fmla="*/ 110753 h 113069"/>
                <a:gd name="connsiteX9" fmla="*/ 117034 w 119574"/>
                <a:gd name="connsiteY9" fmla="*/ 64208 h 113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574" h="113069">
                  <a:moveTo>
                    <a:pt x="117034" y="64208"/>
                  </a:moveTo>
                  <a:cubicBezTo>
                    <a:pt x="116272" y="51508"/>
                    <a:pt x="119385" y="25536"/>
                    <a:pt x="117416" y="5661"/>
                  </a:cubicBezTo>
                  <a:cubicBezTo>
                    <a:pt x="108971" y="3819"/>
                    <a:pt x="55567" y="-7039"/>
                    <a:pt x="19435" y="6232"/>
                  </a:cubicBezTo>
                  <a:cubicBezTo>
                    <a:pt x="12768" y="8455"/>
                    <a:pt x="7053" y="12963"/>
                    <a:pt x="3243" y="18932"/>
                  </a:cubicBezTo>
                  <a:cubicBezTo>
                    <a:pt x="703" y="22997"/>
                    <a:pt x="-3107" y="31632"/>
                    <a:pt x="4449" y="69732"/>
                  </a:cubicBezTo>
                  <a:cubicBezTo>
                    <a:pt x="6545" y="80337"/>
                    <a:pt x="8704" y="88782"/>
                    <a:pt x="10164" y="94434"/>
                  </a:cubicBezTo>
                  <a:cubicBezTo>
                    <a:pt x="13593" y="97609"/>
                    <a:pt x="17276" y="100403"/>
                    <a:pt x="21213" y="102879"/>
                  </a:cubicBezTo>
                  <a:cubicBezTo>
                    <a:pt x="30167" y="108277"/>
                    <a:pt x="42105" y="112531"/>
                    <a:pt x="75570" y="112786"/>
                  </a:cubicBezTo>
                  <a:cubicBezTo>
                    <a:pt x="90238" y="112913"/>
                    <a:pt x="104970" y="112277"/>
                    <a:pt x="119575" y="110753"/>
                  </a:cubicBezTo>
                  <a:cubicBezTo>
                    <a:pt x="119003" y="95196"/>
                    <a:pt x="118051" y="79638"/>
                    <a:pt x="117034" y="6420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8" name="任意多边形: 形状 247"/>
            <p:cNvSpPr/>
            <p:nvPr/>
          </p:nvSpPr>
          <p:spPr>
            <a:xfrm>
              <a:off x="9293195" y="11963146"/>
              <a:ext cx="53560" cy="72548"/>
            </a:xfrm>
            <a:custGeom>
              <a:avLst/>
              <a:gdLst>
                <a:gd name="connsiteX0" fmla="*/ 41939 w 53560"/>
                <a:gd name="connsiteY0" fmla="*/ 38340 h 72548"/>
                <a:gd name="connsiteX1" fmla="*/ 53560 w 53560"/>
                <a:gd name="connsiteY1" fmla="*/ -268 h 72548"/>
                <a:gd name="connsiteX2" fmla="*/ 9618 w 53560"/>
                <a:gd name="connsiteY2" fmla="*/ 33387 h 72548"/>
                <a:gd name="connsiteX3" fmla="*/ 6189 w 53560"/>
                <a:gd name="connsiteY3" fmla="*/ 40309 h 72548"/>
                <a:gd name="connsiteX4" fmla="*/ 601 w 53560"/>
                <a:gd name="connsiteY4" fmla="*/ 62851 h 72548"/>
                <a:gd name="connsiteX5" fmla="*/ 8983 w 53560"/>
                <a:gd name="connsiteY5" fmla="*/ 71804 h 72548"/>
                <a:gd name="connsiteX6" fmla="*/ 29176 w 53560"/>
                <a:gd name="connsiteY6" fmla="*/ 62152 h 72548"/>
                <a:gd name="connsiteX7" fmla="*/ 41939 w 53560"/>
                <a:gd name="connsiteY7" fmla="*/ 38340 h 72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60" h="72548">
                  <a:moveTo>
                    <a:pt x="41939" y="38340"/>
                  </a:moveTo>
                  <a:cubicBezTo>
                    <a:pt x="47273" y="25958"/>
                    <a:pt x="51147" y="13003"/>
                    <a:pt x="53560" y="-268"/>
                  </a:cubicBezTo>
                  <a:cubicBezTo>
                    <a:pt x="37875" y="9574"/>
                    <a:pt x="23207" y="20814"/>
                    <a:pt x="9618" y="33387"/>
                  </a:cubicBezTo>
                  <a:cubicBezTo>
                    <a:pt x="8094" y="34847"/>
                    <a:pt x="7776" y="36879"/>
                    <a:pt x="6189" y="40309"/>
                  </a:cubicBezTo>
                  <a:cubicBezTo>
                    <a:pt x="1299" y="51294"/>
                    <a:pt x="-1240" y="57072"/>
                    <a:pt x="601" y="62851"/>
                  </a:cubicBezTo>
                  <a:cubicBezTo>
                    <a:pt x="1871" y="66978"/>
                    <a:pt x="4983" y="70280"/>
                    <a:pt x="8983" y="71804"/>
                  </a:cubicBezTo>
                  <a:cubicBezTo>
                    <a:pt x="16921" y="74345"/>
                    <a:pt x="25175" y="66089"/>
                    <a:pt x="29176" y="62152"/>
                  </a:cubicBezTo>
                  <a:cubicBezTo>
                    <a:pt x="35653" y="55612"/>
                    <a:pt x="40098" y="47357"/>
                    <a:pt x="41939" y="38340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49" name="任意多边形: 形状 248"/>
            <p:cNvSpPr/>
            <p:nvPr/>
          </p:nvSpPr>
          <p:spPr>
            <a:xfrm>
              <a:off x="9163875" y="11875448"/>
              <a:ext cx="68516" cy="83226"/>
            </a:xfrm>
            <a:custGeom>
              <a:avLst/>
              <a:gdLst>
                <a:gd name="connsiteX0" fmla="*/ 3619 w 68516"/>
                <a:gd name="connsiteY0" fmla="*/ 39741 h 83226"/>
                <a:gd name="connsiteX1" fmla="*/ 18859 w 68516"/>
                <a:gd name="connsiteY1" fmla="*/ 69840 h 83226"/>
                <a:gd name="connsiteX2" fmla="*/ 25718 w 68516"/>
                <a:gd name="connsiteY2" fmla="*/ 77333 h 83226"/>
                <a:gd name="connsiteX3" fmla="*/ 45403 w 68516"/>
                <a:gd name="connsiteY3" fmla="*/ 82604 h 83226"/>
                <a:gd name="connsiteX4" fmla="*/ 55308 w 68516"/>
                <a:gd name="connsiteY4" fmla="*/ 79429 h 83226"/>
                <a:gd name="connsiteX5" fmla="*/ 67564 w 68516"/>
                <a:gd name="connsiteY5" fmla="*/ 63490 h 83226"/>
                <a:gd name="connsiteX6" fmla="*/ 68517 w 68516"/>
                <a:gd name="connsiteY6" fmla="*/ 56442 h 83226"/>
                <a:gd name="connsiteX7" fmla="*/ 64897 w 68516"/>
                <a:gd name="connsiteY7" fmla="*/ 42980 h 83226"/>
                <a:gd name="connsiteX8" fmla="*/ 49657 w 68516"/>
                <a:gd name="connsiteY8" fmla="*/ 12817 h 83226"/>
                <a:gd name="connsiteX9" fmla="*/ 42799 w 68516"/>
                <a:gd name="connsiteY9" fmla="*/ 5324 h 83226"/>
                <a:gd name="connsiteX10" fmla="*/ 23114 w 68516"/>
                <a:gd name="connsiteY10" fmla="*/ 117 h 83226"/>
                <a:gd name="connsiteX11" fmla="*/ 13208 w 68516"/>
                <a:gd name="connsiteY11" fmla="*/ 3229 h 83226"/>
                <a:gd name="connsiteX12" fmla="*/ 953 w 68516"/>
                <a:gd name="connsiteY12" fmla="*/ 19167 h 83226"/>
                <a:gd name="connsiteX13" fmla="*/ 0 w 68516"/>
                <a:gd name="connsiteY13" fmla="*/ 26279 h 83226"/>
                <a:gd name="connsiteX14" fmla="*/ 3619 w 68516"/>
                <a:gd name="connsiteY14" fmla="*/ 39741 h 83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8516" h="83226">
                  <a:moveTo>
                    <a:pt x="3619" y="39741"/>
                  </a:moveTo>
                  <a:lnTo>
                    <a:pt x="18859" y="69840"/>
                  </a:lnTo>
                  <a:cubicBezTo>
                    <a:pt x="20510" y="72888"/>
                    <a:pt x="22860" y="75429"/>
                    <a:pt x="25718" y="77333"/>
                  </a:cubicBezTo>
                  <a:cubicBezTo>
                    <a:pt x="31179" y="81906"/>
                    <a:pt x="38354" y="83810"/>
                    <a:pt x="45403" y="82604"/>
                  </a:cubicBezTo>
                  <a:cubicBezTo>
                    <a:pt x="48958" y="82413"/>
                    <a:pt x="52324" y="81334"/>
                    <a:pt x="55308" y="79429"/>
                  </a:cubicBezTo>
                  <a:cubicBezTo>
                    <a:pt x="61278" y="75936"/>
                    <a:pt x="65722" y="70221"/>
                    <a:pt x="67564" y="63490"/>
                  </a:cubicBezTo>
                  <a:lnTo>
                    <a:pt x="68517" y="56442"/>
                  </a:lnTo>
                  <a:cubicBezTo>
                    <a:pt x="68517" y="51679"/>
                    <a:pt x="67310" y="47044"/>
                    <a:pt x="64897" y="42980"/>
                  </a:cubicBezTo>
                  <a:lnTo>
                    <a:pt x="49657" y="12817"/>
                  </a:lnTo>
                  <a:cubicBezTo>
                    <a:pt x="48069" y="9769"/>
                    <a:pt x="45720" y="7166"/>
                    <a:pt x="42799" y="5324"/>
                  </a:cubicBezTo>
                  <a:cubicBezTo>
                    <a:pt x="37338" y="752"/>
                    <a:pt x="30099" y="-1153"/>
                    <a:pt x="23114" y="117"/>
                  </a:cubicBezTo>
                  <a:cubicBezTo>
                    <a:pt x="19621" y="244"/>
                    <a:pt x="16193" y="1324"/>
                    <a:pt x="13208" y="3229"/>
                  </a:cubicBezTo>
                  <a:cubicBezTo>
                    <a:pt x="7239" y="6721"/>
                    <a:pt x="2794" y="12436"/>
                    <a:pt x="953" y="19167"/>
                  </a:cubicBezTo>
                  <a:lnTo>
                    <a:pt x="0" y="26279"/>
                  </a:lnTo>
                  <a:cubicBezTo>
                    <a:pt x="0" y="30979"/>
                    <a:pt x="1206" y="35677"/>
                    <a:pt x="3619" y="39741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0" name="任意多边形: 形状 249"/>
            <p:cNvSpPr/>
            <p:nvPr/>
          </p:nvSpPr>
          <p:spPr>
            <a:xfrm>
              <a:off x="9095168" y="11886374"/>
              <a:ext cx="68896" cy="77156"/>
            </a:xfrm>
            <a:custGeom>
              <a:avLst/>
              <a:gdLst>
                <a:gd name="connsiteX0" fmla="*/ 7747 w 68896"/>
                <a:gd name="connsiteY0" fmla="*/ 44817 h 77156"/>
                <a:gd name="connsiteX1" fmla="*/ 14097 w 68896"/>
                <a:gd name="connsiteY1" fmla="*/ 51675 h 77156"/>
                <a:gd name="connsiteX2" fmla="*/ 9906 w 68896"/>
                <a:gd name="connsiteY2" fmla="*/ 46277 h 77156"/>
                <a:gd name="connsiteX3" fmla="*/ 17652 w 68896"/>
                <a:gd name="connsiteY3" fmla="*/ 59485 h 77156"/>
                <a:gd name="connsiteX4" fmla="*/ 14986 w 68896"/>
                <a:gd name="connsiteY4" fmla="*/ 53135 h 77156"/>
                <a:gd name="connsiteX5" fmla="*/ 16510 w 68896"/>
                <a:gd name="connsiteY5" fmla="*/ 57263 h 77156"/>
                <a:gd name="connsiteX6" fmla="*/ 28765 w 68896"/>
                <a:gd name="connsiteY6" fmla="*/ 73202 h 77156"/>
                <a:gd name="connsiteX7" fmla="*/ 38671 w 68896"/>
                <a:gd name="connsiteY7" fmla="*/ 76377 h 77156"/>
                <a:gd name="connsiteX8" fmla="*/ 49339 w 68896"/>
                <a:gd name="connsiteY8" fmla="*/ 75932 h 77156"/>
                <a:gd name="connsiteX9" fmla="*/ 55689 w 68896"/>
                <a:gd name="connsiteY9" fmla="*/ 73202 h 77156"/>
                <a:gd name="connsiteX10" fmla="*/ 65277 w 68896"/>
                <a:gd name="connsiteY10" fmla="*/ 63677 h 77156"/>
                <a:gd name="connsiteX11" fmla="*/ 67945 w 68896"/>
                <a:gd name="connsiteY11" fmla="*/ 57327 h 77156"/>
                <a:gd name="connsiteX12" fmla="*/ 67945 w 68896"/>
                <a:gd name="connsiteY12" fmla="*/ 43166 h 77156"/>
                <a:gd name="connsiteX13" fmla="*/ 62611 w 68896"/>
                <a:gd name="connsiteY13" fmla="*/ 30466 h 77156"/>
                <a:gd name="connsiteX14" fmla="*/ 58991 w 68896"/>
                <a:gd name="connsiteY14" fmla="*/ 24116 h 77156"/>
                <a:gd name="connsiteX15" fmla="*/ 50736 w 68896"/>
                <a:gd name="connsiteY15" fmla="*/ 13130 h 77156"/>
                <a:gd name="connsiteX16" fmla="*/ 45465 w 68896"/>
                <a:gd name="connsiteY16" fmla="*/ 7542 h 77156"/>
                <a:gd name="connsiteX17" fmla="*/ 36893 w 68896"/>
                <a:gd name="connsiteY17" fmla="*/ 2018 h 77156"/>
                <a:gd name="connsiteX18" fmla="*/ 16383 w 68896"/>
                <a:gd name="connsiteY18" fmla="*/ 2018 h 77156"/>
                <a:gd name="connsiteX19" fmla="*/ 7810 w 68896"/>
                <a:gd name="connsiteY19" fmla="*/ 7542 h 77156"/>
                <a:gd name="connsiteX20" fmla="*/ 3619 w 68896"/>
                <a:gd name="connsiteY20" fmla="*/ 12940 h 77156"/>
                <a:gd name="connsiteX21" fmla="*/ 0 w 68896"/>
                <a:gd name="connsiteY21" fmla="*/ 26402 h 77156"/>
                <a:gd name="connsiteX22" fmla="*/ 952 w 68896"/>
                <a:gd name="connsiteY22" fmla="*/ 33451 h 77156"/>
                <a:gd name="connsiteX23" fmla="*/ 7810 w 68896"/>
                <a:gd name="connsiteY23" fmla="*/ 45261 h 77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8896" h="77156">
                  <a:moveTo>
                    <a:pt x="7747" y="44817"/>
                  </a:moveTo>
                  <a:cubicBezTo>
                    <a:pt x="10033" y="46976"/>
                    <a:pt x="12128" y="49262"/>
                    <a:pt x="14097" y="51675"/>
                  </a:cubicBezTo>
                  <a:lnTo>
                    <a:pt x="9906" y="46277"/>
                  </a:lnTo>
                  <a:cubicBezTo>
                    <a:pt x="13017" y="50341"/>
                    <a:pt x="15621" y="54786"/>
                    <a:pt x="17652" y="59485"/>
                  </a:cubicBezTo>
                  <a:lnTo>
                    <a:pt x="14986" y="53135"/>
                  </a:lnTo>
                  <a:cubicBezTo>
                    <a:pt x="15557" y="54469"/>
                    <a:pt x="16065" y="55866"/>
                    <a:pt x="16510" y="57263"/>
                  </a:cubicBezTo>
                  <a:cubicBezTo>
                    <a:pt x="18669" y="63803"/>
                    <a:pt x="22987" y="69455"/>
                    <a:pt x="28765" y="73202"/>
                  </a:cubicBezTo>
                  <a:cubicBezTo>
                    <a:pt x="31750" y="75106"/>
                    <a:pt x="35115" y="76249"/>
                    <a:pt x="38671" y="76377"/>
                  </a:cubicBezTo>
                  <a:cubicBezTo>
                    <a:pt x="42227" y="77202"/>
                    <a:pt x="45910" y="77011"/>
                    <a:pt x="49339" y="75932"/>
                  </a:cubicBezTo>
                  <a:lnTo>
                    <a:pt x="55689" y="73202"/>
                  </a:lnTo>
                  <a:cubicBezTo>
                    <a:pt x="59626" y="70916"/>
                    <a:pt x="62928" y="67614"/>
                    <a:pt x="65277" y="63677"/>
                  </a:cubicBezTo>
                  <a:lnTo>
                    <a:pt x="67945" y="57327"/>
                  </a:lnTo>
                  <a:cubicBezTo>
                    <a:pt x="69214" y="52691"/>
                    <a:pt x="69214" y="47802"/>
                    <a:pt x="67945" y="43166"/>
                  </a:cubicBezTo>
                  <a:cubicBezTo>
                    <a:pt x="66421" y="38848"/>
                    <a:pt x="64643" y="34593"/>
                    <a:pt x="62611" y="30466"/>
                  </a:cubicBezTo>
                  <a:cubicBezTo>
                    <a:pt x="61531" y="28307"/>
                    <a:pt x="60325" y="26148"/>
                    <a:pt x="58991" y="24116"/>
                  </a:cubicBezTo>
                  <a:cubicBezTo>
                    <a:pt x="56451" y="20306"/>
                    <a:pt x="53721" y="16623"/>
                    <a:pt x="50736" y="13130"/>
                  </a:cubicBezTo>
                  <a:cubicBezTo>
                    <a:pt x="49085" y="11162"/>
                    <a:pt x="47371" y="9257"/>
                    <a:pt x="45465" y="7542"/>
                  </a:cubicBezTo>
                  <a:cubicBezTo>
                    <a:pt x="43116" y="5002"/>
                    <a:pt x="40195" y="3097"/>
                    <a:pt x="36893" y="2018"/>
                  </a:cubicBezTo>
                  <a:cubicBezTo>
                    <a:pt x="30416" y="-1030"/>
                    <a:pt x="22860" y="-1030"/>
                    <a:pt x="16383" y="2018"/>
                  </a:cubicBezTo>
                  <a:cubicBezTo>
                    <a:pt x="13081" y="3097"/>
                    <a:pt x="10160" y="5002"/>
                    <a:pt x="7810" y="7542"/>
                  </a:cubicBezTo>
                  <a:lnTo>
                    <a:pt x="3619" y="12940"/>
                  </a:lnTo>
                  <a:cubicBezTo>
                    <a:pt x="1206" y="17004"/>
                    <a:pt x="0" y="21640"/>
                    <a:pt x="0" y="26402"/>
                  </a:cubicBezTo>
                  <a:lnTo>
                    <a:pt x="952" y="33451"/>
                  </a:lnTo>
                  <a:cubicBezTo>
                    <a:pt x="2222" y="37896"/>
                    <a:pt x="4572" y="41959"/>
                    <a:pt x="7810" y="45261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1" name="任意多边形: 形状 250"/>
            <p:cNvSpPr/>
            <p:nvPr/>
          </p:nvSpPr>
          <p:spPr>
            <a:xfrm>
              <a:off x="10222674" y="11613324"/>
              <a:ext cx="235267" cy="193103"/>
            </a:xfrm>
            <a:custGeom>
              <a:avLst/>
              <a:gdLst>
                <a:gd name="connsiteX0" fmla="*/ 29083 w 235267"/>
                <a:gd name="connsiteY0" fmla="*/ -268 h 193103"/>
                <a:gd name="connsiteX1" fmla="*/ 0 w 235267"/>
                <a:gd name="connsiteY1" fmla="*/ 84885 h 193103"/>
                <a:gd name="connsiteX2" fmla="*/ 191897 w 235267"/>
                <a:gd name="connsiteY2" fmla="*/ 192835 h 193103"/>
                <a:gd name="connsiteX3" fmla="*/ 235268 w 235267"/>
                <a:gd name="connsiteY3" fmla="*/ 115746 h 193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5267" h="193103">
                  <a:moveTo>
                    <a:pt x="29083" y="-268"/>
                  </a:moveTo>
                  <a:cubicBezTo>
                    <a:pt x="21145" y="28681"/>
                    <a:pt x="11430" y="57123"/>
                    <a:pt x="0" y="84885"/>
                  </a:cubicBezTo>
                  <a:lnTo>
                    <a:pt x="191897" y="192835"/>
                  </a:lnTo>
                  <a:lnTo>
                    <a:pt x="235268" y="115746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2" name="任意多边形: 形状 251"/>
            <p:cNvSpPr/>
            <p:nvPr/>
          </p:nvSpPr>
          <p:spPr>
            <a:xfrm>
              <a:off x="10281157" y="11653774"/>
              <a:ext cx="176720" cy="152844"/>
            </a:xfrm>
            <a:custGeom>
              <a:avLst/>
              <a:gdLst>
                <a:gd name="connsiteX0" fmla="*/ 42291 w 176720"/>
                <a:gd name="connsiteY0" fmla="*/ -268 h 152844"/>
                <a:gd name="connsiteX1" fmla="*/ 0 w 176720"/>
                <a:gd name="connsiteY1" fmla="*/ 77392 h 152844"/>
                <a:gd name="connsiteX2" fmla="*/ 133350 w 176720"/>
                <a:gd name="connsiteY2" fmla="*/ 152577 h 152844"/>
                <a:gd name="connsiteX3" fmla="*/ 176721 w 176720"/>
                <a:gd name="connsiteY3" fmla="*/ 75487 h 152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720" h="152844">
                  <a:moveTo>
                    <a:pt x="42291" y="-268"/>
                  </a:moveTo>
                  <a:cubicBezTo>
                    <a:pt x="29845" y="26478"/>
                    <a:pt x="15685" y="52411"/>
                    <a:pt x="0" y="77392"/>
                  </a:cubicBezTo>
                  <a:lnTo>
                    <a:pt x="133350" y="152577"/>
                  </a:lnTo>
                  <a:lnTo>
                    <a:pt x="176721" y="75487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3" name="任意多边形: 形状 252"/>
            <p:cNvSpPr/>
            <p:nvPr/>
          </p:nvSpPr>
          <p:spPr>
            <a:xfrm>
              <a:off x="10326623" y="11734736"/>
              <a:ext cx="181048" cy="329063"/>
            </a:xfrm>
            <a:custGeom>
              <a:avLst/>
              <a:gdLst>
                <a:gd name="connsiteX0" fmla="*/ 31369 w 181048"/>
                <a:gd name="connsiteY0" fmla="*/ 328789 h 329063"/>
                <a:gd name="connsiteX1" fmla="*/ 69469 w 181048"/>
                <a:gd name="connsiteY1" fmla="*/ 264209 h 329063"/>
                <a:gd name="connsiteX2" fmla="*/ 130620 w 181048"/>
                <a:gd name="connsiteY2" fmla="*/ 152259 h 329063"/>
                <a:gd name="connsiteX3" fmla="*/ 180848 w 181048"/>
                <a:gd name="connsiteY3" fmla="*/ 42086 h 329063"/>
                <a:gd name="connsiteX4" fmla="*/ 148336 w 181048"/>
                <a:gd name="connsiteY4" fmla="*/ -268 h 329063"/>
                <a:gd name="connsiteX5" fmla="*/ 161417 w 181048"/>
                <a:gd name="connsiteY5" fmla="*/ 5320 h 329063"/>
                <a:gd name="connsiteX6" fmla="*/ 0 w 181048"/>
                <a:gd name="connsiteY6" fmla="*/ 324090 h 329063"/>
                <a:gd name="connsiteX7" fmla="*/ 4191 w 181048"/>
                <a:gd name="connsiteY7" fmla="*/ 324090 h 329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1048" h="329063">
                  <a:moveTo>
                    <a:pt x="31369" y="328789"/>
                  </a:moveTo>
                  <a:cubicBezTo>
                    <a:pt x="35687" y="329488"/>
                    <a:pt x="65405" y="270623"/>
                    <a:pt x="69469" y="264209"/>
                  </a:cubicBezTo>
                  <a:cubicBezTo>
                    <a:pt x="90615" y="227380"/>
                    <a:pt x="110998" y="190041"/>
                    <a:pt x="130620" y="152259"/>
                  </a:cubicBezTo>
                  <a:cubicBezTo>
                    <a:pt x="148082" y="118604"/>
                    <a:pt x="175070" y="80059"/>
                    <a:pt x="180848" y="42086"/>
                  </a:cubicBezTo>
                  <a:cubicBezTo>
                    <a:pt x="183452" y="25259"/>
                    <a:pt x="160083" y="9066"/>
                    <a:pt x="148336" y="-268"/>
                  </a:cubicBezTo>
                  <a:lnTo>
                    <a:pt x="161417" y="5320"/>
                  </a:lnTo>
                  <a:cubicBezTo>
                    <a:pt x="107632" y="111555"/>
                    <a:pt x="53848" y="217791"/>
                    <a:pt x="0" y="324090"/>
                  </a:cubicBezTo>
                  <a:lnTo>
                    <a:pt x="4191" y="324090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4" name="任意多边形: 形状 253"/>
            <p:cNvSpPr/>
            <p:nvPr/>
          </p:nvSpPr>
          <p:spPr>
            <a:xfrm>
              <a:off x="10266547" y="11684762"/>
              <a:ext cx="233013" cy="379348"/>
            </a:xfrm>
            <a:custGeom>
              <a:avLst/>
              <a:gdLst>
                <a:gd name="connsiteX0" fmla="*/ 109353 w 233013"/>
                <a:gd name="connsiteY0" fmla="*/ -14 h 379348"/>
                <a:gd name="connsiteX1" fmla="*/ 111004 w 233013"/>
                <a:gd name="connsiteY1" fmla="*/ 25386 h 379348"/>
                <a:gd name="connsiteX2" fmla="*/ 68396 w 233013"/>
                <a:gd name="connsiteY2" fmla="*/ 75043 h 379348"/>
                <a:gd name="connsiteX3" fmla="*/ 75571 w 233013"/>
                <a:gd name="connsiteY3" fmla="*/ 82663 h 379348"/>
                <a:gd name="connsiteX4" fmla="*/ 95320 w 233013"/>
                <a:gd name="connsiteY4" fmla="*/ 61136 h 379348"/>
                <a:gd name="connsiteX5" fmla="*/ 37153 w 233013"/>
                <a:gd name="connsiteY5" fmla="*/ 55802 h 379348"/>
                <a:gd name="connsiteX6" fmla="*/ 3308 w 233013"/>
                <a:gd name="connsiteY6" fmla="*/ 106602 h 379348"/>
                <a:gd name="connsiteX7" fmla="*/ 50044 w 233013"/>
                <a:gd name="connsiteY7" fmla="*/ 125652 h 379348"/>
                <a:gd name="connsiteX8" fmla="*/ 81794 w 233013"/>
                <a:gd name="connsiteY8" fmla="*/ 129462 h 379348"/>
                <a:gd name="connsiteX9" fmla="*/ 31756 w 233013"/>
                <a:gd name="connsiteY9" fmla="*/ 249477 h 379348"/>
                <a:gd name="connsiteX10" fmla="*/ 6 w 233013"/>
                <a:gd name="connsiteY10" fmla="*/ 342251 h 379348"/>
                <a:gd name="connsiteX11" fmla="*/ 6737 w 233013"/>
                <a:gd name="connsiteY11" fmla="*/ 361301 h 379348"/>
                <a:gd name="connsiteX12" fmla="*/ 54362 w 233013"/>
                <a:gd name="connsiteY12" fmla="*/ 376478 h 379348"/>
                <a:gd name="connsiteX13" fmla="*/ 79254 w 233013"/>
                <a:gd name="connsiteY13" fmla="*/ 379081 h 379348"/>
                <a:gd name="connsiteX14" fmla="*/ 227209 w 233013"/>
                <a:gd name="connsiteY14" fmla="*/ 96379 h 379348"/>
                <a:gd name="connsiteX15" fmla="*/ 232352 w 233013"/>
                <a:gd name="connsiteY15" fmla="*/ 70153 h 379348"/>
                <a:gd name="connsiteX16" fmla="*/ 223907 w 233013"/>
                <a:gd name="connsiteY16" fmla="*/ 57453 h 379348"/>
                <a:gd name="connsiteX17" fmla="*/ 109099 w 233013"/>
                <a:gd name="connsiteY17" fmla="*/ -268 h 3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3013" h="379348">
                  <a:moveTo>
                    <a:pt x="109353" y="-14"/>
                  </a:moveTo>
                  <a:cubicBezTo>
                    <a:pt x="111766" y="8228"/>
                    <a:pt x="112337" y="16902"/>
                    <a:pt x="111004" y="25386"/>
                  </a:cubicBezTo>
                  <a:cubicBezTo>
                    <a:pt x="105606" y="58152"/>
                    <a:pt x="72142" y="73392"/>
                    <a:pt x="68396" y="75043"/>
                  </a:cubicBezTo>
                  <a:cubicBezTo>
                    <a:pt x="71253" y="81393"/>
                    <a:pt x="74746" y="82472"/>
                    <a:pt x="75571" y="82663"/>
                  </a:cubicBezTo>
                  <a:cubicBezTo>
                    <a:pt x="81921" y="83996"/>
                    <a:pt x="90684" y="75932"/>
                    <a:pt x="95320" y="61136"/>
                  </a:cubicBezTo>
                  <a:cubicBezTo>
                    <a:pt x="88970" y="60311"/>
                    <a:pt x="63570" y="57263"/>
                    <a:pt x="37153" y="55802"/>
                  </a:cubicBezTo>
                  <a:cubicBezTo>
                    <a:pt x="21977" y="67486"/>
                    <a:pt x="11372" y="86346"/>
                    <a:pt x="3308" y="106602"/>
                  </a:cubicBezTo>
                  <a:cubicBezTo>
                    <a:pt x="17722" y="115505"/>
                    <a:pt x="33534" y="121970"/>
                    <a:pt x="50044" y="125652"/>
                  </a:cubicBezTo>
                  <a:cubicBezTo>
                    <a:pt x="60458" y="128002"/>
                    <a:pt x="71126" y="129272"/>
                    <a:pt x="81794" y="129462"/>
                  </a:cubicBezTo>
                  <a:cubicBezTo>
                    <a:pt x="71571" y="171880"/>
                    <a:pt x="54679" y="212393"/>
                    <a:pt x="31756" y="249477"/>
                  </a:cubicBezTo>
                  <a:cubicBezTo>
                    <a:pt x="31756" y="249477"/>
                    <a:pt x="-503" y="300913"/>
                    <a:pt x="6" y="342251"/>
                  </a:cubicBezTo>
                  <a:cubicBezTo>
                    <a:pt x="6" y="349172"/>
                    <a:pt x="2355" y="355904"/>
                    <a:pt x="6737" y="361301"/>
                  </a:cubicBezTo>
                  <a:cubicBezTo>
                    <a:pt x="9722" y="364984"/>
                    <a:pt x="16579" y="371397"/>
                    <a:pt x="54362" y="376478"/>
                  </a:cubicBezTo>
                  <a:cubicBezTo>
                    <a:pt x="64903" y="377938"/>
                    <a:pt x="73412" y="378636"/>
                    <a:pt x="79254" y="379081"/>
                  </a:cubicBezTo>
                  <a:cubicBezTo>
                    <a:pt x="159264" y="225602"/>
                    <a:pt x="217176" y="114096"/>
                    <a:pt x="227209" y="96379"/>
                  </a:cubicBezTo>
                  <a:cubicBezTo>
                    <a:pt x="232289" y="88657"/>
                    <a:pt x="234130" y="79234"/>
                    <a:pt x="232352" y="70153"/>
                  </a:cubicBezTo>
                  <a:cubicBezTo>
                    <a:pt x="230765" y="65220"/>
                    <a:pt x="227844" y="60819"/>
                    <a:pt x="223907" y="57453"/>
                  </a:cubicBezTo>
                  <a:cubicBezTo>
                    <a:pt x="194379" y="24281"/>
                    <a:pt x="153359" y="3637"/>
                    <a:pt x="109099" y="-268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5" name="任意多边形: 形状 254"/>
            <p:cNvSpPr/>
            <p:nvPr/>
          </p:nvSpPr>
          <p:spPr>
            <a:xfrm>
              <a:off x="10265726" y="11934761"/>
              <a:ext cx="131827" cy="130301"/>
            </a:xfrm>
            <a:custGeom>
              <a:avLst/>
              <a:gdLst>
                <a:gd name="connsiteX0" fmla="*/ 86932 w 131827"/>
                <a:gd name="connsiteY0" fmla="*/ 19163 h 130301"/>
                <a:gd name="connsiteX1" fmla="*/ 31751 w 131827"/>
                <a:gd name="connsiteY1" fmla="*/ -268 h 130301"/>
                <a:gd name="connsiteX2" fmla="*/ 1 w 131827"/>
                <a:gd name="connsiteY2" fmla="*/ 92506 h 130301"/>
                <a:gd name="connsiteX3" fmla="*/ 6795 w 131827"/>
                <a:gd name="connsiteY3" fmla="*/ 112000 h 130301"/>
                <a:gd name="connsiteX4" fmla="*/ 55055 w 131827"/>
                <a:gd name="connsiteY4" fmla="*/ 127431 h 130301"/>
                <a:gd name="connsiteX5" fmla="*/ 80455 w 131827"/>
                <a:gd name="connsiteY5" fmla="*/ 130034 h 130301"/>
                <a:gd name="connsiteX6" fmla="*/ 92013 w 131827"/>
                <a:gd name="connsiteY6" fmla="*/ 122351 h 130301"/>
                <a:gd name="connsiteX7" fmla="*/ 119127 w 131827"/>
                <a:gd name="connsiteY7" fmla="*/ 74218 h 130301"/>
                <a:gd name="connsiteX8" fmla="*/ 131827 w 131827"/>
                <a:gd name="connsiteY8" fmla="*/ 31927 h 130301"/>
                <a:gd name="connsiteX9" fmla="*/ 86932 w 131827"/>
                <a:gd name="connsiteY9" fmla="*/ 19163 h 1303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1827" h="130301">
                  <a:moveTo>
                    <a:pt x="86932" y="19163"/>
                  </a:moveTo>
                  <a:cubicBezTo>
                    <a:pt x="74804" y="15797"/>
                    <a:pt x="51182" y="4304"/>
                    <a:pt x="31751" y="-268"/>
                  </a:cubicBezTo>
                  <a:cubicBezTo>
                    <a:pt x="27242" y="7098"/>
                    <a:pt x="1" y="54088"/>
                    <a:pt x="1" y="92506"/>
                  </a:cubicBezTo>
                  <a:cubicBezTo>
                    <a:pt x="-62" y="99618"/>
                    <a:pt x="2351" y="106476"/>
                    <a:pt x="6795" y="112000"/>
                  </a:cubicBezTo>
                  <a:cubicBezTo>
                    <a:pt x="9843" y="115746"/>
                    <a:pt x="16765" y="122223"/>
                    <a:pt x="55055" y="127431"/>
                  </a:cubicBezTo>
                  <a:cubicBezTo>
                    <a:pt x="65724" y="128828"/>
                    <a:pt x="74550" y="129590"/>
                    <a:pt x="80455" y="130034"/>
                  </a:cubicBezTo>
                  <a:cubicBezTo>
                    <a:pt x="84583" y="127875"/>
                    <a:pt x="88456" y="125335"/>
                    <a:pt x="92013" y="122351"/>
                  </a:cubicBezTo>
                  <a:cubicBezTo>
                    <a:pt x="100077" y="115619"/>
                    <a:pt x="108015" y="105777"/>
                    <a:pt x="119127" y="74218"/>
                  </a:cubicBezTo>
                  <a:cubicBezTo>
                    <a:pt x="124143" y="60374"/>
                    <a:pt x="128334" y="46214"/>
                    <a:pt x="131827" y="31927"/>
                  </a:cubicBezTo>
                  <a:cubicBezTo>
                    <a:pt x="116841" y="27418"/>
                    <a:pt x="101855" y="23291"/>
                    <a:pt x="86932" y="19163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6" name="任意多边形: 形状 255"/>
            <p:cNvSpPr/>
            <p:nvPr/>
          </p:nvSpPr>
          <p:spPr>
            <a:xfrm>
              <a:off x="10442829" y="11705082"/>
              <a:ext cx="55711" cy="70746"/>
            </a:xfrm>
            <a:custGeom>
              <a:avLst/>
              <a:gdLst>
                <a:gd name="connsiteX0" fmla="*/ 32702 w 55711"/>
                <a:gd name="connsiteY0" fmla="*/ 23354 h 70746"/>
                <a:gd name="connsiteX1" fmla="*/ 0 w 55711"/>
                <a:gd name="connsiteY1" fmla="*/ -268 h 70746"/>
                <a:gd name="connsiteX2" fmla="*/ 17463 w 55711"/>
                <a:gd name="connsiteY2" fmla="*/ 52310 h 70746"/>
                <a:gd name="connsiteX3" fmla="*/ 22923 w 55711"/>
                <a:gd name="connsiteY3" fmla="*/ 57771 h 70746"/>
                <a:gd name="connsiteX4" fmla="*/ 42354 w 55711"/>
                <a:gd name="connsiteY4" fmla="*/ 70471 h 70746"/>
                <a:gd name="connsiteX5" fmla="*/ 53594 w 55711"/>
                <a:gd name="connsiteY5" fmla="*/ 65518 h 70746"/>
                <a:gd name="connsiteX6" fmla="*/ 51053 w 55711"/>
                <a:gd name="connsiteY6" fmla="*/ 43229 h 70746"/>
                <a:gd name="connsiteX7" fmla="*/ 32702 w 55711"/>
                <a:gd name="connsiteY7" fmla="*/ 23354 h 70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5711" h="70746">
                  <a:moveTo>
                    <a:pt x="32702" y="23354"/>
                  </a:moveTo>
                  <a:cubicBezTo>
                    <a:pt x="22733" y="14267"/>
                    <a:pt x="11747" y="6342"/>
                    <a:pt x="0" y="-268"/>
                  </a:cubicBezTo>
                  <a:cubicBezTo>
                    <a:pt x="4190" y="17753"/>
                    <a:pt x="10033" y="35349"/>
                    <a:pt x="17463" y="52310"/>
                  </a:cubicBezTo>
                  <a:cubicBezTo>
                    <a:pt x="18288" y="54215"/>
                    <a:pt x="20193" y="55231"/>
                    <a:pt x="22923" y="57771"/>
                  </a:cubicBezTo>
                  <a:cubicBezTo>
                    <a:pt x="31686" y="66026"/>
                    <a:pt x="36322" y="70471"/>
                    <a:pt x="42354" y="70471"/>
                  </a:cubicBezTo>
                  <a:cubicBezTo>
                    <a:pt x="46672" y="70617"/>
                    <a:pt x="50800" y="68794"/>
                    <a:pt x="53594" y="65518"/>
                  </a:cubicBezTo>
                  <a:cubicBezTo>
                    <a:pt x="58547" y="58851"/>
                    <a:pt x="53594" y="48309"/>
                    <a:pt x="51053" y="43229"/>
                  </a:cubicBezTo>
                  <a:cubicBezTo>
                    <a:pt x="46989" y="34987"/>
                    <a:pt x="40577" y="28085"/>
                    <a:pt x="32702" y="23354"/>
                  </a:cubicBezTo>
                  <a:close/>
                </a:path>
              </a:pathLst>
            </a:custGeom>
            <a:solidFill>
              <a:srgbClr val="FF5C5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7" name="任意多边形: 形状 256"/>
            <p:cNvSpPr/>
            <p:nvPr/>
          </p:nvSpPr>
          <p:spPr>
            <a:xfrm>
              <a:off x="10307633" y="11801538"/>
              <a:ext cx="86844" cy="57848"/>
            </a:xfrm>
            <a:custGeom>
              <a:avLst/>
              <a:gdLst>
                <a:gd name="connsiteX0" fmla="*/ 33786 w 86844"/>
                <a:gd name="connsiteY0" fmla="*/ 56628 h 57848"/>
                <a:gd name="connsiteX1" fmla="*/ 67250 w 86844"/>
                <a:gd name="connsiteY1" fmla="*/ 52056 h 57848"/>
                <a:gd name="connsiteX2" fmla="*/ 76331 w 86844"/>
                <a:gd name="connsiteY2" fmla="*/ 47294 h 57848"/>
                <a:gd name="connsiteX3" fmla="*/ 86364 w 86844"/>
                <a:gd name="connsiteY3" fmla="*/ 29894 h 57848"/>
                <a:gd name="connsiteX4" fmla="*/ 85856 w 86844"/>
                <a:gd name="connsiteY4" fmla="*/ 19290 h 57848"/>
                <a:gd name="connsiteX5" fmla="*/ 73600 w 86844"/>
                <a:gd name="connsiteY5" fmla="*/ 3351 h 57848"/>
                <a:gd name="connsiteX6" fmla="*/ 67250 w 86844"/>
                <a:gd name="connsiteY6" fmla="*/ 685 h 57848"/>
                <a:gd name="connsiteX7" fmla="*/ 53090 w 86844"/>
                <a:gd name="connsiteY7" fmla="*/ 685 h 57848"/>
                <a:gd name="connsiteX8" fmla="*/ 19625 w 86844"/>
                <a:gd name="connsiteY8" fmla="*/ 5257 h 57848"/>
                <a:gd name="connsiteX9" fmla="*/ 3687 w 86844"/>
                <a:gd name="connsiteY9" fmla="*/ 17512 h 57848"/>
                <a:gd name="connsiteX10" fmla="*/ 512 w 86844"/>
                <a:gd name="connsiteY10" fmla="*/ 27418 h 57848"/>
                <a:gd name="connsiteX11" fmla="*/ 957 w 86844"/>
                <a:gd name="connsiteY11" fmla="*/ 38023 h 57848"/>
                <a:gd name="connsiteX12" fmla="*/ 13212 w 86844"/>
                <a:gd name="connsiteY12" fmla="*/ 53961 h 57848"/>
                <a:gd name="connsiteX13" fmla="*/ 19562 w 86844"/>
                <a:gd name="connsiteY13" fmla="*/ 56628 h 57848"/>
                <a:gd name="connsiteX14" fmla="*/ 33723 w 86844"/>
                <a:gd name="connsiteY14" fmla="*/ 56628 h 57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6844" h="57848">
                  <a:moveTo>
                    <a:pt x="33786" y="56628"/>
                  </a:moveTo>
                  <a:lnTo>
                    <a:pt x="67250" y="52056"/>
                  </a:lnTo>
                  <a:cubicBezTo>
                    <a:pt x="70616" y="51294"/>
                    <a:pt x="73791" y="49643"/>
                    <a:pt x="76331" y="47294"/>
                  </a:cubicBezTo>
                  <a:cubicBezTo>
                    <a:pt x="82110" y="43293"/>
                    <a:pt x="85729" y="36880"/>
                    <a:pt x="86364" y="29894"/>
                  </a:cubicBezTo>
                  <a:cubicBezTo>
                    <a:pt x="87126" y="26402"/>
                    <a:pt x="86999" y="22719"/>
                    <a:pt x="85856" y="19290"/>
                  </a:cubicBezTo>
                  <a:cubicBezTo>
                    <a:pt x="83951" y="12623"/>
                    <a:pt x="79570" y="6907"/>
                    <a:pt x="73600" y="3351"/>
                  </a:cubicBezTo>
                  <a:lnTo>
                    <a:pt x="67250" y="685"/>
                  </a:lnTo>
                  <a:cubicBezTo>
                    <a:pt x="62615" y="-585"/>
                    <a:pt x="57725" y="-585"/>
                    <a:pt x="53090" y="685"/>
                  </a:cubicBezTo>
                  <a:lnTo>
                    <a:pt x="19625" y="5257"/>
                  </a:lnTo>
                  <a:cubicBezTo>
                    <a:pt x="13022" y="7352"/>
                    <a:pt x="7434" y="11670"/>
                    <a:pt x="3687" y="17512"/>
                  </a:cubicBezTo>
                  <a:cubicBezTo>
                    <a:pt x="1719" y="20433"/>
                    <a:pt x="639" y="23862"/>
                    <a:pt x="512" y="27418"/>
                  </a:cubicBezTo>
                  <a:cubicBezTo>
                    <a:pt x="-314" y="30911"/>
                    <a:pt x="-123" y="34594"/>
                    <a:pt x="957" y="38023"/>
                  </a:cubicBezTo>
                  <a:cubicBezTo>
                    <a:pt x="2798" y="44690"/>
                    <a:pt x="7243" y="50405"/>
                    <a:pt x="13212" y="53961"/>
                  </a:cubicBezTo>
                  <a:lnTo>
                    <a:pt x="19562" y="56628"/>
                  </a:lnTo>
                  <a:cubicBezTo>
                    <a:pt x="24198" y="57898"/>
                    <a:pt x="29087" y="57898"/>
                    <a:pt x="33723" y="5662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8" name="任意多边形: 形状 257"/>
            <p:cNvSpPr/>
            <p:nvPr/>
          </p:nvSpPr>
          <p:spPr>
            <a:xfrm>
              <a:off x="10295282" y="11867879"/>
              <a:ext cx="81329" cy="60150"/>
            </a:xfrm>
            <a:custGeom>
              <a:avLst/>
              <a:gdLst>
                <a:gd name="connsiteX0" fmla="*/ 40041 w 81329"/>
                <a:gd name="connsiteY0" fmla="*/ 56072 h 60150"/>
                <a:gd name="connsiteX1" fmla="*/ 44612 w 81329"/>
                <a:gd name="connsiteY1" fmla="*/ 53914 h 60150"/>
                <a:gd name="connsiteX2" fmla="*/ 38262 w 81329"/>
                <a:gd name="connsiteY2" fmla="*/ 56644 h 60150"/>
                <a:gd name="connsiteX3" fmla="*/ 53186 w 81329"/>
                <a:gd name="connsiteY3" fmla="*/ 52516 h 60150"/>
                <a:gd name="connsiteX4" fmla="*/ 46136 w 81329"/>
                <a:gd name="connsiteY4" fmla="*/ 53469 h 60150"/>
                <a:gd name="connsiteX5" fmla="*/ 54646 w 81329"/>
                <a:gd name="connsiteY5" fmla="*/ 52897 h 60150"/>
                <a:gd name="connsiteX6" fmla="*/ 64933 w 81329"/>
                <a:gd name="connsiteY6" fmla="*/ 50611 h 60150"/>
                <a:gd name="connsiteX7" fmla="*/ 79030 w 81329"/>
                <a:gd name="connsiteY7" fmla="*/ 36515 h 60150"/>
                <a:gd name="connsiteX8" fmla="*/ 81316 w 81329"/>
                <a:gd name="connsiteY8" fmla="*/ 26228 h 60150"/>
                <a:gd name="connsiteX9" fmla="*/ 80617 w 81329"/>
                <a:gd name="connsiteY9" fmla="*/ 19306 h 60150"/>
                <a:gd name="connsiteX10" fmla="*/ 73760 w 81329"/>
                <a:gd name="connsiteY10" fmla="*/ 7559 h 60150"/>
                <a:gd name="connsiteX11" fmla="*/ 54710 w 81329"/>
                <a:gd name="connsiteY11" fmla="*/ -252 h 60150"/>
                <a:gd name="connsiteX12" fmla="*/ 47216 w 81329"/>
                <a:gd name="connsiteY12" fmla="*/ 129 h 60150"/>
                <a:gd name="connsiteX13" fmla="*/ 33183 w 81329"/>
                <a:gd name="connsiteY13" fmla="*/ 2352 h 60150"/>
                <a:gd name="connsiteX14" fmla="*/ 13244 w 81329"/>
                <a:gd name="connsiteY14" fmla="*/ 10162 h 60150"/>
                <a:gd name="connsiteX15" fmla="*/ 5750 w 81329"/>
                <a:gd name="connsiteY15" fmla="*/ 17084 h 60150"/>
                <a:gd name="connsiteX16" fmla="*/ 988 w 81329"/>
                <a:gd name="connsiteY16" fmla="*/ 26101 h 60150"/>
                <a:gd name="connsiteX17" fmla="*/ 480 w 81329"/>
                <a:gd name="connsiteY17" fmla="*/ 36769 h 60150"/>
                <a:gd name="connsiteX18" fmla="*/ 3655 w 81329"/>
                <a:gd name="connsiteY18" fmla="*/ 46675 h 60150"/>
                <a:gd name="connsiteX19" fmla="*/ 19594 w 81329"/>
                <a:gd name="connsiteY19" fmla="*/ 58930 h 60150"/>
                <a:gd name="connsiteX20" fmla="*/ 26706 w 81329"/>
                <a:gd name="connsiteY20" fmla="*/ 59883 h 60150"/>
                <a:gd name="connsiteX21" fmla="*/ 40104 w 81329"/>
                <a:gd name="connsiteY21" fmla="*/ 56200 h 6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81329" h="60150">
                  <a:moveTo>
                    <a:pt x="40041" y="56072"/>
                  </a:moveTo>
                  <a:lnTo>
                    <a:pt x="44612" y="53914"/>
                  </a:lnTo>
                  <a:lnTo>
                    <a:pt x="38262" y="56644"/>
                  </a:lnTo>
                  <a:cubicBezTo>
                    <a:pt x="43025" y="54612"/>
                    <a:pt x="48042" y="53215"/>
                    <a:pt x="53186" y="52516"/>
                  </a:cubicBezTo>
                  <a:lnTo>
                    <a:pt x="46136" y="53469"/>
                  </a:lnTo>
                  <a:cubicBezTo>
                    <a:pt x="48931" y="53088"/>
                    <a:pt x="51788" y="52897"/>
                    <a:pt x="54646" y="52897"/>
                  </a:cubicBezTo>
                  <a:cubicBezTo>
                    <a:pt x="58202" y="53025"/>
                    <a:pt x="61758" y="52263"/>
                    <a:pt x="64933" y="50611"/>
                  </a:cubicBezTo>
                  <a:cubicBezTo>
                    <a:pt x="71474" y="48135"/>
                    <a:pt x="76553" y="43055"/>
                    <a:pt x="79030" y="36515"/>
                  </a:cubicBezTo>
                  <a:cubicBezTo>
                    <a:pt x="80681" y="33340"/>
                    <a:pt x="81443" y="29784"/>
                    <a:pt x="81316" y="26228"/>
                  </a:cubicBezTo>
                  <a:lnTo>
                    <a:pt x="80617" y="19306"/>
                  </a:lnTo>
                  <a:cubicBezTo>
                    <a:pt x="79411" y="14861"/>
                    <a:pt x="76998" y="10797"/>
                    <a:pt x="73760" y="7559"/>
                  </a:cubicBezTo>
                  <a:cubicBezTo>
                    <a:pt x="68679" y="2606"/>
                    <a:pt x="61821" y="-189"/>
                    <a:pt x="54710" y="-252"/>
                  </a:cubicBezTo>
                  <a:cubicBezTo>
                    <a:pt x="52233" y="-316"/>
                    <a:pt x="49693" y="-189"/>
                    <a:pt x="47216" y="129"/>
                  </a:cubicBezTo>
                  <a:cubicBezTo>
                    <a:pt x="42517" y="573"/>
                    <a:pt x="37818" y="1335"/>
                    <a:pt x="33183" y="2352"/>
                  </a:cubicBezTo>
                  <a:cubicBezTo>
                    <a:pt x="26261" y="4129"/>
                    <a:pt x="19530" y="6733"/>
                    <a:pt x="13244" y="10162"/>
                  </a:cubicBezTo>
                  <a:cubicBezTo>
                    <a:pt x="10196" y="11813"/>
                    <a:pt x="7656" y="14163"/>
                    <a:pt x="5750" y="17084"/>
                  </a:cubicBezTo>
                  <a:cubicBezTo>
                    <a:pt x="3401" y="19623"/>
                    <a:pt x="1750" y="22735"/>
                    <a:pt x="988" y="26101"/>
                  </a:cubicBezTo>
                  <a:cubicBezTo>
                    <a:pt x="-155" y="29529"/>
                    <a:pt x="-282" y="33213"/>
                    <a:pt x="480" y="36769"/>
                  </a:cubicBezTo>
                  <a:cubicBezTo>
                    <a:pt x="671" y="40325"/>
                    <a:pt x="1750" y="43690"/>
                    <a:pt x="3655" y="46675"/>
                  </a:cubicBezTo>
                  <a:cubicBezTo>
                    <a:pt x="7211" y="52644"/>
                    <a:pt x="12926" y="57025"/>
                    <a:pt x="19594" y="58930"/>
                  </a:cubicBezTo>
                  <a:lnTo>
                    <a:pt x="26706" y="59883"/>
                  </a:lnTo>
                  <a:cubicBezTo>
                    <a:pt x="31405" y="59819"/>
                    <a:pt x="36040" y="58549"/>
                    <a:pt x="40104" y="56200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59" name="任意多边形: 形状 258"/>
            <p:cNvSpPr/>
            <p:nvPr/>
          </p:nvSpPr>
          <p:spPr>
            <a:xfrm>
              <a:off x="9256966" y="10625010"/>
              <a:ext cx="1033843" cy="1219644"/>
            </a:xfrm>
            <a:custGeom>
              <a:avLst/>
              <a:gdLst>
                <a:gd name="connsiteX0" fmla="*/ 1033843 w 1033843"/>
                <a:gd name="connsiteY0" fmla="*/ 996047 h 1219644"/>
                <a:gd name="connsiteX1" fmla="*/ 664146 w 1033843"/>
                <a:gd name="connsiteY1" fmla="*/ 687564 h 1219644"/>
                <a:gd name="connsiteX2" fmla="*/ 716597 w 1033843"/>
                <a:gd name="connsiteY2" fmla="*/ 140956 h 1219644"/>
                <a:gd name="connsiteX3" fmla="*/ 589597 w 1033843"/>
                <a:gd name="connsiteY3" fmla="*/ 94410 h 1219644"/>
                <a:gd name="connsiteX4" fmla="*/ 621347 w 1033843"/>
                <a:gd name="connsiteY4" fmla="*/ -268 h 1219644"/>
                <a:gd name="connsiteX5" fmla="*/ 483362 w 1033843"/>
                <a:gd name="connsiteY5" fmla="*/ 55295 h 1219644"/>
                <a:gd name="connsiteX6" fmla="*/ 349250 w 1033843"/>
                <a:gd name="connsiteY6" fmla="*/ 6082 h 1219644"/>
                <a:gd name="connsiteX7" fmla="*/ 356489 w 1033843"/>
                <a:gd name="connsiteY7" fmla="*/ 106412 h 1219644"/>
                <a:gd name="connsiteX8" fmla="*/ 275971 w 1033843"/>
                <a:gd name="connsiteY8" fmla="*/ 138860 h 1219644"/>
                <a:gd name="connsiteX9" fmla="*/ 0 w 1033843"/>
                <a:gd name="connsiteY9" fmla="*/ 1149527 h 1219644"/>
                <a:gd name="connsiteX10" fmla="*/ 124333 w 1033843"/>
                <a:gd name="connsiteY10" fmla="*/ 1219377 h 1219644"/>
                <a:gd name="connsiteX11" fmla="*/ 433705 w 1033843"/>
                <a:gd name="connsiteY11" fmla="*/ 430326 h 1219644"/>
                <a:gd name="connsiteX12" fmla="*/ 478155 w 1033843"/>
                <a:gd name="connsiteY12" fmla="*/ 839456 h 1219644"/>
                <a:gd name="connsiteX13" fmla="*/ 962723 w 1033843"/>
                <a:gd name="connsiteY13" fmla="*/ 1125714 h 12196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33843" h="1219644">
                  <a:moveTo>
                    <a:pt x="1033843" y="996047"/>
                  </a:moveTo>
                  <a:lnTo>
                    <a:pt x="664146" y="687564"/>
                  </a:lnTo>
                  <a:lnTo>
                    <a:pt x="716597" y="140956"/>
                  </a:lnTo>
                  <a:lnTo>
                    <a:pt x="589597" y="94410"/>
                  </a:lnTo>
                  <a:lnTo>
                    <a:pt x="621347" y="-268"/>
                  </a:lnTo>
                  <a:lnTo>
                    <a:pt x="483362" y="55295"/>
                  </a:lnTo>
                  <a:lnTo>
                    <a:pt x="349250" y="6082"/>
                  </a:lnTo>
                  <a:cubicBezTo>
                    <a:pt x="349250" y="6082"/>
                    <a:pt x="351409" y="44563"/>
                    <a:pt x="356489" y="106412"/>
                  </a:cubicBezTo>
                  <a:lnTo>
                    <a:pt x="275971" y="138860"/>
                  </a:lnTo>
                  <a:cubicBezTo>
                    <a:pt x="275971" y="138860"/>
                    <a:pt x="35178" y="819835"/>
                    <a:pt x="0" y="1149527"/>
                  </a:cubicBezTo>
                  <a:lnTo>
                    <a:pt x="124333" y="1219377"/>
                  </a:lnTo>
                  <a:lnTo>
                    <a:pt x="433705" y="430326"/>
                  </a:lnTo>
                  <a:cubicBezTo>
                    <a:pt x="413003" y="685088"/>
                    <a:pt x="425386" y="804150"/>
                    <a:pt x="478155" y="839456"/>
                  </a:cubicBezTo>
                  <a:cubicBezTo>
                    <a:pt x="659002" y="960106"/>
                    <a:pt x="962723" y="1125714"/>
                    <a:pt x="962723" y="1125714"/>
                  </a:cubicBezTo>
                  <a:close/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0" name="任意多边形: 形状 259"/>
            <p:cNvSpPr/>
            <p:nvPr/>
          </p:nvSpPr>
          <p:spPr>
            <a:xfrm>
              <a:off x="9237154" y="11669775"/>
              <a:ext cx="190051" cy="191049"/>
            </a:xfrm>
            <a:custGeom>
              <a:avLst/>
              <a:gdLst>
                <a:gd name="connsiteX0" fmla="*/ 36386 w 190051"/>
                <a:gd name="connsiteY0" fmla="*/ 43039 h 191049"/>
                <a:gd name="connsiteX1" fmla="*/ 1397 w 190051"/>
                <a:gd name="connsiteY1" fmla="*/ 108317 h 191049"/>
                <a:gd name="connsiteX2" fmla="*/ 184150 w 190051"/>
                <a:gd name="connsiteY2" fmla="*/ 186041 h 191049"/>
                <a:gd name="connsiteX3" fmla="*/ 164211 w 190051"/>
                <a:gd name="connsiteY3" fmla="*/ 128383 h 191049"/>
                <a:gd name="connsiteX4" fmla="*/ 166878 w 190051"/>
                <a:gd name="connsiteY4" fmla="*/ -268 h 19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0051" h="191049">
                  <a:moveTo>
                    <a:pt x="36386" y="43039"/>
                  </a:moveTo>
                  <a:cubicBezTo>
                    <a:pt x="36386" y="43039"/>
                    <a:pt x="-8382" y="87108"/>
                    <a:pt x="1397" y="108317"/>
                  </a:cubicBezTo>
                  <a:cubicBezTo>
                    <a:pt x="11176" y="129526"/>
                    <a:pt x="163386" y="211124"/>
                    <a:pt x="184150" y="186041"/>
                  </a:cubicBezTo>
                  <a:cubicBezTo>
                    <a:pt x="204914" y="160959"/>
                    <a:pt x="164211" y="128383"/>
                    <a:pt x="164211" y="128383"/>
                  </a:cubicBezTo>
                  <a:lnTo>
                    <a:pt x="166878" y="-268"/>
                  </a:lnTo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1" name="任意多边形: 形状 260"/>
            <p:cNvSpPr/>
            <p:nvPr/>
          </p:nvSpPr>
          <p:spPr>
            <a:xfrm>
              <a:off x="10164508" y="11578328"/>
              <a:ext cx="157615" cy="179062"/>
            </a:xfrm>
            <a:custGeom>
              <a:avLst/>
              <a:gdLst>
                <a:gd name="connsiteX0" fmla="*/ 0 w 157615"/>
                <a:gd name="connsiteY0" fmla="*/ 128835 h 179062"/>
                <a:gd name="connsiteX1" fmla="*/ 84265 w 157615"/>
                <a:gd name="connsiteY1" fmla="*/ 154997 h 179062"/>
                <a:gd name="connsiteX2" fmla="*/ 156337 w 157615"/>
                <a:gd name="connsiteY2" fmla="*/ 20504 h 179062"/>
                <a:gd name="connsiteX3" fmla="*/ 97790 w 157615"/>
                <a:gd name="connsiteY3" fmla="*/ 6724 h 1790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7615" h="179062">
                  <a:moveTo>
                    <a:pt x="0" y="128835"/>
                  </a:moveTo>
                  <a:cubicBezTo>
                    <a:pt x="26353" y="164586"/>
                    <a:pt x="46292" y="205924"/>
                    <a:pt x="84265" y="154997"/>
                  </a:cubicBezTo>
                  <a:cubicBezTo>
                    <a:pt x="105220" y="126803"/>
                    <a:pt x="167260" y="59747"/>
                    <a:pt x="156337" y="20504"/>
                  </a:cubicBezTo>
                  <a:cubicBezTo>
                    <a:pt x="146177" y="-16008"/>
                    <a:pt x="97790" y="6724"/>
                    <a:pt x="97790" y="6724"/>
                  </a:cubicBezTo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2" name="任意多边形: 形状 261"/>
            <p:cNvSpPr/>
            <p:nvPr/>
          </p:nvSpPr>
          <p:spPr>
            <a:xfrm>
              <a:off x="9601454" y="10926226"/>
              <a:ext cx="104077" cy="343309"/>
            </a:xfrm>
            <a:custGeom>
              <a:avLst/>
              <a:gdLst>
                <a:gd name="connsiteX0" fmla="*/ 95567 w 104077"/>
                <a:gd name="connsiteY0" fmla="*/ 138190 h 343309"/>
                <a:gd name="connsiteX1" fmla="*/ 104077 w 104077"/>
                <a:gd name="connsiteY1" fmla="*/ 141 h 343309"/>
                <a:gd name="connsiteX2" fmla="*/ 0 w 104077"/>
                <a:gd name="connsiteY2" fmla="*/ 343041 h 343309"/>
                <a:gd name="connsiteX3" fmla="*/ 98361 w 104077"/>
                <a:gd name="connsiteY3" fmla="*/ 129046 h 343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4077" h="343309">
                  <a:moveTo>
                    <a:pt x="95567" y="138190"/>
                  </a:moveTo>
                  <a:cubicBezTo>
                    <a:pt x="95567" y="138190"/>
                    <a:pt x="103822" y="-9003"/>
                    <a:pt x="104077" y="141"/>
                  </a:cubicBezTo>
                  <a:cubicBezTo>
                    <a:pt x="104330" y="9285"/>
                    <a:pt x="0" y="343041"/>
                    <a:pt x="0" y="343041"/>
                  </a:cubicBezTo>
                  <a:lnTo>
                    <a:pt x="98361" y="129046"/>
                  </a:lnTo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3" name="任意多边形: 形状 262"/>
            <p:cNvSpPr/>
            <p:nvPr/>
          </p:nvSpPr>
          <p:spPr>
            <a:xfrm>
              <a:off x="9382950" y="10766806"/>
              <a:ext cx="345757" cy="1029080"/>
            </a:xfrm>
            <a:custGeom>
              <a:avLst/>
              <a:gdLst>
                <a:gd name="connsiteX0" fmla="*/ 312230 w 345757"/>
                <a:gd name="connsiteY0" fmla="*/ 3669 h 1029080"/>
                <a:gd name="connsiteX1" fmla="*/ 267780 w 345757"/>
                <a:gd name="connsiteY1" fmla="*/ 173277 h 1029080"/>
                <a:gd name="connsiteX2" fmla="*/ 292354 w 345757"/>
                <a:gd name="connsiteY2" fmla="*/ 175690 h 1029080"/>
                <a:gd name="connsiteX3" fmla="*/ 345757 w 345757"/>
                <a:gd name="connsiteY3" fmla="*/ -268 h 1029080"/>
                <a:gd name="connsiteX4" fmla="*/ 275907 w 345757"/>
                <a:gd name="connsiteY4" fmla="*/ 246557 h 1029080"/>
                <a:gd name="connsiteX5" fmla="*/ 168593 w 345757"/>
                <a:gd name="connsiteY5" fmla="*/ 580185 h 1029080"/>
                <a:gd name="connsiteX6" fmla="*/ 0 w 345757"/>
                <a:gd name="connsiteY6" fmla="*/ 1028813 h 1029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5757" h="1029080">
                  <a:moveTo>
                    <a:pt x="312230" y="3669"/>
                  </a:moveTo>
                  <a:cubicBezTo>
                    <a:pt x="312230" y="3669"/>
                    <a:pt x="243268" y="170928"/>
                    <a:pt x="267780" y="173277"/>
                  </a:cubicBezTo>
                  <a:lnTo>
                    <a:pt x="292354" y="175690"/>
                  </a:lnTo>
                  <a:lnTo>
                    <a:pt x="345757" y="-268"/>
                  </a:lnTo>
                  <a:lnTo>
                    <a:pt x="275907" y="246557"/>
                  </a:lnTo>
                  <a:lnTo>
                    <a:pt x="168593" y="580185"/>
                  </a:lnTo>
                  <a:cubicBezTo>
                    <a:pt x="168593" y="580185"/>
                    <a:pt x="6032" y="1025574"/>
                    <a:pt x="0" y="1028813"/>
                  </a:cubicBez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4" name="任意多边形: 形状 263"/>
            <p:cNvSpPr/>
            <p:nvPr/>
          </p:nvSpPr>
          <p:spPr>
            <a:xfrm>
              <a:off x="9890950" y="10817161"/>
              <a:ext cx="363664" cy="814387"/>
            </a:xfrm>
            <a:custGeom>
              <a:avLst/>
              <a:gdLst>
                <a:gd name="connsiteX0" fmla="*/ 13716 w 363664"/>
                <a:gd name="connsiteY0" fmla="*/ -268 h 814387"/>
                <a:gd name="connsiteX1" fmla="*/ 46418 w 363664"/>
                <a:gd name="connsiteY1" fmla="*/ 75424 h 814387"/>
                <a:gd name="connsiteX2" fmla="*/ 27368 w 363664"/>
                <a:gd name="connsiteY2" fmla="*/ 155561 h 814387"/>
                <a:gd name="connsiteX3" fmla="*/ 0 w 363664"/>
                <a:gd name="connsiteY3" fmla="*/ 502334 h 814387"/>
                <a:gd name="connsiteX4" fmla="*/ 24574 w 363664"/>
                <a:gd name="connsiteY4" fmla="*/ 504747 h 814387"/>
                <a:gd name="connsiteX5" fmla="*/ 12827 w 363664"/>
                <a:gd name="connsiteY5" fmla="*/ 523416 h 814387"/>
                <a:gd name="connsiteX6" fmla="*/ 55817 w 363664"/>
                <a:gd name="connsiteY6" fmla="*/ 528370 h 814387"/>
                <a:gd name="connsiteX7" fmla="*/ 363665 w 363664"/>
                <a:gd name="connsiteY7" fmla="*/ 814120 h 814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63664" h="814387">
                  <a:moveTo>
                    <a:pt x="13716" y="-268"/>
                  </a:moveTo>
                  <a:cubicBezTo>
                    <a:pt x="13716" y="-268"/>
                    <a:pt x="9207" y="58025"/>
                    <a:pt x="46418" y="75424"/>
                  </a:cubicBezTo>
                  <a:lnTo>
                    <a:pt x="27368" y="155561"/>
                  </a:lnTo>
                  <a:lnTo>
                    <a:pt x="0" y="502334"/>
                  </a:lnTo>
                  <a:lnTo>
                    <a:pt x="24574" y="504747"/>
                  </a:lnTo>
                  <a:lnTo>
                    <a:pt x="12827" y="523416"/>
                  </a:lnTo>
                  <a:lnTo>
                    <a:pt x="55817" y="528370"/>
                  </a:lnTo>
                  <a:lnTo>
                    <a:pt x="363665" y="814120"/>
                  </a:lnTo>
                </a:path>
              </a:pathLst>
            </a:custGeom>
            <a:noFill/>
            <a:ln w="10668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5" name="任意多边形: 形状 264"/>
            <p:cNvSpPr/>
            <p:nvPr/>
          </p:nvSpPr>
          <p:spPr>
            <a:xfrm>
              <a:off x="9859004" y="10181091"/>
              <a:ext cx="255085" cy="196713"/>
            </a:xfrm>
            <a:custGeom>
              <a:avLst/>
              <a:gdLst>
                <a:gd name="connsiteX0" fmla="*/ 5 w 255085"/>
                <a:gd name="connsiteY0" fmla="*/ 41188 h 196713"/>
                <a:gd name="connsiteX1" fmla="*/ 97986 w 255085"/>
                <a:gd name="connsiteY1" fmla="*/ 1437 h 196713"/>
                <a:gd name="connsiteX2" fmla="*/ 145103 w 255085"/>
                <a:gd name="connsiteY2" fmla="*/ 16359 h 196713"/>
                <a:gd name="connsiteX3" fmla="*/ 255085 w 255085"/>
                <a:gd name="connsiteY3" fmla="*/ 135168 h 196713"/>
                <a:gd name="connsiteX4" fmla="*/ 248735 w 255085"/>
                <a:gd name="connsiteY4" fmla="*/ 170664 h 196713"/>
                <a:gd name="connsiteX5" fmla="*/ 175519 w 255085"/>
                <a:gd name="connsiteY5" fmla="*/ 196445 h 196713"/>
                <a:gd name="connsiteX6" fmla="*/ 5 w 255085"/>
                <a:gd name="connsiteY6" fmla="*/ 41188 h 196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5085" h="196713">
                  <a:moveTo>
                    <a:pt x="5" y="41188"/>
                  </a:moveTo>
                  <a:cubicBezTo>
                    <a:pt x="577" y="10835"/>
                    <a:pt x="50805" y="-5866"/>
                    <a:pt x="97986" y="1437"/>
                  </a:cubicBezTo>
                  <a:cubicBezTo>
                    <a:pt x="114305" y="4142"/>
                    <a:pt x="130180" y="9165"/>
                    <a:pt x="145103" y="16359"/>
                  </a:cubicBezTo>
                  <a:lnTo>
                    <a:pt x="255085" y="135168"/>
                  </a:lnTo>
                  <a:lnTo>
                    <a:pt x="248735" y="170664"/>
                  </a:lnTo>
                  <a:lnTo>
                    <a:pt x="175519" y="196445"/>
                  </a:lnTo>
                  <a:cubicBezTo>
                    <a:pt x="68204" y="145328"/>
                    <a:pt x="-693" y="77192"/>
                    <a:pt x="5" y="41188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6" name="任意多边形: 形状 265"/>
            <p:cNvSpPr/>
            <p:nvPr/>
          </p:nvSpPr>
          <p:spPr>
            <a:xfrm>
              <a:off x="9885680" y="10217719"/>
              <a:ext cx="223901" cy="164340"/>
            </a:xfrm>
            <a:custGeom>
              <a:avLst/>
              <a:gdLst>
                <a:gd name="connsiteX0" fmla="*/ 0 w 223901"/>
                <a:gd name="connsiteY0" fmla="*/ 42216 h 164340"/>
                <a:gd name="connsiteX1" fmla="*/ 84836 w 223901"/>
                <a:gd name="connsiteY1" fmla="*/ -11 h 164340"/>
                <a:gd name="connsiteX2" fmla="*/ 126111 w 223901"/>
                <a:gd name="connsiteY2" fmla="*/ 9323 h 164340"/>
                <a:gd name="connsiteX3" fmla="*/ 223901 w 223901"/>
                <a:gd name="connsiteY3" fmla="*/ 104192 h 164340"/>
                <a:gd name="connsiteX4" fmla="*/ 218694 w 223901"/>
                <a:gd name="connsiteY4" fmla="*/ 135942 h 164340"/>
                <a:gd name="connsiteX5" fmla="*/ 155194 w 223901"/>
                <a:gd name="connsiteY5" fmla="*/ 164072 h 164340"/>
                <a:gd name="connsiteX6" fmla="*/ 0 w 223901"/>
                <a:gd name="connsiteY6" fmla="*/ 42216 h 164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3901" h="164340">
                  <a:moveTo>
                    <a:pt x="0" y="42216"/>
                  </a:moveTo>
                  <a:cubicBezTo>
                    <a:pt x="0" y="15736"/>
                    <a:pt x="43624" y="-2679"/>
                    <a:pt x="84836" y="-11"/>
                  </a:cubicBezTo>
                  <a:cubicBezTo>
                    <a:pt x="98996" y="1068"/>
                    <a:pt x="112902" y="4217"/>
                    <a:pt x="126111" y="9323"/>
                  </a:cubicBezTo>
                  <a:lnTo>
                    <a:pt x="223901" y="104192"/>
                  </a:lnTo>
                  <a:lnTo>
                    <a:pt x="218694" y="135942"/>
                  </a:lnTo>
                  <a:lnTo>
                    <a:pt x="155194" y="164072"/>
                  </a:lnTo>
                  <a:cubicBezTo>
                    <a:pt x="61213" y="127560"/>
                    <a:pt x="0" y="73585"/>
                    <a:pt x="0" y="42216"/>
                  </a:cubicBezTo>
                  <a:close/>
                </a:path>
              </a:pathLst>
            </a:custGeom>
            <a:solidFill>
              <a:srgbClr val="DE635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7" name="任意多边形: 形状 266"/>
            <p:cNvSpPr/>
            <p:nvPr/>
          </p:nvSpPr>
          <p:spPr>
            <a:xfrm>
              <a:off x="9661453" y="10178340"/>
              <a:ext cx="544371" cy="593418"/>
            </a:xfrm>
            <a:custGeom>
              <a:avLst/>
              <a:gdLst>
                <a:gd name="connsiteX0" fmla="*/ 48903 w 544371"/>
                <a:gd name="connsiteY0" fmla="*/ 444815 h 593418"/>
                <a:gd name="connsiteX1" fmla="*/ 235847 w 544371"/>
                <a:gd name="connsiteY1" fmla="*/ 567751 h 593418"/>
                <a:gd name="connsiteX2" fmla="*/ 301252 w 544371"/>
                <a:gd name="connsiteY2" fmla="*/ 593151 h 593418"/>
                <a:gd name="connsiteX3" fmla="*/ 332367 w 544371"/>
                <a:gd name="connsiteY3" fmla="*/ 590039 h 593418"/>
                <a:gd name="connsiteX4" fmla="*/ 493149 w 544371"/>
                <a:gd name="connsiteY4" fmla="*/ 515871 h 593418"/>
                <a:gd name="connsiteX5" fmla="*/ 537091 w 544371"/>
                <a:gd name="connsiteY5" fmla="*/ 350199 h 593418"/>
                <a:gd name="connsiteX6" fmla="*/ 511247 w 544371"/>
                <a:gd name="connsiteY6" fmla="*/ 299146 h 593418"/>
                <a:gd name="connsiteX7" fmla="*/ 358847 w 544371"/>
                <a:gd name="connsiteY7" fmla="*/ 73212 h 593418"/>
                <a:gd name="connsiteX8" fmla="*/ 290711 w 544371"/>
                <a:gd name="connsiteY8" fmla="*/ 8824 h 593418"/>
                <a:gd name="connsiteX9" fmla="*/ 134247 w 544371"/>
                <a:gd name="connsiteY9" fmla="*/ 32192 h 593418"/>
                <a:gd name="connsiteX10" fmla="*/ 10549 w 544371"/>
                <a:gd name="connsiteY10" fmla="*/ 425384 h 593418"/>
                <a:gd name="connsiteX11" fmla="*/ 48903 w 544371"/>
                <a:gd name="connsiteY11" fmla="*/ 444815 h 593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44371" h="593418">
                  <a:moveTo>
                    <a:pt x="48903" y="444815"/>
                  </a:moveTo>
                  <a:cubicBezTo>
                    <a:pt x="97925" y="505648"/>
                    <a:pt x="164028" y="540065"/>
                    <a:pt x="235847" y="567751"/>
                  </a:cubicBezTo>
                  <a:cubicBezTo>
                    <a:pt x="257564" y="576133"/>
                    <a:pt x="279344" y="584768"/>
                    <a:pt x="301252" y="593151"/>
                  </a:cubicBezTo>
                  <a:cubicBezTo>
                    <a:pt x="311666" y="592452"/>
                    <a:pt x="322016" y="591499"/>
                    <a:pt x="332367" y="590039"/>
                  </a:cubicBezTo>
                  <a:cubicBezTo>
                    <a:pt x="391930" y="581721"/>
                    <a:pt x="451239" y="558924"/>
                    <a:pt x="493149" y="515871"/>
                  </a:cubicBezTo>
                  <a:cubicBezTo>
                    <a:pt x="535059" y="472818"/>
                    <a:pt x="556649" y="407159"/>
                    <a:pt x="537091" y="350199"/>
                  </a:cubicBezTo>
                  <a:cubicBezTo>
                    <a:pt x="530360" y="332292"/>
                    <a:pt x="521661" y="315173"/>
                    <a:pt x="511247" y="299146"/>
                  </a:cubicBezTo>
                  <a:cubicBezTo>
                    <a:pt x="463876" y="221593"/>
                    <a:pt x="413076" y="146282"/>
                    <a:pt x="358847" y="73212"/>
                  </a:cubicBezTo>
                  <a:cubicBezTo>
                    <a:pt x="339797" y="47812"/>
                    <a:pt x="319540" y="21778"/>
                    <a:pt x="290711" y="8824"/>
                  </a:cubicBezTo>
                  <a:cubicBezTo>
                    <a:pt x="240990" y="-13465"/>
                    <a:pt x="183714" y="9459"/>
                    <a:pt x="134247" y="32192"/>
                  </a:cubicBezTo>
                  <a:cubicBezTo>
                    <a:pt x="134247" y="32192"/>
                    <a:pt x="-44569" y="239583"/>
                    <a:pt x="10549" y="425384"/>
                  </a:cubicBezTo>
                  <a:cubicBezTo>
                    <a:pt x="25662" y="425491"/>
                    <a:pt x="39886" y="432686"/>
                    <a:pt x="48903" y="444815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8" name="任意多边形: 形状 267"/>
            <p:cNvSpPr/>
            <p:nvPr/>
          </p:nvSpPr>
          <p:spPr>
            <a:xfrm>
              <a:off x="9488607" y="10097056"/>
              <a:ext cx="382113" cy="256174"/>
            </a:xfrm>
            <a:custGeom>
              <a:avLst/>
              <a:gdLst>
                <a:gd name="connsiteX0" fmla="*/ 42742 w 382113"/>
                <a:gd name="connsiteY0" fmla="*/ 255907 h 256174"/>
                <a:gd name="connsiteX1" fmla="*/ 1404 w 382113"/>
                <a:gd name="connsiteY1" fmla="*/ 199264 h 256174"/>
                <a:gd name="connsiteX2" fmla="*/ 11183 w 382113"/>
                <a:gd name="connsiteY2" fmla="*/ 139066 h 256174"/>
                <a:gd name="connsiteX3" fmla="*/ 246133 w 382113"/>
                <a:gd name="connsiteY3" fmla="*/ 255 h 256174"/>
                <a:gd name="connsiteX4" fmla="*/ 367799 w 382113"/>
                <a:gd name="connsiteY4" fmla="*/ 36196 h 256174"/>
                <a:gd name="connsiteX5" fmla="*/ 381705 w 382113"/>
                <a:gd name="connsiteY5" fmla="*/ 95759 h 256174"/>
                <a:gd name="connsiteX6" fmla="*/ 242005 w 382113"/>
                <a:gd name="connsiteY6" fmla="*/ 251461 h 256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2113" h="256174">
                  <a:moveTo>
                    <a:pt x="42742" y="255907"/>
                  </a:moveTo>
                  <a:cubicBezTo>
                    <a:pt x="34234" y="250318"/>
                    <a:pt x="8325" y="231777"/>
                    <a:pt x="1404" y="199264"/>
                  </a:cubicBezTo>
                  <a:cubicBezTo>
                    <a:pt x="261" y="193994"/>
                    <a:pt x="-3930" y="171642"/>
                    <a:pt x="11183" y="139066"/>
                  </a:cubicBezTo>
                  <a:cubicBezTo>
                    <a:pt x="42933" y="70486"/>
                    <a:pt x="138183" y="4510"/>
                    <a:pt x="246133" y="255"/>
                  </a:cubicBezTo>
                  <a:cubicBezTo>
                    <a:pt x="277883" y="-951"/>
                    <a:pt x="339414" y="-3364"/>
                    <a:pt x="367799" y="36196"/>
                  </a:cubicBezTo>
                  <a:cubicBezTo>
                    <a:pt x="384055" y="58866"/>
                    <a:pt x="382404" y="85536"/>
                    <a:pt x="381705" y="95759"/>
                  </a:cubicBezTo>
                  <a:cubicBezTo>
                    <a:pt x="375736" y="189866"/>
                    <a:pt x="254705" y="245937"/>
                    <a:pt x="242005" y="251461"/>
                  </a:cubicBezTo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9" name="任意多边形: 形状 268"/>
            <p:cNvSpPr/>
            <p:nvPr/>
          </p:nvSpPr>
          <p:spPr>
            <a:xfrm>
              <a:off x="9574690" y="10162635"/>
              <a:ext cx="225898" cy="150018"/>
            </a:xfrm>
            <a:custGeom>
              <a:avLst/>
              <a:gdLst>
                <a:gd name="connsiteX0" fmla="*/ 24922 w 225898"/>
                <a:gd name="connsiteY0" fmla="*/ 149751 h 150018"/>
                <a:gd name="connsiteX1" fmla="*/ 792 w 225898"/>
                <a:gd name="connsiteY1" fmla="*/ 114509 h 150018"/>
                <a:gd name="connsiteX2" fmla="*/ 6698 w 225898"/>
                <a:gd name="connsiteY2" fmla="*/ 76853 h 150018"/>
                <a:gd name="connsiteX3" fmla="*/ 143921 w 225898"/>
                <a:gd name="connsiteY3" fmla="*/ 2494 h 150018"/>
                <a:gd name="connsiteX4" fmla="*/ 217327 w 225898"/>
                <a:gd name="connsiteY4" fmla="*/ 11511 h 150018"/>
                <a:gd name="connsiteX5" fmla="*/ 225391 w 225898"/>
                <a:gd name="connsiteY5" fmla="*/ 48723 h 150018"/>
                <a:gd name="connsiteX6" fmla="*/ 142841 w 225898"/>
                <a:gd name="connsiteY6" fmla="*/ 146385 h 150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5898" h="150018">
                  <a:moveTo>
                    <a:pt x="24922" y="149751"/>
                  </a:moveTo>
                  <a:cubicBezTo>
                    <a:pt x="12666" y="141534"/>
                    <a:pt x="4030" y="128917"/>
                    <a:pt x="792" y="114509"/>
                  </a:cubicBezTo>
                  <a:cubicBezTo>
                    <a:pt x="-1303" y="101650"/>
                    <a:pt x="792" y="88461"/>
                    <a:pt x="6698" y="76853"/>
                  </a:cubicBezTo>
                  <a:cubicBezTo>
                    <a:pt x="32098" y="21036"/>
                    <a:pt x="113631" y="5479"/>
                    <a:pt x="143921" y="2494"/>
                  </a:cubicBezTo>
                  <a:cubicBezTo>
                    <a:pt x="174211" y="-490"/>
                    <a:pt x="203357" y="-4554"/>
                    <a:pt x="217327" y="11511"/>
                  </a:cubicBezTo>
                  <a:cubicBezTo>
                    <a:pt x="227868" y="23640"/>
                    <a:pt x="225963" y="41484"/>
                    <a:pt x="225391" y="48723"/>
                  </a:cubicBezTo>
                  <a:cubicBezTo>
                    <a:pt x="220566" y="106698"/>
                    <a:pt x="152113" y="141686"/>
                    <a:pt x="142841" y="146385"/>
                  </a:cubicBezTo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0" name="任意多边形: 形状 269"/>
            <p:cNvSpPr/>
            <p:nvPr/>
          </p:nvSpPr>
          <p:spPr>
            <a:xfrm>
              <a:off x="9543415" y="10721339"/>
              <a:ext cx="424306" cy="133604"/>
            </a:xfrm>
            <a:custGeom>
              <a:avLst/>
              <a:gdLst>
                <a:gd name="connsiteX0" fmla="*/ 424307 w 424306"/>
                <a:gd name="connsiteY0" fmla="*/ 102475 h 133604"/>
                <a:gd name="connsiteX1" fmla="*/ 396177 w 424306"/>
                <a:gd name="connsiteY1" fmla="*/ 28307 h 133604"/>
                <a:gd name="connsiteX2" fmla="*/ 5969 w 424306"/>
                <a:gd name="connsiteY2" fmla="*/ -268 h 133604"/>
                <a:gd name="connsiteX3" fmla="*/ 0 w 424306"/>
                <a:gd name="connsiteY3" fmla="*/ 35038 h 133604"/>
                <a:gd name="connsiteX4" fmla="*/ 241808 w 424306"/>
                <a:gd name="connsiteY4" fmla="*/ 114286 h 133604"/>
                <a:gd name="connsiteX5" fmla="*/ 420941 w 424306"/>
                <a:gd name="connsiteY5" fmla="*/ 133336 h 133604"/>
                <a:gd name="connsiteX6" fmla="*/ 424307 w 424306"/>
                <a:gd name="connsiteY6" fmla="*/ 102475 h 133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4306" h="133604">
                  <a:moveTo>
                    <a:pt x="424307" y="102475"/>
                  </a:moveTo>
                  <a:lnTo>
                    <a:pt x="396177" y="28307"/>
                  </a:lnTo>
                  <a:lnTo>
                    <a:pt x="5969" y="-268"/>
                  </a:lnTo>
                  <a:cubicBezTo>
                    <a:pt x="4445" y="11543"/>
                    <a:pt x="2413" y="23291"/>
                    <a:pt x="0" y="35038"/>
                  </a:cubicBezTo>
                  <a:cubicBezTo>
                    <a:pt x="75882" y="77075"/>
                    <a:pt x="160210" y="99173"/>
                    <a:pt x="241808" y="114286"/>
                  </a:cubicBezTo>
                  <a:cubicBezTo>
                    <a:pt x="294577" y="124065"/>
                    <a:pt x="364871" y="129590"/>
                    <a:pt x="420941" y="133336"/>
                  </a:cubicBezTo>
                  <a:cubicBezTo>
                    <a:pt x="422148" y="123112"/>
                    <a:pt x="423228" y="112762"/>
                    <a:pt x="424307" y="102475"/>
                  </a:cubicBezTo>
                  <a:close/>
                </a:path>
              </a:pathLst>
            </a:custGeom>
            <a:solidFill>
              <a:srgbClr val="E37C1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1" name="任意多边形: 形状 270"/>
            <p:cNvSpPr/>
            <p:nvPr/>
          </p:nvSpPr>
          <p:spPr>
            <a:xfrm>
              <a:off x="9520935" y="10197841"/>
              <a:ext cx="459133" cy="584048"/>
            </a:xfrm>
            <a:custGeom>
              <a:avLst/>
              <a:gdLst>
                <a:gd name="connsiteX0" fmla="*/ 453898 w 459133"/>
                <a:gd name="connsiteY0" fmla="*/ 511610 h 584048"/>
                <a:gd name="connsiteX1" fmla="*/ 335153 w 459133"/>
                <a:gd name="connsiteY1" fmla="*/ 78604 h 584048"/>
                <a:gd name="connsiteX2" fmla="*/ 319849 w 459133"/>
                <a:gd name="connsiteY2" fmla="*/ 35741 h 584048"/>
                <a:gd name="connsiteX3" fmla="*/ 162179 w 459133"/>
                <a:gd name="connsiteY3" fmla="*/ 9706 h 584048"/>
                <a:gd name="connsiteX4" fmla="*/ 143828 w 459133"/>
                <a:gd name="connsiteY4" fmla="*/ 37265 h 584048"/>
                <a:gd name="connsiteX5" fmla="*/ 97536 w 459133"/>
                <a:gd name="connsiteY5" fmla="*/ 56315 h 584048"/>
                <a:gd name="connsiteX6" fmla="*/ 72136 w 459133"/>
                <a:gd name="connsiteY6" fmla="*/ 50917 h 584048"/>
                <a:gd name="connsiteX7" fmla="*/ 65786 w 459133"/>
                <a:gd name="connsiteY7" fmla="*/ 50917 h 584048"/>
                <a:gd name="connsiteX8" fmla="*/ 72136 w 459133"/>
                <a:gd name="connsiteY8" fmla="*/ 47870 h 584048"/>
                <a:gd name="connsiteX9" fmla="*/ 73660 w 459133"/>
                <a:gd name="connsiteY9" fmla="*/ 47870 h 584048"/>
                <a:gd name="connsiteX10" fmla="*/ 82868 w 459133"/>
                <a:gd name="connsiteY10" fmla="*/ 46282 h 584048"/>
                <a:gd name="connsiteX11" fmla="*/ 59881 w 459133"/>
                <a:gd name="connsiteY11" fmla="*/ 70793 h 584048"/>
                <a:gd name="connsiteX12" fmla="*/ 24702 w 459133"/>
                <a:gd name="connsiteY12" fmla="*/ 105972 h 584048"/>
                <a:gd name="connsiteX13" fmla="*/ 8890 w 459133"/>
                <a:gd name="connsiteY13" fmla="*/ 282375 h 584048"/>
                <a:gd name="connsiteX14" fmla="*/ 17018 w 459133"/>
                <a:gd name="connsiteY14" fmla="*/ 491925 h 584048"/>
                <a:gd name="connsiteX15" fmla="*/ 17653 w 459133"/>
                <a:gd name="connsiteY15" fmla="*/ 515229 h 584048"/>
                <a:gd name="connsiteX16" fmla="*/ 0 w 459133"/>
                <a:gd name="connsiteY16" fmla="*/ 546472 h 584048"/>
                <a:gd name="connsiteX17" fmla="*/ 16383 w 459133"/>
                <a:gd name="connsiteY17" fmla="*/ 572253 h 584048"/>
                <a:gd name="connsiteX18" fmla="*/ 123317 w 459133"/>
                <a:gd name="connsiteY18" fmla="*/ 581841 h 584048"/>
                <a:gd name="connsiteX19" fmla="*/ 410273 w 459133"/>
                <a:gd name="connsiteY19" fmla="*/ 574221 h 584048"/>
                <a:gd name="connsiteX20" fmla="*/ 452945 w 459133"/>
                <a:gd name="connsiteY20" fmla="*/ 560188 h 584048"/>
                <a:gd name="connsiteX21" fmla="*/ 453898 w 459133"/>
                <a:gd name="connsiteY21" fmla="*/ 511610 h 584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59133" h="584048">
                  <a:moveTo>
                    <a:pt x="453898" y="511610"/>
                  </a:moveTo>
                  <a:cubicBezTo>
                    <a:pt x="408877" y="368862"/>
                    <a:pt x="385508" y="219510"/>
                    <a:pt x="335153" y="78604"/>
                  </a:cubicBezTo>
                  <a:cubicBezTo>
                    <a:pt x="332677" y="71746"/>
                    <a:pt x="322135" y="42218"/>
                    <a:pt x="319849" y="35741"/>
                  </a:cubicBezTo>
                  <a:cubicBezTo>
                    <a:pt x="210312" y="-8709"/>
                    <a:pt x="173799" y="-4962"/>
                    <a:pt x="162179" y="9706"/>
                  </a:cubicBezTo>
                  <a:cubicBezTo>
                    <a:pt x="157099" y="16056"/>
                    <a:pt x="155829" y="25898"/>
                    <a:pt x="143828" y="37265"/>
                  </a:cubicBezTo>
                  <a:cubicBezTo>
                    <a:pt x="131318" y="49171"/>
                    <a:pt x="114808" y="55972"/>
                    <a:pt x="97536" y="56315"/>
                  </a:cubicBezTo>
                  <a:cubicBezTo>
                    <a:pt x="88773" y="56233"/>
                    <a:pt x="80137" y="54398"/>
                    <a:pt x="72136" y="50917"/>
                  </a:cubicBezTo>
                  <a:cubicBezTo>
                    <a:pt x="68135" y="51362"/>
                    <a:pt x="65786" y="51362"/>
                    <a:pt x="65786" y="50917"/>
                  </a:cubicBezTo>
                  <a:cubicBezTo>
                    <a:pt x="65786" y="50473"/>
                    <a:pt x="67755" y="49394"/>
                    <a:pt x="72136" y="47870"/>
                  </a:cubicBezTo>
                  <a:lnTo>
                    <a:pt x="73660" y="47870"/>
                  </a:lnTo>
                  <a:cubicBezTo>
                    <a:pt x="76771" y="47508"/>
                    <a:pt x="79820" y="46981"/>
                    <a:pt x="82868" y="46282"/>
                  </a:cubicBezTo>
                  <a:cubicBezTo>
                    <a:pt x="83376" y="46981"/>
                    <a:pt x="79756" y="51743"/>
                    <a:pt x="59881" y="70793"/>
                  </a:cubicBezTo>
                  <a:cubicBezTo>
                    <a:pt x="46863" y="81150"/>
                    <a:pt x="35052" y="92954"/>
                    <a:pt x="24702" y="105972"/>
                  </a:cubicBezTo>
                  <a:cubicBezTo>
                    <a:pt x="3556" y="132515"/>
                    <a:pt x="4508" y="189665"/>
                    <a:pt x="8890" y="282375"/>
                  </a:cubicBezTo>
                  <a:cubicBezTo>
                    <a:pt x="18352" y="479670"/>
                    <a:pt x="13843" y="477510"/>
                    <a:pt x="17018" y="491925"/>
                  </a:cubicBezTo>
                  <a:cubicBezTo>
                    <a:pt x="19241" y="499501"/>
                    <a:pt x="19495" y="507540"/>
                    <a:pt x="17653" y="515229"/>
                  </a:cubicBezTo>
                  <a:cubicBezTo>
                    <a:pt x="13335" y="531168"/>
                    <a:pt x="762" y="535041"/>
                    <a:pt x="0" y="546472"/>
                  </a:cubicBezTo>
                  <a:cubicBezTo>
                    <a:pt x="127" y="557483"/>
                    <a:pt x="6477" y="567471"/>
                    <a:pt x="16383" y="572253"/>
                  </a:cubicBezTo>
                  <a:cubicBezTo>
                    <a:pt x="46419" y="588699"/>
                    <a:pt x="90424" y="583111"/>
                    <a:pt x="123317" y="581841"/>
                  </a:cubicBezTo>
                  <a:cubicBezTo>
                    <a:pt x="141605" y="581143"/>
                    <a:pt x="340995" y="576063"/>
                    <a:pt x="410273" y="574221"/>
                  </a:cubicBezTo>
                  <a:cubicBezTo>
                    <a:pt x="425768" y="573777"/>
                    <a:pt x="443357" y="572379"/>
                    <a:pt x="452945" y="560188"/>
                  </a:cubicBezTo>
                  <a:cubicBezTo>
                    <a:pt x="464630" y="544821"/>
                    <a:pt x="456692" y="520500"/>
                    <a:pt x="453898" y="51161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2" name="任意多边形: 形状 271"/>
            <p:cNvSpPr/>
            <p:nvPr/>
          </p:nvSpPr>
          <p:spPr>
            <a:xfrm>
              <a:off x="9557448" y="10201526"/>
              <a:ext cx="206502" cy="159559"/>
            </a:xfrm>
            <a:custGeom>
              <a:avLst/>
              <a:gdLst>
                <a:gd name="connsiteX0" fmla="*/ 155511 w 206502"/>
                <a:gd name="connsiteY0" fmla="*/ 243 h 159559"/>
                <a:gd name="connsiteX1" fmla="*/ 121095 w 206502"/>
                <a:gd name="connsiteY1" fmla="*/ 7545 h 159559"/>
                <a:gd name="connsiteX2" fmla="*/ 102680 w 206502"/>
                <a:gd name="connsiteY2" fmla="*/ 35104 h 159559"/>
                <a:gd name="connsiteX3" fmla="*/ 56452 w 206502"/>
                <a:gd name="connsiteY3" fmla="*/ 54154 h 159559"/>
                <a:gd name="connsiteX4" fmla="*/ 22479 w 206502"/>
                <a:gd name="connsiteY4" fmla="*/ 56059 h 159559"/>
                <a:gd name="connsiteX5" fmla="*/ 19748 w 206502"/>
                <a:gd name="connsiteY5" fmla="*/ 62409 h 159559"/>
                <a:gd name="connsiteX6" fmla="*/ 3366 w 206502"/>
                <a:gd name="connsiteY6" fmla="*/ 76633 h 159559"/>
                <a:gd name="connsiteX7" fmla="*/ 698 w 206502"/>
                <a:gd name="connsiteY7" fmla="*/ 79364 h 159559"/>
                <a:gd name="connsiteX8" fmla="*/ 0 w 206502"/>
                <a:gd name="connsiteY8" fmla="*/ 80189 h 159559"/>
                <a:gd name="connsiteX9" fmla="*/ 5969 w 206502"/>
                <a:gd name="connsiteY9" fmla="*/ 100065 h 159559"/>
                <a:gd name="connsiteX10" fmla="*/ 56769 w 206502"/>
                <a:gd name="connsiteY10" fmla="*/ 155818 h 159559"/>
                <a:gd name="connsiteX11" fmla="*/ 55626 w 206502"/>
                <a:gd name="connsiteY11" fmla="*/ 152008 h 159559"/>
                <a:gd name="connsiteX12" fmla="*/ 55626 w 206502"/>
                <a:gd name="connsiteY12" fmla="*/ 152008 h 159559"/>
                <a:gd name="connsiteX13" fmla="*/ 76454 w 206502"/>
                <a:gd name="connsiteY13" fmla="*/ 109717 h 159559"/>
                <a:gd name="connsiteX14" fmla="*/ 105537 w 206502"/>
                <a:gd name="connsiteY14" fmla="*/ 158675 h 159559"/>
                <a:gd name="connsiteX15" fmla="*/ 104013 w 206502"/>
                <a:gd name="connsiteY15" fmla="*/ 157151 h 159559"/>
                <a:gd name="connsiteX16" fmla="*/ 108585 w 206502"/>
                <a:gd name="connsiteY16" fmla="*/ 158675 h 159559"/>
                <a:gd name="connsiteX17" fmla="*/ 162052 w 206502"/>
                <a:gd name="connsiteY17" fmla="*/ 106986 h 159559"/>
                <a:gd name="connsiteX18" fmla="*/ 206502 w 206502"/>
                <a:gd name="connsiteY18" fmla="*/ 16372 h 159559"/>
                <a:gd name="connsiteX19" fmla="*/ 155511 w 206502"/>
                <a:gd name="connsiteY19" fmla="*/ 243 h 1595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06502" h="159559">
                  <a:moveTo>
                    <a:pt x="155511" y="243"/>
                  </a:moveTo>
                  <a:cubicBezTo>
                    <a:pt x="144780" y="-75"/>
                    <a:pt x="130111" y="-2615"/>
                    <a:pt x="121095" y="7545"/>
                  </a:cubicBezTo>
                  <a:cubicBezTo>
                    <a:pt x="115507" y="13895"/>
                    <a:pt x="114745" y="23928"/>
                    <a:pt x="102680" y="35104"/>
                  </a:cubicBezTo>
                  <a:cubicBezTo>
                    <a:pt x="89789" y="46414"/>
                    <a:pt x="73533" y="53119"/>
                    <a:pt x="56452" y="54154"/>
                  </a:cubicBezTo>
                  <a:cubicBezTo>
                    <a:pt x="45148" y="55107"/>
                    <a:pt x="33845" y="55742"/>
                    <a:pt x="22479" y="56059"/>
                  </a:cubicBezTo>
                  <a:lnTo>
                    <a:pt x="19748" y="62409"/>
                  </a:lnTo>
                  <a:cubicBezTo>
                    <a:pt x="16701" y="69363"/>
                    <a:pt x="10668" y="74582"/>
                    <a:pt x="3366" y="76633"/>
                  </a:cubicBezTo>
                  <a:lnTo>
                    <a:pt x="698" y="79364"/>
                  </a:lnTo>
                  <a:cubicBezTo>
                    <a:pt x="698" y="79364"/>
                    <a:pt x="191" y="79872"/>
                    <a:pt x="0" y="80189"/>
                  </a:cubicBezTo>
                  <a:cubicBezTo>
                    <a:pt x="953" y="87085"/>
                    <a:pt x="2984" y="93791"/>
                    <a:pt x="5969" y="100065"/>
                  </a:cubicBezTo>
                  <a:cubicBezTo>
                    <a:pt x="34163" y="133148"/>
                    <a:pt x="55308" y="157215"/>
                    <a:pt x="56769" y="155818"/>
                  </a:cubicBezTo>
                  <a:cubicBezTo>
                    <a:pt x="57150" y="155818"/>
                    <a:pt x="56769" y="153786"/>
                    <a:pt x="55626" y="152008"/>
                  </a:cubicBezTo>
                  <a:lnTo>
                    <a:pt x="55626" y="152008"/>
                  </a:lnTo>
                  <a:cubicBezTo>
                    <a:pt x="58293" y="152706"/>
                    <a:pt x="64770" y="140514"/>
                    <a:pt x="76454" y="109717"/>
                  </a:cubicBezTo>
                  <a:cubicBezTo>
                    <a:pt x="86995" y="125522"/>
                    <a:pt x="96710" y="141861"/>
                    <a:pt x="105537" y="158675"/>
                  </a:cubicBezTo>
                  <a:cubicBezTo>
                    <a:pt x="105537" y="158675"/>
                    <a:pt x="103822" y="157469"/>
                    <a:pt x="104013" y="157151"/>
                  </a:cubicBezTo>
                  <a:cubicBezTo>
                    <a:pt x="104204" y="156834"/>
                    <a:pt x="108204" y="158548"/>
                    <a:pt x="108585" y="158675"/>
                  </a:cubicBezTo>
                  <a:cubicBezTo>
                    <a:pt x="125349" y="165914"/>
                    <a:pt x="162052" y="106986"/>
                    <a:pt x="162052" y="106986"/>
                  </a:cubicBezTo>
                  <a:cubicBezTo>
                    <a:pt x="179769" y="78290"/>
                    <a:pt x="194628" y="47944"/>
                    <a:pt x="206502" y="16372"/>
                  </a:cubicBezTo>
                  <a:cubicBezTo>
                    <a:pt x="191262" y="6536"/>
                    <a:pt x="173672" y="966"/>
                    <a:pt x="155511" y="243"/>
                  </a:cubicBezTo>
                  <a:close/>
                </a:path>
              </a:pathLst>
            </a:custGeom>
            <a:solidFill>
              <a:srgbClr val="EEF3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3" name="任意多边形: 形状 272"/>
            <p:cNvSpPr/>
            <p:nvPr/>
          </p:nvSpPr>
          <p:spPr>
            <a:xfrm>
              <a:off x="9649777" y="10192702"/>
              <a:ext cx="341121" cy="586803"/>
            </a:xfrm>
            <a:custGeom>
              <a:avLst/>
              <a:gdLst>
                <a:gd name="connsiteX0" fmla="*/ 185738 w 341121"/>
                <a:gd name="connsiteY0" fmla="*/ -268 h 586803"/>
                <a:gd name="connsiteX1" fmla="*/ 150558 w 341121"/>
                <a:gd name="connsiteY1" fmla="*/ 14147 h 586803"/>
                <a:gd name="connsiteX2" fmla="*/ 86551 w 341121"/>
                <a:gd name="connsiteY2" fmla="*/ 300595 h 586803"/>
                <a:gd name="connsiteX3" fmla="*/ 41084 w 341121"/>
                <a:gd name="connsiteY3" fmla="*/ 510717 h 586803"/>
                <a:gd name="connsiteX4" fmla="*/ 0 w 341121"/>
                <a:gd name="connsiteY4" fmla="*/ 582027 h 586803"/>
                <a:gd name="connsiteX5" fmla="*/ 125031 w 341121"/>
                <a:gd name="connsiteY5" fmla="*/ 578789 h 586803"/>
                <a:gd name="connsiteX6" fmla="*/ 248285 w 341121"/>
                <a:gd name="connsiteY6" fmla="*/ 581900 h 586803"/>
                <a:gd name="connsiteX7" fmla="*/ 341122 w 341121"/>
                <a:gd name="connsiteY7" fmla="*/ 586536 h 586803"/>
                <a:gd name="connsiteX8" fmla="*/ 185738 w 341121"/>
                <a:gd name="connsiteY8" fmla="*/ -268 h 58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1121" h="586803">
                  <a:moveTo>
                    <a:pt x="185738" y="-268"/>
                  </a:moveTo>
                  <a:lnTo>
                    <a:pt x="150558" y="14147"/>
                  </a:lnTo>
                  <a:cubicBezTo>
                    <a:pt x="105410" y="135368"/>
                    <a:pt x="90932" y="232269"/>
                    <a:pt x="86551" y="300595"/>
                  </a:cubicBezTo>
                  <a:cubicBezTo>
                    <a:pt x="83693" y="345045"/>
                    <a:pt x="82105" y="422261"/>
                    <a:pt x="41084" y="510717"/>
                  </a:cubicBezTo>
                  <a:cubicBezTo>
                    <a:pt x="29528" y="535659"/>
                    <a:pt x="15811" y="559523"/>
                    <a:pt x="0" y="582027"/>
                  </a:cubicBezTo>
                  <a:cubicBezTo>
                    <a:pt x="50800" y="579360"/>
                    <a:pt x="93091" y="578408"/>
                    <a:pt x="125031" y="578789"/>
                  </a:cubicBezTo>
                  <a:cubicBezTo>
                    <a:pt x="166688" y="579297"/>
                    <a:pt x="207963" y="580821"/>
                    <a:pt x="248285" y="581900"/>
                  </a:cubicBezTo>
                  <a:cubicBezTo>
                    <a:pt x="280035" y="582789"/>
                    <a:pt x="310515" y="584313"/>
                    <a:pt x="341122" y="586536"/>
                  </a:cubicBezTo>
                  <a:cubicBezTo>
                    <a:pt x="320802" y="507732"/>
                    <a:pt x="185738" y="-268"/>
                    <a:pt x="185738" y="-268"/>
                  </a:cubicBezTo>
                  <a:close/>
                </a:path>
              </a:pathLst>
            </a:custGeom>
            <a:solidFill>
              <a:srgbClr val="EEF3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4" name="任意多边形: 形状 273"/>
            <p:cNvSpPr/>
            <p:nvPr/>
          </p:nvSpPr>
          <p:spPr>
            <a:xfrm>
              <a:off x="9762891" y="10179392"/>
              <a:ext cx="238358" cy="672884"/>
            </a:xfrm>
            <a:custGeom>
              <a:avLst/>
              <a:gdLst>
                <a:gd name="connsiteX0" fmla="*/ 18712 w 238358"/>
                <a:gd name="connsiteY0" fmla="*/ 250341 h 672884"/>
                <a:gd name="connsiteX1" fmla="*/ 360 w 238358"/>
                <a:gd name="connsiteY1" fmla="*/ 607529 h 672884"/>
                <a:gd name="connsiteX2" fmla="*/ 6139 w 238358"/>
                <a:gd name="connsiteY2" fmla="*/ 647217 h 672884"/>
                <a:gd name="connsiteX3" fmla="*/ 170032 w 238358"/>
                <a:gd name="connsiteY3" fmla="*/ 672617 h 672884"/>
                <a:gd name="connsiteX4" fmla="*/ 210101 w 238358"/>
                <a:gd name="connsiteY4" fmla="*/ 671728 h 672884"/>
                <a:gd name="connsiteX5" fmla="*/ 236009 w 238358"/>
                <a:gd name="connsiteY5" fmla="*/ 366483 h 672884"/>
                <a:gd name="connsiteX6" fmla="*/ 238358 w 238358"/>
                <a:gd name="connsiteY6" fmla="*/ 252183 h 672884"/>
                <a:gd name="connsiteX7" fmla="*/ 127995 w 238358"/>
                <a:gd name="connsiteY7" fmla="*/ 67144 h 672884"/>
                <a:gd name="connsiteX8" fmla="*/ 95102 w 238358"/>
                <a:gd name="connsiteY8" fmla="*/ 15010 h 672884"/>
                <a:gd name="connsiteX9" fmla="*/ 50081 w 238358"/>
                <a:gd name="connsiteY9" fmla="*/ 4743 h 672884"/>
                <a:gd name="connsiteX10" fmla="*/ 37952 w 238358"/>
                <a:gd name="connsiteY10" fmla="*/ 18440 h 672884"/>
                <a:gd name="connsiteX11" fmla="*/ 37952 w 238358"/>
                <a:gd name="connsiteY11" fmla="*/ 18947 h 672884"/>
                <a:gd name="connsiteX12" fmla="*/ 28173 w 238358"/>
                <a:gd name="connsiteY12" fmla="*/ 76097 h 672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8358" h="672884">
                  <a:moveTo>
                    <a:pt x="18712" y="250341"/>
                  </a:moveTo>
                  <a:cubicBezTo>
                    <a:pt x="12615" y="369423"/>
                    <a:pt x="6520" y="488485"/>
                    <a:pt x="360" y="607529"/>
                  </a:cubicBezTo>
                  <a:cubicBezTo>
                    <a:pt x="-338" y="621118"/>
                    <a:pt x="-719" y="635850"/>
                    <a:pt x="6139" y="647217"/>
                  </a:cubicBezTo>
                  <a:cubicBezTo>
                    <a:pt x="59606" y="661879"/>
                    <a:pt x="114597" y="670400"/>
                    <a:pt x="170032" y="672617"/>
                  </a:cubicBezTo>
                  <a:cubicBezTo>
                    <a:pt x="183431" y="672617"/>
                    <a:pt x="196829" y="672617"/>
                    <a:pt x="210101" y="671728"/>
                  </a:cubicBezTo>
                  <a:cubicBezTo>
                    <a:pt x="213340" y="569594"/>
                    <a:pt x="221975" y="467702"/>
                    <a:pt x="236009" y="366483"/>
                  </a:cubicBezTo>
                  <a:cubicBezTo>
                    <a:pt x="237215" y="328383"/>
                    <a:pt x="238104" y="290283"/>
                    <a:pt x="238358" y="252183"/>
                  </a:cubicBezTo>
                  <a:cubicBezTo>
                    <a:pt x="210989" y="185368"/>
                    <a:pt x="173778" y="123005"/>
                    <a:pt x="127995" y="67144"/>
                  </a:cubicBezTo>
                  <a:lnTo>
                    <a:pt x="95102" y="15010"/>
                  </a:lnTo>
                  <a:cubicBezTo>
                    <a:pt x="85514" y="-255"/>
                    <a:pt x="65384" y="-4852"/>
                    <a:pt x="50081" y="4743"/>
                  </a:cubicBezTo>
                  <a:cubicBezTo>
                    <a:pt x="44810" y="8051"/>
                    <a:pt x="40619" y="12807"/>
                    <a:pt x="37952" y="18440"/>
                  </a:cubicBezTo>
                  <a:lnTo>
                    <a:pt x="37952" y="18947"/>
                  </a:lnTo>
                  <a:cubicBezTo>
                    <a:pt x="30332" y="36474"/>
                    <a:pt x="29190" y="56666"/>
                    <a:pt x="28173" y="76097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5" name="任意多边形: 形状 274"/>
            <p:cNvSpPr/>
            <p:nvPr/>
          </p:nvSpPr>
          <p:spPr>
            <a:xfrm>
              <a:off x="9734613" y="10520108"/>
              <a:ext cx="278955" cy="284226"/>
            </a:xfrm>
            <a:custGeom>
              <a:avLst/>
              <a:gdLst>
                <a:gd name="connsiteX0" fmla="*/ 278955 w 278955"/>
                <a:gd name="connsiteY0" fmla="*/ 224395 h 284226"/>
                <a:gd name="connsiteX1" fmla="*/ 32385 w 278955"/>
                <a:gd name="connsiteY1" fmla="*/ 7098 h 284226"/>
                <a:gd name="connsiteX2" fmla="*/ 0 w 278955"/>
                <a:gd name="connsiteY2" fmla="*/ -268 h 284226"/>
                <a:gd name="connsiteX3" fmla="*/ 251206 w 278955"/>
                <a:gd name="connsiteY3" fmla="*/ 283958 h 284226"/>
                <a:gd name="connsiteX4" fmla="*/ 278955 w 278955"/>
                <a:gd name="connsiteY4" fmla="*/ 224395 h 284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8955" h="284226">
                  <a:moveTo>
                    <a:pt x="278955" y="224395"/>
                  </a:moveTo>
                  <a:lnTo>
                    <a:pt x="32385" y="7098"/>
                  </a:lnTo>
                  <a:lnTo>
                    <a:pt x="0" y="-268"/>
                  </a:lnTo>
                  <a:cubicBezTo>
                    <a:pt x="0" y="-268"/>
                    <a:pt x="137160" y="196582"/>
                    <a:pt x="251206" y="283958"/>
                  </a:cubicBezTo>
                  <a:cubicBezTo>
                    <a:pt x="258064" y="263086"/>
                    <a:pt x="267398" y="243090"/>
                    <a:pt x="278955" y="224395"/>
                  </a:cubicBez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6" name="任意多边形: 形状 275"/>
            <p:cNvSpPr/>
            <p:nvPr/>
          </p:nvSpPr>
          <p:spPr>
            <a:xfrm>
              <a:off x="9696336" y="10211516"/>
              <a:ext cx="196455" cy="187556"/>
            </a:xfrm>
            <a:custGeom>
              <a:avLst/>
              <a:gdLst>
                <a:gd name="connsiteX0" fmla="*/ 85648 w 196455"/>
                <a:gd name="connsiteY0" fmla="*/ 103600 h 187556"/>
                <a:gd name="connsiteX1" fmla="*/ 137146 w 196455"/>
                <a:gd name="connsiteY1" fmla="*/ 55721 h 187556"/>
                <a:gd name="connsiteX2" fmla="*/ 196456 w 196455"/>
                <a:gd name="connsiteY2" fmla="*/ 10699 h 187556"/>
                <a:gd name="connsiteX3" fmla="*/ 168389 w 196455"/>
                <a:gd name="connsiteY3" fmla="*/ 95 h 187556"/>
                <a:gd name="connsiteX4" fmla="*/ 67551 w 196455"/>
                <a:gd name="connsiteY4" fmla="*/ 68104 h 187556"/>
                <a:gd name="connsiteX5" fmla="*/ 748 w 196455"/>
                <a:gd name="connsiteY5" fmla="*/ 186912 h 187556"/>
                <a:gd name="connsiteX6" fmla="*/ 25259 w 196455"/>
                <a:gd name="connsiteY6" fmla="*/ 168751 h 187556"/>
                <a:gd name="connsiteX7" fmla="*/ 85648 w 196455"/>
                <a:gd name="connsiteY7" fmla="*/ 103600 h 187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455" h="187556">
                  <a:moveTo>
                    <a:pt x="85648" y="103600"/>
                  </a:moveTo>
                  <a:cubicBezTo>
                    <a:pt x="101714" y="86518"/>
                    <a:pt x="118922" y="70529"/>
                    <a:pt x="137146" y="55721"/>
                  </a:cubicBezTo>
                  <a:cubicBezTo>
                    <a:pt x="156133" y="39700"/>
                    <a:pt x="175945" y="24669"/>
                    <a:pt x="196456" y="10699"/>
                  </a:cubicBezTo>
                  <a:cubicBezTo>
                    <a:pt x="188073" y="5016"/>
                    <a:pt x="178421" y="1384"/>
                    <a:pt x="168389" y="95"/>
                  </a:cubicBezTo>
                  <a:cubicBezTo>
                    <a:pt x="128828" y="-4414"/>
                    <a:pt x="96062" y="33941"/>
                    <a:pt x="67551" y="68104"/>
                  </a:cubicBezTo>
                  <a:cubicBezTo>
                    <a:pt x="25196" y="118904"/>
                    <a:pt x="-5220" y="181324"/>
                    <a:pt x="748" y="186912"/>
                  </a:cubicBezTo>
                  <a:cubicBezTo>
                    <a:pt x="2971" y="189007"/>
                    <a:pt x="10464" y="182276"/>
                    <a:pt x="25259" y="168751"/>
                  </a:cubicBezTo>
                  <a:cubicBezTo>
                    <a:pt x="53136" y="143287"/>
                    <a:pt x="64566" y="126269"/>
                    <a:pt x="85648" y="103600"/>
                  </a:cubicBez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7" name="任意多边形: 形状 276"/>
            <p:cNvSpPr/>
            <p:nvPr/>
          </p:nvSpPr>
          <p:spPr>
            <a:xfrm>
              <a:off x="9437433" y="10311548"/>
              <a:ext cx="66103" cy="153950"/>
            </a:xfrm>
            <a:custGeom>
              <a:avLst/>
              <a:gdLst>
                <a:gd name="connsiteX0" fmla="*/ 0 w 66103"/>
                <a:gd name="connsiteY0" fmla="*/ 153682 h 153950"/>
                <a:gd name="connsiteX1" fmla="*/ 34354 w 66103"/>
                <a:gd name="connsiteY1" fmla="*/ 10680 h 153950"/>
                <a:gd name="connsiteX2" fmla="*/ 66104 w 66103"/>
                <a:gd name="connsiteY2" fmla="*/ 7124 h 153950"/>
                <a:gd name="connsiteX3" fmla="*/ 61214 w 66103"/>
                <a:gd name="connsiteY3" fmla="*/ 25476 h 153950"/>
                <a:gd name="connsiteX4" fmla="*/ 9461 w 66103"/>
                <a:gd name="connsiteY4" fmla="*/ 146888 h 15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103" h="153950">
                  <a:moveTo>
                    <a:pt x="0" y="153682"/>
                  </a:moveTo>
                  <a:cubicBezTo>
                    <a:pt x="0" y="153682"/>
                    <a:pt x="7938" y="33032"/>
                    <a:pt x="34354" y="10680"/>
                  </a:cubicBezTo>
                  <a:cubicBezTo>
                    <a:pt x="60770" y="-11672"/>
                    <a:pt x="66104" y="7124"/>
                    <a:pt x="66104" y="7124"/>
                  </a:cubicBezTo>
                  <a:lnTo>
                    <a:pt x="61214" y="25476"/>
                  </a:lnTo>
                  <a:lnTo>
                    <a:pt x="9461" y="146888"/>
                  </a:ln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8" name="任意多边形: 形状 277"/>
            <p:cNvSpPr/>
            <p:nvPr/>
          </p:nvSpPr>
          <p:spPr>
            <a:xfrm>
              <a:off x="9437179" y="10311581"/>
              <a:ext cx="65849" cy="153917"/>
            </a:xfrm>
            <a:custGeom>
              <a:avLst/>
              <a:gdLst>
                <a:gd name="connsiteX0" fmla="*/ 43688 w 65849"/>
                <a:gd name="connsiteY0" fmla="*/ 4044 h 153917"/>
                <a:gd name="connsiteX1" fmla="*/ 13462 w 65849"/>
                <a:gd name="connsiteY1" fmla="*/ 122979 h 153917"/>
                <a:gd name="connsiteX2" fmla="*/ 762 w 65849"/>
                <a:gd name="connsiteY2" fmla="*/ 144061 h 153917"/>
                <a:gd name="connsiteX3" fmla="*/ 0 w 65849"/>
                <a:gd name="connsiteY3" fmla="*/ 153650 h 153917"/>
                <a:gd name="connsiteX4" fmla="*/ 9461 w 65849"/>
                <a:gd name="connsiteY4" fmla="*/ 146728 h 153917"/>
                <a:gd name="connsiteX5" fmla="*/ 60960 w 65849"/>
                <a:gd name="connsiteY5" fmla="*/ 25443 h 153917"/>
                <a:gd name="connsiteX6" fmla="*/ 65849 w 65849"/>
                <a:gd name="connsiteY6" fmla="*/ 7091 h 153917"/>
                <a:gd name="connsiteX7" fmla="*/ 43688 w 65849"/>
                <a:gd name="connsiteY7" fmla="*/ 4044 h 153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849" h="153917">
                  <a:moveTo>
                    <a:pt x="43688" y="4044"/>
                  </a:moveTo>
                  <a:cubicBezTo>
                    <a:pt x="36513" y="44373"/>
                    <a:pt x="26415" y="84123"/>
                    <a:pt x="13462" y="122979"/>
                  </a:cubicBezTo>
                  <a:cubicBezTo>
                    <a:pt x="11176" y="130999"/>
                    <a:pt x="6794" y="138263"/>
                    <a:pt x="762" y="144061"/>
                  </a:cubicBezTo>
                  <a:cubicBezTo>
                    <a:pt x="253" y="150411"/>
                    <a:pt x="0" y="153650"/>
                    <a:pt x="0" y="153650"/>
                  </a:cubicBezTo>
                  <a:lnTo>
                    <a:pt x="9461" y="146728"/>
                  </a:lnTo>
                  <a:lnTo>
                    <a:pt x="60960" y="25443"/>
                  </a:lnTo>
                  <a:lnTo>
                    <a:pt x="65849" y="7091"/>
                  </a:lnTo>
                  <a:cubicBezTo>
                    <a:pt x="65849" y="7091"/>
                    <a:pt x="62420" y="-7196"/>
                    <a:pt x="43688" y="4044"/>
                  </a:cubicBezTo>
                  <a:close/>
                </a:path>
              </a:pathLst>
            </a:custGeom>
            <a:solidFill>
              <a:srgbClr val="A84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9" name="任意多边形: 形状 278"/>
            <p:cNvSpPr/>
            <p:nvPr/>
          </p:nvSpPr>
          <p:spPr>
            <a:xfrm>
              <a:off x="9399905" y="10389615"/>
              <a:ext cx="114737" cy="165110"/>
            </a:xfrm>
            <a:custGeom>
              <a:avLst/>
              <a:gdLst>
                <a:gd name="connsiteX0" fmla="*/ 0 w 114737"/>
                <a:gd name="connsiteY0" fmla="*/ 79171 h 165110"/>
                <a:gd name="connsiteX1" fmla="*/ 20638 w 114737"/>
                <a:gd name="connsiteY1" fmla="*/ 9321 h 165110"/>
                <a:gd name="connsiteX2" fmla="*/ 88773 w 114737"/>
                <a:gd name="connsiteY2" fmla="*/ -268 h 165110"/>
                <a:gd name="connsiteX3" fmla="*/ 95123 w 114737"/>
                <a:gd name="connsiteY3" fmla="*/ 44690 h 165110"/>
                <a:gd name="connsiteX4" fmla="*/ 114617 w 114737"/>
                <a:gd name="connsiteY4" fmla="*/ 107111 h 165110"/>
                <a:gd name="connsiteX5" fmla="*/ 27177 w 114737"/>
                <a:gd name="connsiteY5" fmla="*/ 164261 h 165110"/>
                <a:gd name="connsiteX6" fmla="*/ 0 w 114737"/>
                <a:gd name="connsiteY6" fmla="*/ 79171 h 165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737" h="165110">
                  <a:moveTo>
                    <a:pt x="0" y="79171"/>
                  </a:moveTo>
                  <a:cubicBezTo>
                    <a:pt x="0" y="79171"/>
                    <a:pt x="5714" y="11226"/>
                    <a:pt x="20638" y="9321"/>
                  </a:cubicBezTo>
                  <a:cubicBezTo>
                    <a:pt x="35560" y="7416"/>
                    <a:pt x="64579" y="-204"/>
                    <a:pt x="88773" y="-268"/>
                  </a:cubicBezTo>
                  <a:cubicBezTo>
                    <a:pt x="112966" y="-331"/>
                    <a:pt x="95123" y="44690"/>
                    <a:pt x="95123" y="44690"/>
                  </a:cubicBezTo>
                  <a:cubicBezTo>
                    <a:pt x="95123" y="44690"/>
                    <a:pt x="116522" y="90982"/>
                    <a:pt x="114617" y="107111"/>
                  </a:cubicBezTo>
                  <a:cubicBezTo>
                    <a:pt x="112713" y="123240"/>
                    <a:pt x="39560" y="170611"/>
                    <a:pt x="27177" y="164261"/>
                  </a:cubicBezTo>
                  <a:cubicBezTo>
                    <a:pt x="14795" y="157911"/>
                    <a:pt x="0" y="79171"/>
                    <a:pt x="0" y="79171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0" name="任意多边形: 形状 279"/>
            <p:cNvSpPr/>
            <p:nvPr/>
          </p:nvSpPr>
          <p:spPr>
            <a:xfrm>
              <a:off x="9460861" y="10366756"/>
              <a:ext cx="55622" cy="122364"/>
            </a:xfrm>
            <a:custGeom>
              <a:avLst/>
              <a:gdLst>
                <a:gd name="connsiteX0" fmla="*/ 4 w 55622"/>
                <a:gd name="connsiteY0" fmla="*/ 25132 h 122364"/>
                <a:gd name="connsiteX1" fmla="*/ 10481 w 55622"/>
                <a:gd name="connsiteY1" fmla="*/ -268 h 122364"/>
                <a:gd name="connsiteX2" fmla="*/ 36453 w 55622"/>
                <a:gd name="connsiteY2" fmla="*/ 2526 h 122364"/>
                <a:gd name="connsiteX3" fmla="*/ 51820 w 55622"/>
                <a:gd name="connsiteY3" fmla="*/ 74154 h 122364"/>
                <a:gd name="connsiteX4" fmla="*/ 52391 w 55622"/>
                <a:gd name="connsiteY4" fmla="*/ 122096 h 122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622" h="122364">
                  <a:moveTo>
                    <a:pt x="4" y="25132"/>
                  </a:moveTo>
                  <a:cubicBezTo>
                    <a:pt x="4" y="25132"/>
                    <a:pt x="-505" y="-268"/>
                    <a:pt x="10481" y="-268"/>
                  </a:cubicBezTo>
                  <a:cubicBezTo>
                    <a:pt x="19181" y="189"/>
                    <a:pt x="27880" y="1123"/>
                    <a:pt x="36453" y="2526"/>
                  </a:cubicBezTo>
                  <a:cubicBezTo>
                    <a:pt x="36453" y="2526"/>
                    <a:pt x="51883" y="57898"/>
                    <a:pt x="51820" y="74154"/>
                  </a:cubicBezTo>
                  <a:cubicBezTo>
                    <a:pt x="51756" y="90410"/>
                    <a:pt x="60011" y="117334"/>
                    <a:pt x="52391" y="122096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1" name="任意多边形: 形状 280"/>
            <p:cNvSpPr/>
            <p:nvPr/>
          </p:nvSpPr>
          <p:spPr>
            <a:xfrm>
              <a:off x="9624236" y="10368914"/>
              <a:ext cx="221311" cy="226123"/>
            </a:xfrm>
            <a:custGeom>
              <a:avLst/>
              <a:gdLst>
                <a:gd name="connsiteX0" fmla="*/ 187720 w 221311"/>
                <a:gd name="connsiteY0" fmla="*/ 101586 h 226123"/>
                <a:gd name="connsiteX1" fmla="*/ 147080 w 221311"/>
                <a:gd name="connsiteY1" fmla="*/ 81965 h 226123"/>
                <a:gd name="connsiteX2" fmla="*/ 115711 w 221311"/>
                <a:gd name="connsiteY2" fmla="*/ -268 h 226123"/>
                <a:gd name="connsiteX3" fmla="*/ 74563 w 221311"/>
                <a:gd name="connsiteY3" fmla="*/ 26339 h 226123"/>
                <a:gd name="connsiteX4" fmla="*/ 16842 w 221311"/>
                <a:gd name="connsiteY4" fmla="*/ 7670 h 226123"/>
                <a:gd name="connsiteX5" fmla="*/ 13857 w 221311"/>
                <a:gd name="connsiteY5" fmla="*/ 60184 h 226123"/>
                <a:gd name="connsiteX6" fmla="*/ 522 w 221311"/>
                <a:gd name="connsiteY6" fmla="*/ 116699 h 226123"/>
                <a:gd name="connsiteX7" fmla="*/ 72214 w 221311"/>
                <a:gd name="connsiteY7" fmla="*/ 168896 h 226123"/>
                <a:gd name="connsiteX8" fmla="*/ 118822 w 221311"/>
                <a:gd name="connsiteY8" fmla="*/ 173468 h 226123"/>
                <a:gd name="connsiteX9" fmla="*/ 221311 w 221311"/>
                <a:gd name="connsiteY9" fmla="*/ 225855 h 2261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21311" h="226123">
                  <a:moveTo>
                    <a:pt x="187720" y="101586"/>
                  </a:moveTo>
                  <a:lnTo>
                    <a:pt x="147080" y="81965"/>
                  </a:lnTo>
                  <a:lnTo>
                    <a:pt x="115711" y="-268"/>
                  </a:lnTo>
                  <a:lnTo>
                    <a:pt x="74563" y="26339"/>
                  </a:lnTo>
                  <a:cubicBezTo>
                    <a:pt x="74563" y="26339"/>
                    <a:pt x="21159" y="-6999"/>
                    <a:pt x="16842" y="7670"/>
                  </a:cubicBezTo>
                  <a:cubicBezTo>
                    <a:pt x="12523" y="22338"/>
                    <a:pt x="13857" y="60184"/>
                    <a:pt x="13857" y="60184"/>
                  </a:cubicBezTo>
                  <a:cubicBezTo>
                    <a:pt x="13857" y="60184"/>
                    <a:pt x="-3161" y="93649"/>
                    <a:pt x="522" y="116699"/>
                  </a:cubicBezTo>
                  <a:cubicBezTo>
                    <a:pt x="4205" y="139749"/>
                    <a:pt x="72214" y="168896"/>
                    <a:pt x="72214" y="168896"/>
                  </a:cubicBezTo>
                  <a:cubicBezTo>
                    <a:pt x="72214" y="168896"/>
                    <a:pt x="109615" y="165149"/>
                    <a:pt x="118822" y="173468"/>
                  </a:cubicBezTo>
                  <a:cubicBezTo>
                    <a:pt x="128030" y="181787"/>
                    <a:pt x="221311" y="225855"/>
                    <a:pt x="221311" y="225855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2" name="任意多边形: 形状 281"/>
            <p:cNvSpPr/>
            <p:nvPr/>
          </p:nvSpPr>
          <p:spPr>
            <a:xfrm>
              <a:off x="9624236" y="10373150"/>
              <a:ext cx="51603" cy="145116"/>
            </a:xfrm>
            <a:custGeom>
              <a:avLst/>
              <a:gdLst>
                <a:gd name="connsiteX0" fmla="*/ 39257 w 51603"/>
                <a:gd name="connsiteY0" fmla="*/ 111575 h 145116"/>
                <a:gd name="connsiteX1" fmla="*/ 49227 w 51603"/>
                <a:gd name="connsiteY1" fmla="*/ 32454 h 145116"/>
                <a:gd name="connsiteX2" fmla="*/ 38558 w 51603"/>
                <a:gd name="connsiteY2" fmla="*/ 3498 h 145116"/>
                <a:gd name="connsiteX3" fmla="*/ 16905 w 51603"/>
                <a:gd name="connsiteY3" fmla="*/ 3498 h 145116"/>
                <a:gd name="connsiteX4" fmla="*/ 13857 w 51603"/>
                <a:gd name="connsiteY4" fmla="*/ 56012 h 145116"/>
                <a:gd name="connsiteX5" fmla="*/ 522 w 51603"/>
                <a:gd name="connsiteY5" fmla="*/ 112527 h 145116"/>
                <a:gd name="connsiteX6" fmla="*/ 33606 w 51603"/>
                <a:gd name="connsiteY6" fmla="*/ 144849 h 145116"/>
                <a:gd name="connsiteX7" fmla="*/ 39257 w 51603"/>
                <a:gd name="connsiteY7" fmla="*/ 111575 h 145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1603" h="145116">
                  <a:moveTo>
                    <a:pt x="39257" y="111575"/>
                  </a:moveTo>
                  <a:cubicBezTo>
                    <a:pt x="45226" y="87318"/>
                    <a:pt x="56529" y="57664"/>
                    <a:pt x="49227" y="32454"/>
                  </a:cubicBezTo>
                  <a:cubicBezTo>
                    <a:pt x="46242" y="22599"/>
                    <a:pt x="42686" y="12934"/>
                    <a:pt x="38558" y="3498"/>
                  </a:cubicBezTo>
                  <a:cubicBezTo>
                    <a:pt x="27891" y="-630"/>
                    <a:pt x="18556" y="-2344"/>
                    <a:pt x="16905" y="3498"/>
                  </a:cubicBezTo>
                  <a:cubicBezTo>
                    <a:pt x="12587" y="18230"/>
                    <a:pt x="13857" y="56012"/>
                    <a:pt x="13857" y="56012"/>
                  </a:cubicBezTo>
                  <a:cubicBezTo>
                    <a:pt x="13857" y="56012"/>
                    <a:pt x="-3161" y="89477"/>
                    <a:pt x="522" y="112527"/>
                  </a:cubicBezTo>
                  <a:cubicBezTo>
                    <a:pt x="2173" y="123195"/>
                    <a:pt x="17540" y="135070"/>
                    <a:pt x="33606" y="144849"/>
                  </a:cubicBezTo>
                  <a:cubicBezTo>
                    <a:pt x="34621" y="133628"/>
                    <a:pt x="36527" y="122510"/>
                    <a:pt x="39257" y="11157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3" name="任意多边形: 形状 282"/>
            <p:cNvSpPr/>
            <p:nvPr/>
          </p:nvSpPr>
          <p:spPr>
            <a:xfrm>
              <a:off x="9731882" y="10225757"/>
              <a:ext cx="455740" cy="565387"/>
            </a:xfrm>
            <a:custGeom>
              <a:avLst/>
              <a:gdLst>
                <a:gd name="connsiteX0" fmla="*/ 211582 w 455740"/>
                <a:gd name="connsiteY0" fmla="*/ 14238 h 565387"/>
                <a:gd name="connsiteX1" fmla="*/ 145035 w 455740"/>
                <a:gd name="connsiteY1" fmla="*/ 2300 h 565387"/>
                <a:gd name="connsiteX2" fmla="*/ 87440 w 455740"/>
                <a:gd name="connsiteY2" fmla="*/ 128729 h 565387"/>
                <a:gd name="connsiteX3" fmla="*/ 113792 w 455740"/>
                <a:gd name="connsiteY3" fmla="*/ 113235 h 565387"/>
                <a:gd name="connsiteX4" fmla="*/ 288099 w 455740"/>
                <a:gd name="connsiteY4" fmla="*/ 438863 h 565387"/>
                <a:gd name="connsiteX5" fmla="*/ 296482 w 455740"/>
                <a:gd name="connsiteY5" fmla="*/ 311863 h 565387"/>
                <a:gd name="connsiteX6" fmla="*/ 177229 w 455740"/>
                <a:gd name="connsiteY6" fmla="*/ 266079 h 565387"/>
                <a:gd name="connsiteX7" fmla="*/ 32703 w 455740"/>
                <a:gd name="connsiteY7" fmla="*/ 231916 h 565387"/>
                <a:gd name="connsiteX8" fmla="*/ 32703 w 455740"/>
                <a:gd name="connsiteY8" fmla="*/ 234964 h 565387"/>
                <a:gd name="connsiteX9" fmla="*/ 0 w 455740"/>
                <a:gd name="connsiteY9" fmla="*/ 368314 h 565387"/>
                <a:gd name="connsiteX10" fmla="*/ 450406 w 455740"/>
                <a:gd name="connsiteY10" fmla="*/ 522810 h 565387"/>
                <a:gd name="connsiteX11" fmla="*/ 411607 w 455740"/>
                <a:gd name="connsiteY11" fmla="*/ 338660 h 565387"/>
                <a:gd name="connsiteX12" fmla="*/ 265557 w 455740"/>
                <a:gd name="connsiteY12" fmla="*/ 70563 h 565387"/>
                <a:gd name="connsiteX13" fmla="*/ 211582 w 455740"/>
                <a:gd name="connsiteY13" fmla="*/ 14238 h 56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55740" h="565387">
                  <a:moveTo>
                    <a:pt x="211582" y="14238"/>
                  </a:moveTo>
                  <a:cubicBezTo>
                    <a:pt x="202248" y="9158"/>
                    <a:pt x="173482" y="-6336"/>
                    <a:pt x="145035" y="2300"/>
                  </a:cubicBezTo>
                  <a:cubicBezTo>
                    <a:pt x="87885" y="19572"/>
                    <a:pt x="72708" y="120474"/>
                    <a:pt x="87440" y="128729"/>
                  </a:cubicBezTo>
                  <a:cubicBezTo>
                    <a:pt x="91186" y="130825"/>
                    <a:pt x="98743" y="128031"/>
                    <a:pt x="113792" y="113235"/>
                  </a:cubicBezTo>
                  <a:cubicBezTo>
                    <a:pt x="205740" y="337600"/>
                    <a:pt x="263843" y="446146"/>
                    <a:pt x="288099" y="438863"/>
                  </a:cubicBezTo>
                  <a:cubicBezTo>
                    <a:pt x="302070" y="434627"/>
                    <a:pt x="304864" y="392299"/>
                    <a:pt x="296482" y="311863"/>
                  </a:cubicBezTo>
                  <a:cubicBezTo>
                    <a:pt x="247206" y="291162"/>
                    <a:pt x="206058" y="276113"/>
                    <a:pt x="177229" y="266079"/>
                  </a:cubicBezTo>
                  <a:cubicBezTo>
                    <a:pt x="130429" y="249760"/>
                    <a:pt x="39498" y="218073"/>
                    <a:pt x="32703" y="231916"/>
                  </a:cubicBezTo>
                  <a:cubicBezTo>
                    <a:pt x="32386" y="232907"/>
                    <a:pt x="32386" y="233974"/>
                    <a:pt x="32703" y="234964"/>
                  </a:cubicBezTo>
                  <a:cubicBezTo>
                    <a:pt x="32703" y="234964"/>
                    <a:pt x="35941" y="255348"/>
                    <a:pt x="0" y="368314"/>
                  </a:cubicBezTo>
                  <a:cubicBezTo>
                    <a:pt x="0" y="368314"/>
                    <a:pt x="405003" y="674829"/>
                    <a:pt x="450406" y="522810"/>
                  </a:cubicBezTo>
                  <a:cubicBezTo>
                    <a:pt x="469011" y="460453"/>
                    <a:pt x="434785" y="395302"/>
                    <a:pt x="411607" y="338660"/>
                  </a:cubicBezTo>
                  <a:cubicBezTo>
                    <a:pt x="372173" y="242712"/>
                    <a:pt x="315151" y="160415"/>
                    <a:pt x="265557" y="70563"/>
                  </a:cubicBezTo>
                  <a:cubicBezTo>
                    <a:pt x="253429" y="46935"/>
                    <a:pt x="234697" y="27364"/>
                    <a:pt x="211582" y="1423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4" name="任意多边形: 形状 283"/>
            <p:cNvSpPr/>
            <p:nvPr/>
          </p:nvSpPr>
          <p:spPr>
            <a:xfrm>
              <a:off x="9794998" y="10381361"/>
              <a:ext cx="186629" cy="133032"/>
            </a:xfrm>
            <a:custGeom>
              <a:avLst/>
              <a:gdLst>
                <a:gd name="connsiteX0" fmla="*/ 186630 w 186629"/>
                <a:gd name="connsiteY0" fmla="*/ 132765 h 133032"/>
                <a:gd name="connsiteX1" fmla="*/ 104651 w 186629"/>
                <a:gd name="connsiteY1" fmla="*/ -268 h 133032"/>
                <a:gd name="connsiteX2" fmla="*/ 120780 w 186629"/>
                <a:gd name="connsiteY2" fmla="*/ 97204 h 133032"/>
                <a:gd name="connsiteX3" fmla="*/ 5528 w 186629"/>
                <a:gd name="connsiteY3" fmla="*/ 52310 h 133032"/>
                <a:gd name="connsiteX4" fmla="*/ 3178 w 186629"/>
                <a:gd name="connsiteY4" fmla="*/ 59232 h 133032"/>
                <a:gd name="connsiteX5" fmla="*/ 132528 w 186629"/>
                <a:gd name="connsiteY5" fmla="*/ 110032 h 133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6629" h="133032">
                  <a:moveTo>
                    <a:pt x="186630" y="132765"/>
                  </a:moveTo>
                  <a:lnTo>
                    <a:pt x="104651" y="-268"/>
                  </a:lnTo>
                  <a:lnTo>
                    <a:pt x="120780" y="97204"/>
                  </a:lnTo>
                  <a:cubicBezTo>
                    <a:pt x="82680" y="81793"/>
                    <a:pt x="44262" y="66833"/>
                    <a:pt x="5528" y="52310"/>
                  </a:cubicBezTo>
                  <a:cubicBezTo>
                    <a:pt x="3" y="50278"/>
                    <a:pt x="-2410" y="57136"/>
                    <a:pt x="3178" y="59232"/>
                  </a:cubicBezTo>
                  <a:cubicBezTo>
                    <a:pt x="46548" y="75360"/>
                    <a:pt x="89665" y="92315"/>
                    <a:pt x="132528" y="110032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5" name="任意多边形: 形状 284"/>
            <p:cNvSpPr/>
            <p:nvPr/>
          </p:nvSpPr>
          <p:spPr>
            <a:xfrm>
              <a:off x="9763095" y="10455240"/>
              <a:ext cx="73737" cy="171166"/>
            </a:xfrm>
            <a:custGeom>
              <a:avLst/>
              <a:gdLst>
                <a:gd name="connsiteX0" fmla="*/ 64673 w 73737"/>
                <a:gd name="connsiteY0" fmla="*/ 2624 h 171166"/>
                <a:gd name="connsiteX1" fmla="*/ 348 w 73737"/>
                <a:gd name="connsiteY1" fmla="*/ 164930 h 171166"/>
                <a:gd name="connsiteX2" fmla="*/ 9047 w 73737"/>
                <a:gd name="connsiteY2" fmla="*/ 167978 h 171166"/>
                <a:gd name="connsiteX3" fmla="*/ 73373 w 73737"/>
                <a:gd name="connsiteY3" fmla="*/ 5672 h 171166"/>
                <a:gd name="connsiteX4" fmla="*/ 64673 w 73737"/>
                <a:gd name="connsiteY4" fmla="*/ 2624 h 171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7" h="171166">
                  <a:moveTo>
                    <a:pt x="64673" y="2624"/>
                  </a:moveTo>
                  <a:lnTo>
                    <a:pt x="348" y="164930"/>
                  </a:lnTo>
                  <a:cubicBezTo>
                    <a:pt x="-1812" y="170455"/>
                    <a:pt x="6698" y="173503"/>
                    <a:pt x="9047" y="167978"/>
                  </a:cubicBezTo>
                  <a:cubicBezTo>
                    <a:pt x="30510" y="113876"/>
                    <a:pt x="51973" y="59774"/>
                    <a:pt x="73373" y="5672"/>
                  </a:cubicBezTo>
                  <a:cubicBezTo>
                    <a:pt x="75595" y="148"/>
                    <a:pt x="67023" y="-2837"/>
                    <a:pt x="64673" y="2624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6" name="任意多边形: 形状 285"/>
            <p:cNvSpPr/>
            <p:nvPr/>
          </p:nvSpPr>
          <p:spPr>
            <a:xfrm>
              <a:off x="9948726" y="10492686"/>
              <a:ext cx="68090" cy="36809"/>
            </a:xfrm>
            <a:custGeom>
              <a:avLst/>
              <a:gdLst>
                <a:gd name="connsiteX0" fmla="*/ 2804 w 68090"/>
                <a:gd name="connsiteY0" fmla="*/ 8865 h 36809"/>
                <a:gd name="connsiteX1" fmla="*/ 62240 w 68090"/>
                <a:gd name="connsiteY1" fmla="*/ 36107 h 36809"/>
                <a:gd name="connsiteX2" fmla="*/ 65288 w 68090"/>
                <a:gd name="connsiteY2" fmla="*/ 27408 h 36809"/>
                <a:gd name="connsiteX3" fmla="*/ 5852 w 68090"/>
                <a:gd name="connsiteY3" fmla="*/ 166 h 36809"/>
                <a:gd name="connsiteX4" fmla="*/ 2804 w 68090"/>
                <a:gd name="connsiteY4" fmla="*/ 8865 h 3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090" h="36809">
                  <a:moveTo>
                    <a:pt x="2804" y="8865"/>
                  </a:moveTo>
                  <a:lnTo>
                    <a:pt x="62240" y="36107"/>
                  </a:lnTo>
                  <a:cubicBezTo>
                    <a:pt x="67637" y="38583"/>
                    <a:pt x="70621" y="29757"/>
                    <a:pt x="65288" y="27408"/>
                  </a:cubicBezTo>
                  <a:lnTo>
                    <a:pt x="5852" y="166"/>
                  </a:lnTo>
                  <a:cubicBezTo>
                    <a:pt x="454" y="-2310"/>
                    <a:pt x="-2531" y="6516"/>
                    <a:pt x="2804" y="886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7" name="任意多边形: 形状 286"/>
            <p:cNvSpPr/>
            <p:nvPr/>
          </p:nvSpPr>
          <p:spPr>
            <a:xfrm>
              <a:off x="9526523" y="9986035"/>
              <a:ext cx="192341" cy="300710"/>
            </a:xfrm>
            <a:custGeom>
              <a:avLst/>
              <a:gdLst>
                <a:gd name="connsiteX0" fmla="*/ 163576 w 192341"/>
                <a:gd name="connsiteY0" fmla="*/ 160235 h 300710"/>
                <a:gd name="connsiteX1" fmla="*/ 120777 w 192341"/>
                <a:gd name="connsiteY1" fmla="*/ 69556 h 300710"/>
                <a:gd name="connsiteX2" fmla="*/ 105855 w 192341"/>
                <a:gd name="connsiteY2" fmla="*/ 25424 h 300710"/>
                <a:gd name="connsiteX3" fmla="*/ 101600 w 192341"/>
                <a:gd name="connsiteY3" fmla="*/ 1548 h 300710"/>
                <a:gd name="connsiteX4" fmla="*/ 101600 w 192341"/>
                <a:gd name="connsiteY4" fmla="*/ 849 h 300710"/>
                <a:gd name="connsiteX5" fmla="*/ 98552 w 192341"/>
                <a:gd name="connsiteY5" fmla="*/ -230 h 300710"/>
                <a:gd name="connsiteX6" fmla="*/ 87503 w 192341"/>
                <a:gd name="connsiteY6" fmla="*/ 2247 h 300710"/>
                <a:gd name="connsiteX7" fmla="*/ 0 w 192341"/>
                <a:gd name="connsiteY7" fmla="*/ 40347 h 300710"/>
                <a:gd name="connsiteX8" fmla="*/ 62420 w 192341"/>
                <a:gd name="connsiteY8" fmla="*/ 231481 h 300710"/>
                <a:gd name="connsiteX9" fmla="*/ 76391 w 192341"/>
                <a:gd name="connsiteY9" fmla="*/ 276440 h 300710"/>
                <a:gd name="connsiteX10" fmla="*/ 92837 w 192341"/>
                <a:gd name="connsiteY10" fmla="*/ 292822 h 300710"/>
                <a:gd name="connsiteX11" fmla="*/ 95123 w 192341"/>
                <a:gd name="connsiteY11" fmla="*/ 295871 h 300710"/>
                <a:gd name="connsiteX12" fmla="*/ 98171 w 192341"/>
                <a:gd name="connsiteY12" fmla="*/ 298982 h 300710"/>
                <a:gd name="connsiteX13" fmla="*/ 98870 w 192341"/>
                <a:gd name="connsiteY13" fmla="*/ 299808 h 300710"/>
                <a:gd name="connsiteX14" fmla="*/ 128016 w 192341"/>
                <a:gd name="connsiteY14" fmla="*/ 300442 h 300710"/>
                <a:gd name="connsiteX15" fmla="*/ 192342 w 192341"/>
                <a:gd name="connsiteY15" fmla="*/ 223417 h 300710"/>
                <a:gd name="connsiteX16" fmla="*/ 163576 w 192341"/>
                <a:gd name="connsiteY16" fmla="*/ 160235 h 30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92341" h="300710">
                  <a:moveTo>
                    <a:pt x="163576" y="160235"/>
                  </a:moveTo>
                  <a:cubicBezTo>
                    <a:pt x="148336" y="130453"/>
                    <a:pt x="133350" y="100608"/>
                    <a:pt x="120777" y="69556"/>
                  </a:cubicBezTo>
                  <a:cubicBezTo>
                    <a:pt x="114745" y="55231"/>
                    <a:pt x="109728" y="40480"/>
                    <a:pt x="105855" y="25424"/>
                  </a:cubicBezTo>
                  <a:cubicBezTo>
                    <a:pt x="103886" y="17423"/>
                    <a:pt x="103124" y="9549"/>
                    <a:pt x="101600" y="1548"/>
                  </a:cubicBezTo>
                  <a:lnTo>
                    <a:pt x="101600" y="849"/>
                  </a:lnTo>
                  <a:cubicBezTo>
                    <a:pt x="100647" y="361"/>
                    <a:pt x="99632" y="-1"/>
                    <a:pt x="98552" y="-230"/>
                  </a:cubicBezTo>
                  <a:cubicBezTo>
                    <a:pt x="94679" y="-465"/>
                    <a:pt x="90869" y="392"/>
                    <a:pt x="87503" y="2247"/>
                  </a:cubicBezTo>
                  <a:lnTo>
                    <a:pt x="0" y="40347"/>
                  </a:lnTo>
                  <a:cubicBezTo>
                    <a:pt x="39688" y="158456"/>
                    <a:pt x="55880" y="209193"/>
                    <a:pt x="62420" y="231481"/>
                  </a:cubicBezTo>
                  <a:cubicBezTo>
                    <a:pt x="64580" y="238974"/>
                    <a:pt x="69088" y="254722"/>
                    <a:pt x="76391" y="276440"/>
                  </a:cubicBezTo>
                  <a:cubicBezTo>
                    <a:pt x="82106" y="281583"/>
                    <a:pt x="87567" y="287171"/>
                    <a:pt x="92837" y="292822"/>
                  </a:cubicBezTo>
                  <a:cubicBezTo>
                    <a:pt x="93663" y="293794"/>
                    <a:pt x="94424" y="294816"/>
                    <a:pt x="95123" y="295871"/>
                  </a:cubicBezTo>
                  <a:lnTo>
                    <a:pt x="98171" y="298982"/>
                  </a:lnTo>
                  <a:lnTo>
                    <a:pt x="98870" y="299808"/>
                  </a:lnTo>
                  <a:cubicBezTo>
                    <a:pt x="108585" y="299287"/>
                    <a:pt x="118301" y="299503"/>
                    <a:pt x="128016" y="300442"/>
                  </a:cubicBezTo>
                  <a:cubicBezTo>
                    <a:pt x="144907" y="287742"/>
                    <a:pt x="169164" y="261009"/>
                    <a:pt x="192342" y="223417"/>
                  </a:cubicBezTo>
                  <a:cubicBezTo>
                    <a:pt x="180911" y="196176"/>
                    <a:pt x="171069" y="174331"/>
                    <a:pt x="163576" y="16023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8" name="任意多边形: 形状 287"/>
            <p:cNvSpPr/>
            <p:nvPr/>
          </p:nvSpPr>
          <p:spPr>
            <a:xfrm>
              <a:off x="9526523" y="9986035"/>
              <a:ext cx="177292" cy="194972"/>
            </a:xfrm>
            <a:custGeom>
              <a:avLst/>
              <a:gdLst>
                <a:gd name="connsiteX0" fmla="*/ 163576 w 177292"/>
                <a:gd name="connsiteY0" fmla="*/ 160235 h 194972"/>
                <a:gd name="connsiteX1" fmla="*/ 120777 w 177292"/>
                <a:gd name="connsiteY1" fmla="*/ 69556 h 194972"/>
                <a:gd name="connsiteX2" fmla="*/ 105855 w 177292"/>
                <a:gd name="connsiteY2" fmla="*/ 25424 h 194972"/>
                <a:gd name="connsiteX3" fmla="*/ 101600 w 177292"/>
                <a:gd name="connsiteY3" fmla="*/ 1548 h 194972"/>
                <a:gd name="connsiteX4" fmla="*/ 101600 w 177292"/>
                <a:gd name="connsiteY4" fmla="*/ 849 h 194972"/>
                <a:gd name="connsiteX5" fmla="*/ 98552 w 177292"/>
                <a:gd name="connsiteY5" fmla="*/ -230 h 194972"/>
                <a:gd name="connsiteX6" fmla="*/ 87503 w 177292"/>
                <a:gd name="connsiteY6" fmla="*/ 2247 h 194972"/>
                <a:gd name="connsiteX7" fmla="*/ 0 w 177292"/>
                <a:gd name="connsiteY7" fmla="*/ 40347 h 194972"/>
                <a:gd name="connsiteX8" fmla="*/ 22225 w 177292"/>
                <a:gd name="connsiteY8" fmla="*/ 91147 h 194972"/>
                <a:gd name="connsiteX9" fmla="*/ 38227 w 177292"/>
                <a:gd name="connsiteY9" fmla="*/ 106323 h 194972"/>
                <a:gd name="connsiteX10" fmla="*/ 62420 w 177292"/>
                <a:gd name="connsiteY10" fmla="*/ 151789 h 194972"/>
                <a:gd name="connsiteX11" fmla="*/ 147320 w 177292"/>
                <a:gd name="connsiteY11" fmla="*/ 194652 h 194972"/>
                <a:gd name="connsiteX12" fmla="*/ 177292 w 177292"/>
                <a:gd name="connsiteY12" fmla="*/ 188302 h 194972"/>
                <a:gd name="connsiteX13" fmla="*/ 163576 w 177292"/>
                <a:gd name="connsiteY13" fmla="*/ 160235 h 194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7292" h="194972">
                  <a:moveTo>
                    <a:pt x="163576" y="160235"/>
                  </a:moveTo>
                  <a:cubicBezTo>
                    <a:pt x="148336" y="130453"/>
                    <a:pt x="133350" y="100608"/>
                    <a:pt x="120777" y="69556"/>
                  </a:cubicBezTo>
                  <a:cubicBezTo>
                    <a:pt x="114745" y="55231"/>
                    <a:pt x="109728" y="40480"/>
                    <a:pt x="105855" y="25424"/>
                  </a:cubicBezTo>
                  <a:cubicBezTo>
                    <a:pt x="103886" y="17423"/>
                    <a:pt x="103124" y="9549"/>
                    <a:pt x="101600" y="1548"/>
                  </a:cubicBezTo>
                  <a:lnTo>
                    <a:pt x="101600" y="849"/>
                  </a:lnTo>
                  <a:cubicBezTo>
                    <a:pt x="100647" y="361"/>
                    <a:pt x="99632" y="-1"/>
                    <a:pt x="98552" y="-230"/>
                  </a:cubicBezTo>
                  <a:cubicBezTo>
                    <a:pt x="94679" y="-465"/>
                    <a:pt x="90869" y="392"/>
                    <a:pt x="87503" y="2247"/>
                  </a:cubicBezTo>
                  <a:lnTo>
                    <a:pt x="0" y="40347"/>
                  </a:lnTo>
                  <a:lnTo>
                    <a:pt x="22225" y="91147"/>
                  </a:lnTo>
                  <a:cubicBezTo>
                    <a:pt x="28067" y="95674"/>
                    <a:pt x="33401" y="100754"/>
                    <a:pt x="38227" y="106323"/>
                  </a:cubicBezTo>
                  <a:cubicBezTo>
                    <a:pt x="54102" y="124802"/>
                    <a:pt x="53911" y="137184"/>
                    <a:pt x="62420" y="151789"/>
                  </a:cubicBezTo>
                  <a:cubicBezTo>
                    <a:pt x="79057" y="180428"/>
                    <a:pt x="116522" y="195731"/>
                    <a:pt x="147320" y="194652"/>
                  </a:cubicBezTo>
                  <a:cubicBezTo>
                    <a:pt x="157607" y="194277"/>
                    <a:pt x="167767" y="192130"/>
                    <a:pt x="177292" y="188302"/>
                  </a:cubicBezTo>
                  <a:cubicBezTo>
                    <a:pt x="173101" y="178948"/>
                    <a:pt x="168529" y="169588"/>
                    <a:pt x="163576" y="16023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9" name="任意多边形: 形状 288"/>
            <p:cNvSpPr/>
            <p:nvPr/>
          </p:nvSpPr>
          <p:spPr>
            <a:xfrm>
              <a:off x="9496810" y="9903539"/>
              <a:ext cx="224572" cy="239482"/>
            </a:xfrm>
            <a:custGeom>
              <a:avLst/>
              <a:gdLst>
                <a:gd name="connsiteX0" fmla="*/ 220532 w 224572"/>
                <a:gd name="connsiteY0" fmla="*/ 123097 h 239482"/>
                <a:gd name="connsiteX1" fmla="*/ 153857 w 224572"/>
                <a:gd name="connsiteY1" fmla="*/ 9812 h 239482"/>
                <a:gd name="connsiteX2" fmla="*/ 139759 w 224572"/>
                <a:gd name="connsiteY2" fmla="*/ 668 h 239482"/>
                <a:gd name="connsiteX3" fmla="*/ 118741 w 224572"/>
                <a:gd name="connsiteY3" fmla="*/ 1304 h 239482"/>
                <a:gd name="connsiteX4" fmla="*/ 26412 w 224572"/>
                <a:gd name="connsiteY4" fmla="*/ 20989 h 239482"/>
                <a:gd name="connsiteX5" fmla="*/ 2408 w 224572"/>
                <a:gd name="connsiteY5" fmla="*/ 61502 h 239482"/>
                <a:gd name="connsiteX6" fmla="*/ 41334 w 224572"/>
                <a:gd name="connsiteY6" fmla="*/ 190851 h 239482"/>
                <a:gd name="connsiteX7" fmla="*/ 148458 w 224572"/>
                <a:gd name="connsiteY7" fmla="*/ 238857 h 239482"/>
                <a:gd name="connsiteX8" fmla="*/ 194750 w 224572"/>
                <a:gd name="connsiteY8" fmla="*/ 223427 h 239482"/>
                <a:gd name="connsiteX9" fmla="*/ 221547 w 224572"/>
                <a:gd name="connsiteY9" fmla="*/ 127668 h 239482"/>
                <a:gd name="connsiteX10" fmla="*/ 220532 w 224572"/>
                <a:gd name="connsiteY10" fmla="*/ 123097 h 239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4572" h="239482">
                  <a:moveTo>
                    <a:pt x="220532" y="123097"/>
                  </a:moveTo>
                  <a:cubicBezTo>
                    <a:pt x="209673" y="79701"/>
                    <a:pt x="186558" y="40363"/>
                    <a:pt x="153857" y="9812"/>
                  </a:cubicBezTo>
                  <a:cubicBezTo>
                    <a:pt x="149920" y="5710"/>
                    <a:pt x="145094" y="2580"/>
                    <a:pt x="139759" y="668"/>
                  </a:cubicBezTo>
                  <a:cubicBezTo>
                    <a:pt x="132774" y="-766"/>
                    <a:pt x="125599" y="-550"/>
                    <a:pt x="118741" y="1304"/>
                  </a:cubicBezTo>
                  <a:cubicBezTo>
                    <a:pt x="87626" y="6276"/>
                    <a:pt x="56828" y="12848"/>
                    <a:pt x="26412" y="20989"/>
                  </a:cubicBezTo>
                  <a:cubicBezTo>
                    <a:pt x="-4" y="28862"/>
                    <a:pt x="-3369" y="35721"/>
                    <a:pt x="2408" y="61502"/>
                  </a:cubicBezTo>
                  <a:cubicBezTo>
                    <a:pt x="12061" y="104809"/>
                    <a:pt x="15108" y="153132"/>
                    <a:pt x="41334" y="190851"/>
                  </a:cubicBezTo>
                  <a:cubicBezTo>
                    <a:pt x="63559" y="223109"/>
                    <a:pt x="105977" y="242096"/>
                    <a:pt x="148458" y="238857"/>
                  </a:cubicBezTo>
                  <a:cubicBezTo>
                    <a:pt x="165033" y="238031"/>
                    <a:pt x="181034" y="232691"/>
                    <a:pt x="194750" y="223427"/>
                  </a:cubicBezTo>
                  <a:cubicBezTo>
                    <a:pt x="224913" y="201646"/>
                    <a:pt x="228533" y="161133"/>
                    <a:pt x="221547" y="127668"/>
                  </a:cubicBezTo>
                  <a:cubicBezTo>
                    <a:pt x="221166" y="126144"/>
                    <a:pt x="220849" y="124621"/>
                    <a:pt x="220532" y="123097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0" name="任意多边形: 形状 289"/>
            <p:cNvSpPr/>
            <p:nvPr/>
          </p:nvSpPr>
          <p:spPr>
            <a:xfrm>
              <a:off x="9454096" y="9810272"/>
              <a:ext cx="228937" cy="274651"/>
            </a:xfrm>
            <a:custGeom>
              <a:avLst/>
              <a:gdLst>
                <a:gd name="connsiteX0" fmla="*/ 208572 w 228937"/>
                <a:gd name="connsiteY0" fmla="*/ 9417 h 274651"/>
                <a:gd name="connsiteX1" fmla="*/ 221272 w 228937"/>
                <a:gd name="connsiteY1" fmla="*/ 83077 h 274651"/>
                <a:gd name="connsiteX2" fmla="*/ 145643 w 228937"/>
                <a:gd name="connsiteY2" fmla="*/ 123527 h 274651"/>
                <a:gd name="connsiteX3" fmla="*/ 133896 w 228937"/>
                <a:gd name="connsiteY3" fmla="*/ 130511 h 274651"/>
                <a:gd name="connsiteX4" fmla="*/ 126339 w 228937"/>
                <a:gd name="connsiteY4" fmla="*/ 152991 h 274651"/>
                <a:gd name="connsiteX5" fmla="*/ 96812 w 228937"/>
                <a:gd name="connsiteY5" fmla="*/ 179788 h 274651"/>
                <a:gd name="connsiteX6" fmla="*/ 105575 w 228937"/>
                <a:gd name="connsiteY6" fmla="*/ 260305 h 274651"/>
                <a:gd name="connsiteX7" fmla="*/ 79794 w 228937"/>
                <a:gd name="connsiteY7" fmla="*/ 274212 h 274651"/>
                <a:gd name="connsiteX8" fmla="*/ 18072 w 228937"/>
                <a:gd name="connsiteY8" fmla="*/ 222142 h 274651"/>
                <a:gd name="connsiteX9" fmla="*/ 8673 w 228937"/>
                <a:gd name="connsiteY9" fmla="*/ 128607 h 274651"/>
                <a:gd name="connsiteX10" fmla="*/ 75857 w 228937"/>
                <a:gd name="connsiteY10" fmla="*/ 84538 h 274651"/>
                <a:gd name="connsiteX11" fmla="*/ 96050 w 228937"/>
                <a:gd name="connsiteY11" fmla="*/ 32023 h 274651"/>
                <a:gd name="connsiteX12" fmla="*/ 172885 w 228937"/>
                <a:gd name="connsiteY12" fmla="*/ -235 h 274651"/>
                <a:gd name="connsiteX13" fmla="*/ 208572 w 228937"/>
                <a:gd name="connsiteY13" fmla="*/ 9417 h 274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8937" h="274651">
                  <a:moveTo>
                    <a:pt x="208572" y="9417"/>
                  </a:moveTo>
                  <a:cubicBezTo>
                    <a:pt x="229272" y="25673"/>
                    <a:pt x="235433" y="62694"/>
                    <a:pt x="221272" y="83077"/>
                  </a:cubicBezTo>
                  <a:cubicBezTo>
                    <a:pt x="206540" y="104477"/>
                    <a:pt x="161582" y="117430"/>
                    <a:pt x="145643" y="123527"/>
                  </a:cubicBezTo>
                  <a:cubicBezTo>
                    <a:pt x="141262" y="124923"/>
                    <a:pt x="137197" y="127311"/>
                    <a:pt x="133896" y="130511"/>
                  </a:cubicBezTo>
                  <a:cubicBezTo>
                    <a:pt x="128372" y="136544"/>
                    <a:pt x="128752" y="145371"/>
                    <a:pt x="126339" y="152991"/>
                  </a:cubicBezTo>
                  <a:cubicBezTo>
                    <a:pt x="121450" y="168548"/>
                    <a:pt x="105321" y="170453"/>
                    <a:pt x="96812" y="179788"/>
                  </a:cubicBezTo>
                  <a:cubicBezTo>
                    <a:pt x="88303" y="189122"/>
                    <a:pt x="84112" y="210839"/>
                    <a:pt x="105575" y="260305"/>
                  </a:cubicBezTo>
                  <a:cubicBezTo>
                    <a:pt x="98844" y="267792"/>
                    <a:pt x="89763" y="272707"/>
                    <a:pt x="79794" y="274212"/>
                  </a:cubicBezTo>
                  <a:cubicBezTo>
                    <a:pt x="47282" y="277578"/>
                    <a:pt x="22644" y="230524"/>
                    <a:pt x="18072" y="222142"/>
                  </a:cubicBezTo>
                  <a:cubicBezTo>
                    <a:pt x="15023" y="216681"/>
                    <a:pt x="-14186" y="162706"/>
                    <a:pt x="8673" y="128607"/>
                  </a:cubicBezTo>
                  <a:cubicBezTo>
                    <a:pt x="25692" y="103207"/>
                    <a:pt x="55092" y="114827"/>
                    <a:pt x="75857" y="84538"/>
                  </a:cubicBezTo>
                  <a:cubicBezTo>
                    <a:pt x="90716" y="63011"/>
                    <a:pt x="80111" y="52788"/>
                    <a:pt x="96050" y="32023"/>
                  </a:cubicBezTo>
                  <a:cubicBezTo>
                    <a:pt x="121958" y="-1505"/>
                    <a:pt x="169900" y="-362"/>
                    <a:pt x="172885" y="-235"/>
                  </a:cubicBezTo>
                  <a:cubicBezTo>
                    <a:pt x="184760" y="464"/>
                    <a:pt x="197396" y="464"/>
                    <a:pt x="208572" y="9417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1" name="任意多边形: 形状 290"/>
            <p:cNvSpPr/>
            <p:nvPr/>
          </p:nvSpPr>
          <p:spPr>
            <a:xfrm>
              <a:off x="9486855" y="10051037"/>
              <a:ext cx="91237" cy="82546"/>
            </a:xfrm>
            <a:custGeom>
              <a:avLst/>
              <a:gdLst>
                <a:gd name="connsiteX0" fmla="*/ 1442 w 91237"/>
                <a:gd name="connsiteY0" fmla="*/ 26398 h 82546"/>
                <a:gd name="connsiteX1" fmla="*/ 46273 w 91237"/>
                <a:gd name="connsiteY1" fmla="*/ 82278 h 82546"/>
                <a:gd name="connsiteX2" fmla="*/ 90723 w 91237"/>
                <a:gd name="connsiteY2" fmla="*/ 41829 h 82546"/>
                <a:gd name="connsiteX3" fmla="*/ 79293 w 91237"/>
                <a:gd name="connsiteY3" fmla="*/ 29446 h 82546"/>
                <a:gd name="connsiteX4" fmla="*/ 75483 w 91237"/>
                <a:gd name="connsiteY4" fmla="*/ 22588 h 82546"/>
                <a:gd name="connsiteX5" fmla="*/ 1442 w 91237"/>
                <a:gd name="connsiteY5" fmla="*/ 26398 h 82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1237" h="82546">
                  <a:moveTo>
                    <a:pt x="1442" y="26398"/>
                  </a:moveTo>
                  <a:cubicBezTo>
                    <a:pt x="-6241" y="50655"/>
                    <a:pt x="17952" y="82151"/>
                    <a:pt x="46273" y="82278"/>
                  </a:cubicBezTo>
                  <a:cubicBezTo>
                    <a:pt x="73578" y="82278"/>
                    <a:pt x="94851" y="50909"/>
                    <a:pt x="90723" y="41829"/>
                  </a:cubicBezTo>
                  <a:cubicBezTo>
                    <a:pt x="89326" y="38844"/>
                    <a:pt x="84754" y="37574"/>
                    <a:pt x="79293" y="29446"/>
                  </a:cubicBezTo>
                  <a:cubicBezTo>
                    <a:pt x="77832" y="27262"/>
                    <a:pt x="76563" y="24970"/>
                    <a:pt x="75483" y="22588"/>
                  </a:cubicBezTo>
                  <a:cubicBezTo>
                    <a:pt x="60179" y="-8463"/>
                    <a:pt x="12745" y="-8527"/>
                    <a:pt x="1442" y="26398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2" name="任意多边形: 形状 291"/>
            <p:cNvSpPr/>
            <p:nvPr/>
          </p:nvSpPr>
          <p:spPr>
            <a:xfrm>
              <a:off x="9571199" y="10215435"/>
              <a:ext cx="70577" cy="113284"/>
            </a:xfrm>
            <a:custGeom>
              <a:avLst/>
              <a:gdLst>
                <a:gd name="connsiteX0" fmla="*/ 1807 w 70577"/>
                <a:gd name="connsiteY0" fmla="*/ 36498 h 113284"/>
                <a:gd name="connsiteX1" fmla="*/ 17046 w 70577"/>
                <a:gd name="connsiteY1" fmla="*/ -268 h 113284"/>
                <a:gd name="connsiteX2" fmla="*/ 33874 w 70577"/>
                <a:gd name="connsiteY2" fmla="*/ 36498 h 113284"/>
                <a:gd name="connsiteX3" fmla="*/ 70577 w 70577"/>
                <a:gd name="connsiteY3" fmla="*/ 67105 h 113284"/>
                <a:gd name="connsiteX4" fmla="*/ 50956 w 70577"/>
                <a:gd name="connsiteY4" fmla="*/ 113016 h 113284"/>
                <a:gd name="connsiteX5" fmla="*/ 1807 w 70577"/>
                <a:gd name="connsiteY5" fmla="*/ 36498 h 113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577" h="113284">
                  <a:moveTo>
                    <a:pt x="1807" y="36498"/>
                  </a:moveTo>
                  <a:lnTo>
                    <a:pt x="17046" y="-268"/>
                  </a:lnTo>
                  <a:cubicBezTo>
                    <a:pt x="20032" y="13023"/>
                    <a:pt x="25809" y="25539"/>
                    <a:pt x="33874" y="36498"/>
                  </a:cubicBezTo>
                  <a:cubicBezTo>
                    <a:pt x="43463" y="49510"/>
                    <a:pt x="56036" y="60006"/>
                    <a:pt x="70577" y="67105"/>
                  </a:cubicBezTo>
                  <a:lnTo>
                    <a:pt x="50956" y="113016"/>
                  </a:lnTo>
                  <a:cubicBezTo>
                    <a:pt x="50956" y="113016"/>
                    <a:pt x="-11274" y="76313"/>
                    <a:pt x="1807" y="3649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3" name="任意多边形: 形状 292"/>
            <p:cNvSpPr/>
            <p:nvPr/>
          </p:nvSpPr>
          <p:spPr>
            <a:xfrm>
              <a:off x="9635680" y="10166476"/>
              <a:ext cx="116331" cy="165227"/>
            </a:xfrm>
            <a:custGeom>
              <a:avLst/>
              <a:gdLst>
                <a:gd name="connsiteX0" fmla="*/ 0 w 116331"/>
                <a:gd name="connsiteY0" fmla="*/ 119112 h 165227"/>
                <a:gd name="connsiteX1" fmla="*/ 36702 w 116331"/>
                <a:gd name="connsiteY1" fmla="*/ 90029 h 165227"/>
                <a:gd name="connsiteX2" fmla="*/ 64262 w 116331"/>
                <a:gd name="connsiteY2" fmla="*/ -268 h 165227"/>
                <a:gd name="connsiteX3" fmla="*/ 116332 w 116331"/>
                <a:gd name="connsiteY3" fmla="*/ 48691 h 165227"/>
                <a:gd name="connsiteX4" fmla="*/ 39750 w 116331"/>
                <a:gd name="connsiteY4" fmla="*/ 164959 h 1652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6331" h="165227">
                  <a:moveTo>
                    <a:pt x="0" y="119112"/>
                  </a:moveTo>
                  <a:cubicBezTo>
                    <a:pt x="14097" y="112013"/>
                    <a:pt x="26543" y="102120"/>
                    <a:pt x="36702" y="90029"/>
                  </a:cubicBezTo>
                  <a:cubicBezTo>
                    <a:pt x="57023" y="64521"/>
                    <a:pt x="66865" y="32238"/>
                    <a:pt x="64262" y="-268"/>
                  </a:cubicBezTo>
                  <a:cubicBezTo>
                    <a:pt x="64262" y="-268"/>
                    <a:pt x="116332" y="2780"/>
                    <a:pt x="116332" y="48691"/>
                  </a:cubicBezTo>
                  <a:cubicBezTo>
                    <a:pt x="116332" y="94601"/>
                    <a:pt x="39750" y="164959"/>
                    <a:pt x="39750" y="164959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4" name="任意多边形: 形状 293"/>
            <p:cNvSpPr/>
            <p:nvPr/>
          </p:nvSpPr>
          <p:spPr>
            <a:xfrm>
              <a:off x="9650348" y="10029317"/>
              <a:ext cx="14447" cy="14995"/>
            </a:xfrm>
            <a:custGeom>
              <a:avLst/>
              <a:gdLst>
                <a:gd name="connsiteX0" fmla="*/ 0 w 14447"/>
                <a:gd name="connsiteY0" fmla="*/ 11670 h 14995"/>
                <a:gd name="connsiteX1" fmla="*/ 12065 w 14447"/>
                <a:gd name="connsiteY1" fmla="*/ 14147 h 14995"/>
                <a:gd name="connsiteX2" fmla="*/ 12065 w 14447"/>
                <a:gd name="connsiteY2" fmla="*/ 2145 h 14995"/>
                <a:gd name="connsiteX3" fmla="*/ 9334 w 14447"/>
                <a:gd name="connsiteY3" fmla="*/ -268 h 14995"/>
                <a:gd name="connsiteX4" fmla="*/ 0 w 14447"/>
                <a:gd name="connsiteY4" fmla="*/ 11670 h 14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447" h="14995">
                  <a:moveTo>
                    <a:pt x="0" y="11670"/>
                  </a:moveTo>
                  <a:cubicBezTo>
                    <a:pt x="3302" y="14521"/>
                    <a:pt x="7874" y="15455"/>
                    <a:pt x="12065" y="14147"/>
                  </a:cubicBezTo>
                  <a:cubicBezTo>
                    <a:pt x="15113" y="12368"/>
                    <a:pt x="15367" y="6336"/>
                    <a:pt x="12065" y="2145"/>
                  </a:cubicBezTo>
                  <a:cubicBezTo>
                    <a:pt x="11303" y="1205"/>
                    <a:pt x="10351" y="392"/>
                    <a:pt x="9334" y="-268"/>
                  </a:cubicBezTo>
                  <a:cubicBezTo>
                    <a:pt x="6985" y="4241"/>
                    <a:pt x="3810" y="8285"/>
                    <a:pt x="0" y="11670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5" name="任意多边形: 形状 294"/>
            <p:cNvSpPr/>
            <p:nvPr/>
          </p:nvSpPr>
          <p:spPr>
            <a:xfrm>
              <a:off x="9595421" y="10031124"/>
              <a:ext cx="22476" cy="15232"/>
            </a:xfrm>
            <a:custGeom>
              <a:avLst/>
              <a:gdLst>
                <a:gd name="connsiteX0" fmla="*/ 22352 w 22476"/>
                <a:gd name="connsiteY0" fmla="*/ 4910 h 15232"/>
                <a:gd name="connsiteX1" fmla="*/ 8763 w 22476"/>
                <a:gd name="connsiteY1" fmla="*/ 338 h 15232"/>
                <a:gd name="connsiteX2" fmla="*/ 0 w 22476"/>
                <a:gd name="connsiteY2" fmla="*/ 13927 h 15232"/>
                <a:gd name="connsiteX3" fmla="*/ 1905 w 22476"/>
                <a:gd name="connsiteY3" fmla="*/ 14371 h 15232"/>
                <a:gd name="connsiteX4" fmla="*/ 9716 w 22476"/>
                <a:gd name="connsiteY4" fmla="*/ 2497 h 15232"/>
                <a:gd name="connsiteX5" fmla="*/ 21654 w 22476"/>
                <a:gd name="connsiteY5" fmla="*/ 5799 h 15232"/>
                <a:gd name="connsiteX6" fmla="*/ 22352 w 22476"/>
                <a:gd name="connsiteY6" fmla="*/ 4910 h 15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2476" h="15232">
                  <a:moveTo>
                    <a:pt x="22352" y="4910"/>
                  </a:moveTo>
                  <a:cubicBezTo>
                    <a:pt x="19368" y="535"/>
                    <a:pt x="13780" y="-1332"/>
                    <a:pt x="8763" y="338"/>
                  </a:cubicBezTo>
                  <a:cubicBezTo>
                    <a:pt x="3620" y="2960"/>
                    <a:pt x="254" y="8148"/>
                    <a:pt x="0" y="13927"/>
                  </a:cubicBezTo>
                  <a:cubicBezTo>
                    <a:pt x="0" y="15006"/>
                    <a:pt x="1207" y="15387"/>
                    <a:pt x="1905" y="14371"/>
                  </a:cubicBezTo>
                  <a:cubicBezTo>
                    <a:pt x="4573" y="10180"/>
                    <a:pt x="3937" y="4338"/>
                    <a:pt x="9716" y="2497"/>
                  </a:cubicBezTo>
                  <a:cubicBezTo>
                    <a:pt x="13970" y="1760"/>
                    <a:pt x="18352" y="2973"/>
                    <a:pt x="21654" y="5799"/>
                  </a:cubicBezTo>
                  <a:cubicBezTo>
                    <a:pt x="22161" y="5799"/>
                    <a:pt x="22733" y="5354"/>
                    <a:pt x="22352" y="4910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6" name="任意多边形: 形状 295"/>
            <p:cNvSpPr/>
            <p:nvPr/>
          </p:nvSpPr>
          <p:spPr>
            <a:xfrm>
              <a:off x="9593884" y="10029644"/>
              <a:ext cx="25635" cy="18221"/>
            </a:xfrm>
            <a:custGeom>
              <a:avLst/>
              <a:gdLst>
                <a:gd name="connsiteX0" fmla="*/ 24524 w 25635"/>
                <a:gd name="connsiteY0" fmla="*/ 8294 h 18221"/>
                <a:gd name="connsiteX1" fmla="*/ 22238 w 25635"/>
                <a:gd name="connsiteY1" fmla="*/ 8612 h 18221"/>
                <a:gd name="connsiteX2" fmla="*/ 21032 w 25635"/>
                <a:gd name="connsiteY2" fmla="*/ 7913 h 18221"/>
                <a:gd name="connsiteX3" fmla="*/ 11443 w 25635"/>
                <a:gd name="connsiteY3" fmla="*/ 5437 h 18221"/>
                <a:gd name="connsiteX4" fmla="*/ 6808 w 25635"/>
                <a:gd name="connsiteY4" fmla="*/ 11469 h 18221"/>
                <a:gd name="connsiteX5" fmla="*/ 4648 w 25635"/>
                <a:gd name="connsiteY5" fmla="*/ 16422 h 18221"/>
                <a:gd name="connsiteX6" fmla="*/ 1791 w 25635"/>
                <a:gd name="connsiteY6" fmla="*/ 17946 h 18221"/>
                <a:gd name="connsiteX7" fmla="*/ 13 w 25635"/>
                <a:gd name="connsiteY7" fmla="*/ 15660 h 18221"/>
                <a:gd name="connsiteX8" fmla="*/ 10046 w 25635"/>
                <a:gd name="connsiteY8" fmla="*/ 420 h 18221"/>
                <a:gd name="connsiteX9" fmla="*/ 25159 w 25635"/>
                <a:gd name="connsiteY9" fmla="*/ 5310 h 18221"/>
                <a:gd name="connsiteX10" fmla="*/ 25159 w 25635"/>
                <a:gd name="connsiteY10" fmla="*/ 5310 h 18221"/>
                <a:gd name="connsiteX11" fmla="*/ 25159 w 25635"/>
                <a:gd name="connsiteY11" fmla="*/ 8040 h 18221"/>
                <a:gd name="connsiteX12" fmla="*/ 4395 w 25635"/>
                <a:gd name="connsiteY12" fmla="*/ 9755 h 18221"/>
                <a:gd name="connsiteX13" fmla="*/ 3442 w 25635"/>
                <a:gd name="connsiteY13" fmla="*/ 12675 h 18221"/>
                <a:gd name="connsiteX14" fmla="*/ 3950 w 25635"/>
                <a:gd name="connsiteY14" fmla="*/ 11151 h 18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635" h="18221">
                  <a:moveTo>
                    <a:pt x="24524" y="8294"/>
                  </a:moveTo>
                  <a:cubicBezTo>
                    <a:pt x="23889" y="8866"/>
                    <a:pt x="23000" y="8993"/>
                    <a:pt x="22238" y="8612"/>
                  </a:cubicBezTo>
                  <a:lnTo>
                    <a:pt x="21032" y="7913"/>
                  </a:lnTo>
                  <a:cubicBezTo>
                    <a:pt x="18365" y="5672"/>
                    <a:pt x="14872" y="4764"/>
                    <a:pt x="11443" y="5437"/>
                  </a:cubicBezTo>
                  <a:cubicBezTo>
                    <a:pt x="8649" y="6262"/>
                    <a:pt x="7887" y="8167"/>
                    <a:pt x="6808" y="11469"/>
                  </a:cubicBezTo>
                  <a:cubicBezTo>
                    <a:pt x="6299" y="13203"/>
                    <a:pt x="5537" y="14866"/>
                    <a:pt x="4648" y="16422"/>
                  </a:cubicBezTo>
                  <a:cubicBezTo>
                    <a:pt x="4077" y="17438"/>
                    <a:pt x="2934" y="18029"/>
                    <a:pt x="1791" y="17946"/>
                  </a:cubicBezTo>
                  <a:cubicBezTo>
                    <a:pt x="711" y="17781"/>
                    <a:pt x="-114" y="16778"/>
                    <a:pt x="13" y="15660"/>
                  </a:cubicBezTo>
                  <a:cubicBezTo>
                    <a:pt x="394" y="9145"/>
                    <a:pt x="4204" y="3322"/>
                    <a:pt x="10046" y="420"/>
                  </a:cubicBezTo>
                  <a:cubicBezTo>
                    <a:pt x="15634" y="-1434"/>
                    <a:pt x="21730" y="547"/>
                    <a:pt x="25159" y="5310"/>
                  </a:cubicBezTo>
                  <a:lnTo>
                    <a:pt x="25159" y="5310"/>
                  </a:lnTo>
                  <a:cubicBezTo>
                    <a:pt x="25794" y="6103"/>
                    <a:pt x="25794" y="7246"/>
                    <a:pt x="25159" y="8040"/>
                  </a:cubicBezTo>
                  <a:close/>
                  <a:moveTo>
                    <a:pt x="4395" y="9755"/>
                  </a:moveTo>
                  <a:cubicBezTo>
                    <a:pt x="4013" y="10695"/>
                    <a:pt x="3633" y="11672"/>
                    <a:pt x="3442" y="12675"/>
                  </a:cubicBezTo>
                  <a:cubicBezTo>
                    <a:pt x="3569" y="12161"/>
                    <a:pt x="3759" y="11647"/>
                    <a:pt x="3950" y="11151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7" name="任意多边形: 形状 296"/>
            <p:cNvSpPr/>
            <p:nvPr/>
          </p:nvSpPr>
          <p:spPr>
            <a:xfrm>
              <a:off x="9685561" y="9995895"/>
              <a:ext cx="23143" cy="15768"/>
            </a:xfrm>
            <a:custGeom>
              <a:avLst/>
              <a:gdLst>
                <a:gd name="connsiteX0" fmla="*/ 23144 w 23143"/>
                <a:gd name="connsiteY0" fmla="*/ 6356 h 15768"/>
                <a:gd name="connsiteX1" fmla="*/ 8348 w 23143"/>
                <a:gd name="connsiteY1" fmla="*/ 6 h 15768"/>
                <a:gd name="connsiteX2" fmla="*/ 30 w 23143"/>
                <a:gd name="connsiteY2" fmla="*/ 14357 h 15768"/>
                <a:gd name="connsiteX3" fmla="*/ 1172 w 23143"/>
                <a:gd name="connsiteY3" fmla="*/ 15500 h 15768"/>
                <a:gd name="connsiteX4" fmla="*/ 2125 w 23143"/>
                <a:gd name="connsiteY4" fmla="*/ 14993 h 15768"/>
                <a:gd name="connsiteX5" fmla="*/ 9491 w 23143"/>
                <a:gd name="connsiteY5" fmla="*/ 2293 h 15768"/>
                <a:gd name="connsiteX6" fmla="*/ 22191 w 23143"/>
                <a:gd name="connsiteY6" fmla="*/ 6928 h 15768"/>
                <a:gd name="connsiteX7" fmla="*/ 22890 w 23143"/>
                <a:gd name="connsiteY7" fmla="*/ 5975 h 15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3143" h="15768">
                  <a:moveTo>
                    <a:pt x="23144" y="6356"/>
                  </a:moveTo>
                  <a:cubicBezTo>
                    <a:pt x="19969" y="1385"/>
                    <a:pt x="14127" y="-1143"/>
                    <a:pt x="8348" y="6"/>
                  </a:cubicBezTo>
                  <a:cubicBezTo>
                    <a:pt x="2951" y="2693"/>
                    <a:pt x="-352" y="8338"/>
                    <a:pt x="30" y="14357"/>
                  </a:cubicBezTo>
                  <a:cubicBezTo>
                    <a:pt x="30" y="14986"/>
                    <a:pt x="538" y="15500"/>
                    <a:pt x="1172" y="15500"/>
                  </a:cubicBezTo>
                  <a:cubicBezTo>
                    <a:pt x="1554" y="15507"/>
                    <a:pt x="1934" y="15310"/>
                    <a:pt x="2125" y="14993"/>
                  </a:cubicBezTo>
                  <a:cubicBezTo>
                    <a:pt x="4665" y="10548"/>
                    <a:pt x="3522" y="4007"/>
                    <a:pt x="9491" y="2293"/>
                  </a:cubicBezTo>
                  <a:cubicBezTo>
                    <a:pt x="14444" y="1086"/>
                    <a:pt x="18508" y="4388"/>
                    <a:pt x="22191" y="6928"/>
                  </a:cubicBezTo>
                  <a:cubicBezTo>
                    <a:pt x="22699" y="7309"/>
                    <a:pt x="23270" y="6483"/>
                    <a:pt x="22890" y="5975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8" name="任意多边形: 形状 297"/>
            <p:cNvSpPr/>
            <p:nvPr/>
          </p:nvSpPr>
          <p:spPr>
            <a:xfrm>
              <a:off x="9684032" y="9994285"/>
              <a:ext cx="26403" cy="19086"/>
            </a:xfrm>
            <a:custGeom>
              <a:avLst/>
              <a:gdLst>
                <a:gd name="connsiteX0" fmla="*/ 25436 w 26403"/>
                <a:gd name="connsiteY0" fmla="*/ 10189 h 19086"/>
                <a:gd name="connsiteX1" fmla="*/ 23023 w 26403"/>
                <a:gd name="connsiteY1" fmla="*/ 10189 h 19086"/>
                <a:gd name="connsiteX2" fmla="*/ 21689 w 26403"/>
                <a:gd name="connsiteY2" fmla="*/ 9300 h 19086"/>
                <a:gd name="connsiteX3" fmla="*/ 11338 w 26403"/>
                <a:gd name="connsiteY3" fmla="*/ 5744 h 19086"/>
                <a:gd name="connsiteX4" fmla="*/ 6893 w 26403"/>
                <a:gd name="connsiteY4" fmla="*/ 12094 h 19086"/>
                <a:gd name="connsiteX5" fmla="*/ 4988 w 26403"/>
                <a:gd name="connsiteY5" fmla="*/ 17365 h 19086"/>
                <a:gd name="connsiteX6" fmla="*/ 2067 w 26403"/>
                <a:gd name="connsiteY6" fmla="*/ 18761 h 19086"/>
                <a:gd name="connsiteX7" fmla="*/ 36 w 26403"/>
                <a:gd name="connsiteY7" fmla="*/ 16094 h 19086"/>
                <a:gd name="connsiteX8" fmla="*/ 9497 w 26403"/>
                <a:gd name="connsiteY8" fmla="*/ 92 h 19086"/>
                <a:gd name="connsiteX9" fmla="*/ 25880 w 26403"/>
                <a:gd name="connsiteY9" fmla="*/ 6823 h 19086"/>
                <a:gd name="connsiteX10" fmla="*/ 25880 w 26403"/>
                <a:gd name="connsiteY10" fmla="*/ 6823 h 19086"/>
                <a:gd name="connsiteX11" fmla="*/ 25880 w 26403"/>
                <a:gd name="connsiteY11" fmla="*/ 9744 h 19086"/>
                <a:gd name="connsiteX12" fmla="*/ 4226 w 26403"/>
                <a:gd name="connsiteY12" fmla="*/ 10189 h 19086"/>
                <a:gd name="connsiteX13" fmla="*/ 3401 w 26403"/>
                <a:gd name="connsiteY13" fmla="*/ 13300 h 19086"/>
                <a:gd name="connsiteX14" fmla="*/ 3846 w 26403"/>
                <a:gd name="connsiteY14" fmla="*/ 11713 h 19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6403" h="19086">
                  <a:moveTo>
                    <a:pt x="25436" y="10189"/>
                  </a:moveTo>
                  <a:cubicBezTo>
                    <a:pt x="24737" y="10716"/>
                    <a:pt x="23721" y="10716"/>
                    <a:pt x="23023" y="10189"/>
                  </a:cubicBezTo>
                  <a:lnTo>
                    <a:pt x="21689" y="9300"/>
                  </a:lnTo>
                  <a:cubicBezTo>
                    <a:pt x="18895" y="6684"/>
                    <a:pt x="15149" y="5388"/>
                    <a:pt x="11338" y="5744"/>
                  </a:cubicBezTo>
                  <a:cubicBezTo>
                    <a:pt x="8481" y="6442"/>
                    <a:pt x="7783" y="8474"/>
                    <a:pt x="6893" y="12094"/>
                  </a:cubicBezTo>
                  <a:cubicBezTo>
                    <a:pt x="6512" y="13929"/>
                    <a:pt x="5877" y="15707"/>
                    <a:pt x="4988" y="17365"/>
                  </a:cubicBezTo>
                  <a:cubicBezTo>
                    <a:pt x="4417" y="18438"/>
                    <a:pt x="3274" y="19009"/>
                    <a:pt x="2067" y="18761"/>
                  </a:cubicBezTo>
                  <a:cubicBezTo>
                    <a:pt x="861" y="18463"/>
                    <a:pt x="-28" y="17352"/>
                    <a:pt x="36" y="16094"/>
                  </a:cubicBezTo>
                  <a:cubicBezTo>
                    <a:pt x="-409" y="9325"/>
                    <a:pt x="3337" y="2975"/>
                    <a:pt x="9497" y="92"/>
                  </a:cubicBezTo>
                  <a:cubicBezTo>
                    <a:pt x="15847" y="-1292"/>
                    <a:pt x="22324" y="1388"/>
                    <a:pt x="25880" y="6823"/>
                  </a:cubicBezTo>
                  <a:lnTo>
                    <a:pt x="25880" y="6823"/>
                  </a:lnTo>
                  <a:cubicBezTo>
                    <a:pt x="26578" y="7662"/>
                    <a:pt x="26578" y="8906"/>
                    <a:pt x="25880" y="9744"/>
                  </a:cubicBezTo>
                  <a:close/>
                  <a:moveTo>
                    <a:pt x="4226" y="10189"/>
                  </a:moveTo>
                  <a:cubicBezTo>
                    <a:pt x="3846" y="11199"/>
                    <a:pt x="3591" y="12240"/>
                    <a:pt x="3401" y="13300"/>
                  </a:cubicBezTo>
                  <a:cubicBezTo>
                    <a:pt x="3401" y="12792"/>
                    <a:pt x="3401" y="12285"/>
                    <a:pt x="3846" y="11713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99" name="任意多边形: 形状 298"/>
            <p:cNvSpPr/>
            <p:nvPr/>
          </p:nvSpPr>
          <p:spPr>
            <a:xfrm rot="21200401">
              <a:off x="9585424" y="10052887"/>
              <a:ext cx="19431" cy="11049"/>
            </a:xfrm>
            <a:custGeom>
              <a:avLst/>
              <a:gdLst>
                <a:gd name="connsiteX0" fmla="*/ 19431 w 19431"/>
                <a:gd name="connsiteY0" fmla="*/ 5256 h 11049"/>
                <a:gd name="connsiteX1" fmla="*/ 9715 w 19431"/>
                <a:gd name="connsiteY1" fmla="*/ 10781 h 11049"/>
                <a:gd name="connsiteX2" fmla="*/ -1 w 19431"/>
                <a:gd name="connsiteY2" fmla="*/ 5256 h 11049"/>
                <a:gd name="connsiteX3" fmla="*/ 9715 w 19431"/>
                <a:gd name="connsiteY3" fmla="*/ -268 h 11049"/>
                <a:gd name="connsiteX4" fmla="*/ 19431 w 19431"/>
                <a:gd name="connsiteY4" fmla="*/ 5256 h 11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31" h="11049">
                  <a:moveTo>
                    <a:pt x="19431" y="5256"/>
                  </a:moveTo>
                  <a:cubicBezTo>
                    <a:pt x="19431" y="8307"/>
                    <a:pt x="15081" y="10781"/>
                    <a:pt x="9715" y="10781"/>
                  </a:cubicBezTo>
                  <a:cubicBezTo>
                    <a:pt x="4349" y="10781"/>
                    <a:pt x="-1" y="8307"/>
                    <a:pt x="-1" y="5256"/>
                  </a:cubicBezTo>
                  <a:cubicBezTo>
                    <a:pt x="-1" y="2205"/>
                    <a:pt x="4349" y="-268"/>
                    <a:pt x="9715" y="-268"/>
                  </a:cubicBezTo>
                  <a:cubicBezTo>
                    <a:pt x="15081" y="-268"/>
                    <a:pt x="19431" y="2205"/>
                    <a:pt x="19431" y="5256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0" name="任意多边形: 形状 299"/>
            <p:cNvSpPr/>
            <p:nvPr/>
          </p:nvSpPr>
          <p:spPr>
            <a:xfrm rot="19879800">
              <a:off x="9698604" y="10008002"/>
              <a:ext cx="19430" cy="11048"/>
            </a:xfrm>
            <a:custGeom>
              <a:avLst/>
              <a:gdLst>
                <a:gd name="connsiteX0" fmla="*/ 19431 w 19430"/>
                <a:gd name="connsiteY0" fmla="*/ 5256 h 11048"/>
                <a:gd name="connsiteX1" fmla="*/ 9716 w 19430"/>
                <a:gd name="connsiteY1" fmla="*/ 10781 h 11048"/>
                <a:gd name="connsiteX2" fmla="*/ 0 w 19430"/>
                <a:gd name="connsiteY2" fmla="*/ 5256 h 11048"/>
                <a:gd name="connsiteX3" fmla="*/ 9716 w 19430"/>
                <a:gd name="connsiteY3" fmla="*/ -268 h 11048"/>
                <a:gd name="connsiteX4" fmla="*/ 19431 w 19430"/>
                <a:gd name="connsiteY4" fmla="*/ 5256 h 11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430" h="11048">
                  <a:moveTo>
                    <a:pt x="19431" y="5256"/>
                  </a:moveTo>
                  <a:cubicBezTo>
                    <a:pt x="19431" y="8307"/>
                    <a:pt x="15081" y="10781"/>
                    <a:pt x="9716" y="10781"/>
                  </a:cubicBezTo>
                  <a:cubicBezTo>
                    <a:pt x="4350" y="10781"/>
                    <a:pt x="0" y="8307"/>
                    <a:pt x="0" y="5256"/>
                  </a:cubicBezTo>
                  <a:cubicBezTo>
                    <a:pt x="0" y="2205"/>
                    <a:pt x="4350" y="-268"/>
                    <a:pt x="9716" y="-268"/>
                  </a:cubicBezTo>
                  <a:cubicBezTo>
                    <a:pt x="15081" y="-268"/>
                    <a:pt x="19431" y="2205"/>
                    <a:pt x="19431" y="5256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1" name="任意多边形: 形状 300"/>
            <p:cNvSpPr/>
            <p:nvPr/>
          </p:nvSpPr>
          <p:spPr>
            <a:xfrm>
              <a:off x="9642295" y="10064967"/>
              <a:ext cx="43963" cy="29615"/>
            </a:xfrm>
            <a:custGeom>
              <a:avLst/>
              <a:gdLst>
                <a:gd name="connsiteX0" fmla="*/ 43549 w 43963"/>
                <a:gd name="connsiteY0" fmla="*/ 2626 h 29615"/>
                <a:gd name="connsiteX1" fmla="*/ 25833 w 43963"/>
                <a:gd name="connsiteY1" fmla="*/ 28928 h 29615"/>
                <a:gd name="connsiteX2" fmla="*/ 116 w 43963"/>
                <a:gd name="connsiteY2" fmla="*/ 13484 h 29615"/>
                <a:gd name="connsiteX3" fmla="*/ 116 w 43963"/>
                <a:gd name="connsiteY3" fmla="*/ 13484 h 29615"/>
                <a:gd name="connsiteX4" fmla="*/ 2910 w 43963"/>
                <a:gd name="connsiteY4" fmla="*/ 8785 h 29615"/>
                <a:gd name="connsiteX5" fmla="*/ 38787 w 43963"/>
                <a:gd name="connsiteY5" fmla="*/ -168 h 29615"/>
                <a:gd name="connsiteX6" fmla="*/ 43423 w 43963"/>
                <a:gd name="connsiteY6" fmla="*/ 2690 h 29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963" h="29615">
                  <a:moveTo>
                    <a:pt x="43549" y="2626"/>
                  </a:moveTo>
                  <a:cubicBezTo>
                    <a:pt x="45899" y="14773"/>
                    <a:pt x="38025" y="26553"/>
                    <a:pt x="25833" y="28928"/>
                  </a:cubicBezTo>
                  <a:cubicBezTo>
                    <a:pt x="14594" y="31131"/>
                    <a:pt x="3481" y="24463"/>
                    <a:pt x="116" y="13484"/>
                  </a:cubicBezTo>
                  <a:lnTo>
                    <a:pt x="116" y="13484"/>
                  </a:lnTo>
                  <a:cubicBezTo>
                    <a:pt x="-392" y="11414"/>
                    <a:pt x="814" y="9312"/>
                    <a:pt x="2910" y="8785"/>
                  </a:cubicBezTo>
                  <a:lnTo>
                    <a:pt x="38787" y="-168"/>
                  </a:lnTo>
                  <a:cubicBezTo>
                    <a:pt x="40883" y="-644"/>
                    <a:pt x="42915" y="626"/>
                    <a:pt x="43423" y="2690"/>
                  </a:cubicBezTo>
                  <a:close/>
                </a:path>
              </a:pathLst>
            </a:custGeom>
            <a:solidFill>
              <a:srgbClr val="CF383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2" name="任意多边形: 形状 301"/>
            <p:cNvSpPr/>
            <p:nvPr/>
          </p:nvSpPr>
          <p:spPr>
            <a:xfrm>
              <a:off x="9658984" y="10086467"/>
              <a:ext cx="23241" cy="9215"/>
            </a:xfrm>
            <a:custGeom>
              <a:avLst/>
              <a:gdLst>
                <a:gd name="connsiteX0" fmla="*/ 0 w 23241"/>
                <a:gd name="connsiteY0" fmla="*/ 8304 h 9215"/>
                <a:gd name="connsiteX1" fmla="*/ 10541 w 23241"/>
                <a:gd name="connsiteY1" fmla="*/ 8304 h 9215"/>
                <a:gd name="connsiteX2" fmla="*/ 23241 w 23241"/>
                <a:gd name="connsiteY2" fmla="*/ -268 h 9215"/>
                <a:gd name="connsiteX3" fmla="*/ 0 w 23241"/>
                <a:gd name="connsiteY3" fmla="*/ 8304 h 9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41" h="9215">
                  <a:moveTo>
                    <a:pt x="0" y="8304"/>
                  </a:moveTo>
                  <a:cubicBezTo>
                    <a:pt x="3493" y="9162"/>
                    <a:pt x="7048" y="9162"/>
                    <a:pt x="10541" y="8304"/>
                  </a:cubicBezTo>
                  <a:cubicBezTo>
                    <a:pt x="15684" y="7041"/>
                    <a:pt x="20130" y="4005"/>
                    <a:pt x="23241" y="-268"/>
                  </a:cubicBezTo>
                  <a:cubicBezTo>
                    <a:pt x="14922" y="685"/>
                    <a:pt x="6921" y="3624"/>
                    <a:pt x="0" y="8304"/>
                  </a:cubicBezTo>
                  <a:close/>
                </a:path>
              </a:pathLst>
            </a:custGeom>
            <a:solidFill>
              <a:srgbClr val="FFB9A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3" name="任意多边形: 形状 302"/>
            <p:cNvSpPr/>
            <p:nvPr/>
          </p:nvSpPr>
          <p:spPr>
            <a:xfrm>
              <a:off x="9658667" y="10079055"/>
              <a:ext cx="26479" cy="16610"/>
            </a:xfrm>
            <a:custGeom>
              <a:avLst/>
              <a:gdLst>
                <a:gd name="connsiteX0" fmla="*/ 3492 w 26479"/>
                <a:gd name="connsiteY0" fmla="*/ 7778 h 16610"/>
                <a:gd name="connsiteX1" fmla="*/ 0 w 26479"/>
                <a:gd name="connsiteY1" fmla="*/ 15652 h 16610"/>
                <a:gd name="connsiteX2" fmla="*/ 10858 w 26479"/>
                <a:gd name="connsiteY2" fmla="*/ 15652 h 16610"/>
                <a:gd name="connsiteX3" fmla="*/ 26479 w 26479"/>
                <a:gd name="connsiteY3" fmla="*/ 1492 h 16610"/>
                <a:gd name="connsiteX4" fmla="*/ 16446 w 26479"/>
                <a:gd name="connsiteY4" fmla="*/ -159 h 16610"/>
                <a:gd name="connsiteX5" fmla="*/ 3492 w 26479"/>
                <a:gd name="connsiteY5" fmla="*/ 7778 h 16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479" h="16610">
                  <a:moveTo>
                    <a:pt x="3492" y="7778"/>
                  </a:moveTo>
                  <a:cubicBezTo>
                    <a:pt x="1968" y="10223"/>
                    <a:pt x="762" y="12878"/>
                    <a:pt x="0" y="15652"/>
                  </a:cubicBezTo>
                  <a:cubicBezTo>
                    <a:pt x="3556" y="16573"/>
                    <a:pt x="7302" y="16573"/>
                    <a:pt x="10858" y="15652"/>
                  </a:cubicBezTo>
                  <a:cubicBezTo>
                    <a:pt x="18097" y="13868"/>
                    <a:pt x="24002" y="8547"/>
                    <a:pt x="26479" y="1492"/>
                  </a:cubicBezTo>
                  <a:cubicBezTo>
                    <a:pt x="23368" y="44"/>
                    <a:pt x="19876" y="-527"/>
                    <a:pt x="16446" y="-159"/>
                  </a:cubicBezTo>
                  <a:cubicBezTo>
                    <a:pt x="11113" y="279"/>
                    <a:pt x="6286" y="3225"/>
                    <a:pt x="3492" y="7778"/>
                  </a:cubicBezTo>
                  <a:close/>
                </a:path>
              </a:pathLst>
            </a:custGeom>
            <a:solidFill>
              <a:srgbClr val="FF66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4" name="任意多边形: 形状 303"/>
            <p:cNvSpPr/>
            <p:nvPr/>
          </p:nvSpPr>
          <p:spPr>
            <a:xfrm rot="20508601">
              <a:off x="9661760" y="9969461"/>
              <a:ext cx="77470" cy="78613"/>
            </a:xfrm>
            <a:custGeom>
              <a:avLst/>
              <a:gdLst>
                <a:gd name="connsiteX0" fmla="*/ 77470 w 77470"/>
                <a:gd name="connsiteY0" fmla="*/ 39039 h 78613"/>
                <a:gd name="connsiteX1" fmla="*/ 38735 w 77470"/>
                <a:gd name="connsiteY1" fmla="*/ 78345 h 78613"/>
                <a:gd name="connsiteX2" fmla="*/ 0 w 77470"/>
                <a:gd name="connsiteY2" fmla="*/ 39039 h 78613"/>
                <a:gd name="connsiteX3" fmla="*/ 38735 w 77470"/>
                <a:gd name="connsiteY3" fmla="*/ -268 h 78613"/>
                <a:gd name="connsiteX4" fmla="*/ 77470 w 77470"/>
                <a:gd name="connsiteY4" fmla="*/ 39039 h 786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470" h="78613">
                  <a:moveTo>
                    <a:pt x="77470" y="39039"/>
                  </a:moveTo>
                  <a:cubicBezTo>
                    <a:pt x="77470" y="60747"/>
                    <a:pt x="60128" y="78345"/>
                    <a:pt x="38735" y="78345"/>
                  </a:cubicBezTo>
                  <a:cubicBezTo>
                    <a:pt x="17343" y="78345"/>
                    <a:pt x="0" y="60747"/>
                    <a:pt x="0" y="39039"/>
                  </a:cubicBezTo>
                  <a:cubicBezTo>
                    <a:pt x="0" y="17330"/>
                    <a:pt x="17343" y="-268"/>
                    <a:pt x="38735" y="-268"/>
                  </a:cubicBezTo>
                  <a:cubicBezTo>
                    <a:pt x="60128" y="-268"/>
                    <a:pt x="77470" y="17330"/>
                    <a:pt x="77470" y="39039"/>
                  </a:cubicBezTo>
                  <a:close/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5" name="任意多边形: 形状 304"/>
            <p:cNvSpPr/>
            <p:nvPr/>
          </p:nvSpPr>
          <p:spPr>
            <a:xfrm>
              <a:off x="9565189" y="10000070"/>
              <a:ext cx="82236" cy="81716"/>
            </a:xfrm>
            <a:custGeom>
              <a:avLst/>
              <a:gdLst>
                <a:gd name="connsiteX0" fmla="*/ 80079 w 82236"/>
                <a:gd name="connsiteY0" fmla="*/ 27772 h 81716"/>
                <a:gd name="connsiteX1" fmla="*/ 54742 w 82236"/>
                <a:gd name="connsiteY1" fmla="*/ 79175 h 81716"/>
                <a:gd name="connsiteX2" fmla="*/ 54298 w 82236"/>
                <a:gd name="connsiteY2" fmla="*/ 79334 h 81716"/>
                <a:gd name="connsiteX3" fmla="*/ 2229 w 82236"/>
                <a:gd name="connsiteY3" fmla="*/ 53489 h 81716"/>
                <a:gd name="connsiteX4" fmla="*/ 27247 w 82236"/>
                <a:gd name="connsiteY4" fmla="*/ 2054 h 81716"/>
                <a:gd name="connsiteX5" fmla="*/ 27629 w 82236"/>
                <a:gd name="connsiteY5" fmla="*/ 1927 h 81716"/>
                <a:gd name="connsiteX6" fmla="*/ 80079 w 82236"/>
                <a:gd name="connsiteY6" fmla="*/ 27772 h 817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2236" h="81716">
                  <a:moveTo>
                    <a:pt x="80079" y="27772"/>
                  </a:moveTo>
                  <a:cubicBezTo>
                    <a:pt x="87254" y="48955"/>
                    <a:pt x="75952" y="71968"/>
                    <a:pt x="54742" y="79175"/>
                  </a:cubicBezTo>
                  <a:cubicBezTo>
                    <a:pt x="54616" y="79226"/>
                    <a:pt x="54489" y="79283"/>
                    <a:pt x="54298" y="79334"/>
                  </a:cubicBezTo>
                  <a:cubicBezTo>
                    <a:pt x="32772" y="86477"/>
                    <a:pt x="9530" y="74939"/>
                    <a:pt x="2229" y="53489"/>
                  </a:cubicBezTo>
                  <a:cubicBezTo>
                    <a:pt x="-5074" y="32375"/>
                    <a:pt x="6166" y="9344"/>
                    <a:pt x="27247" y="2054"/>
                  </a:cubicBezTo>
                  <a:cubicBezTo>
                    <a:pt x="27374" y="2010"/>
                    <a:pt x="27501" y="1965"/>
                    <a:pt x="27629" y="1927"/>
                  </a:cubicBezTo>
                  <a:cubicBezTo>
                    <a:pt x="49218" y="-5388"/>
                    <a:pt x="72713" y="6175"/>
                    <a:pt x="80079" y="27772"/>
                  </a:cubicBezTo>
                  <a:close/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6" name="任意多边形: 形状 305"/>
            <p:cNvSpPr/>
            <p:nvPr/>
          </p:nvSpPr>
          <p:spPr>
            <a:xfrm>
              <a:off x="9644316" y="10019601"/>
              <a:ext cx="21652" cy="7111"/>
            </a:xfrm>
            <a:custGeom>
              <a:avLst/>
              <a:gdLst>
                <a:gd name="connsiteX0" fmla="*/ 21653 w 21652"/>
                <a:gd name="connsiteY0" fmla="*/ -268 h 7111"/>
                <a:gd name="connsiteX1" fmla="*/ 0 w 21652"/>
                <a:gd name="connsiteY1" fmla="*/ 6844 h 71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1652" h="7111">
                  <a:moveTo>
                    <a:pt x="21653" y="-268"/>
                  </a:moveTo>
                  <a:cubicBezTo>
                    <a:pt x="14097" y="939"/>
                    <a:pt x="6794" y="3339"/>
                    <a:pt x="0" y="6844"/>
                  </a:cubicBezTo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7" name="任意多边形: 形状 306"/>
            <p:cNvSpPr/>
            <p:nvPr/>
          </p:nvSpPr>
          <p:spPr>
            <a:xfrm>
              <a:off x="9571258" y="9982725"/>
              <a:ext cx="31245" cy="20150"/>
            </a:xfrm>
            <a:custGeom>
              <a:avLst/>
              <a:gdLst>
                <a:gd name="connsiteX0" fmla="*/ 33 w 31245"/>
                <a:gd name="connsiteY0" fmla="*/ 19083 h 20150"/>
                <a:gd name="connsiteX1" fmla="*/ 7272 w 31245"/>
                <a:gd name="connsiteY1" fmla="*/ 6383 h 20150"/>
                <a:gd name="connsiteX2" fmla="*/ 30132 w 31245"/>
                <a:gd name="connsiteY2" fmla="*/ 1683 h 20150"/>
                <a:gd name="connsiteX3" fmla="*/ 30831 w 31245"/>
                <a:gd name="connsiteY3" fmla="*/ 5119 h 20150"/>
                <a:gd name="connsiteX4" fmla="*/ 29116 w 31245"/>
                <a:gd name="connsiteY4" fmla="*/ 6192 h 20150"/>
                <a:gd name="connsiteX5" fmla="*/ 15527 w 31245"/>
                <a:gd name="connsiteY5" fmla="*/ 7652 h 20150"/>
                <a:gd name="connsiteX6" fmla="*/ 1684 w 31245"/>
                <a:gd name="connsiteY6" fmla="*/ 19400 h 20150"/>
                <a:gd name="connsiteX7" fmla="*/ 33 w 31245"/>
                <a:gd name="connsiteY7" fmla="*/ 19083 h 20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45" h="20150">
                  <a:moveTo>
                    <a:pt x="33" y="19083"/>
                  </a:moveTo>
                  <a:cubicBezTo>
                    <a:pt x="859" y="14129"/>
                    <a:pt x="3462" y="9627"/>
                    <a:pt x="7272" y="6383"/>
                  </a:cubicBezTo>
                  <a:cubicBezTo>
                    <a:pt x="12923" y="-215"/>
                    <a:pt x="22322" y="-2146"/>
                    <a:pt x="30132" y="1683"/>
                  </a:cubicBezTo>
                  <a:cubicBezTo>
                    <a:pt x="31275" y="2445"/>
                    <a:pt x="31593" y="3982"/>
                    <a:pt x="30831" y="5119"/>
                  </a:cubicBezTo>
                  <a:cubicBezTo>
                    <a:pt x="30449" y="5703"/>
                    <a:pt x="29814" y="6090"/>
                    <a:pt x="29116" y="6192"/>
                  </a:cubicBezTo>
                  <a:cubicBezTo>
                    <a:pt x="24544" y="6402"/>
                    <a:pt x="20035" y="6884"/>
                    <a:pt x="15527" y="7652"/>
                  </a:cubicBezTo>
                  <a:cubicBezTo>
                    <a:pt x="9875" y="10135"/>
                    <a:pt x="5049" y="14218"/>
                    <a:pt x="1684" y="19400"/>
                  </a:cubicBezTo>
                  <a:cubicBezTo>
                    <a:pt x="1049" y="20226"/>
                    <a:pt x="-221" y="19908"/>
                    <a:pt x="33" y="19083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8" name="任意多边形: 形状 307"/>
            <p:cNvSpPr/>
            <p:nvPr/>
          </p:nvSpPr>
          <p:spPr>
            <a:xfrm>
              <a:off x="9659191" y="9952798"/>
              <a:ext cx="29453" cy="14510"/>
            </a:xfrm>
            <a:custGeom>
              <a:avLst/>
              <a:gdLst>
                <a:gd name="connsiteX0" fmla="*/ 28559 w 29453"/>
                <a:gd name="connsiteY0" fmla="*/ 6083 h 14510"/>
                <a:gd name="connsiteX1" fmla="*/ 13255 w 29453"/>
                <a:gd name="connsiteY1" fmla="*/ 6083 h 14510"/>
                <a:gd name="connsiteX2" fmla="*/ 3603 w 29453"/>
                <a:gd name="connsiteY2" fmla="*/ 13830 h 14510"/>
                <a:gd name="connsiteX3" fmla="*/ 428 w 29453"/>
                <a:gd name="connsiteY3" fmla="*/ 13265 h 14510"/>
                <a:gd name="connsiteX4" fmla="*/ 48 w 29453"/>
                <a:gd name="connsiteY4" fmla="*/ 11544 h 14510"/>
                <a:gd name="connsiteX5" fmla="*/ 22336 w 29453"/>
                <a:gd name="connsiteY5" fmla="*/ 698 h 14510"/>
                <a:gd name="connsiteX6" fmla="*/ 29321 w 29453"/>
                <a:gd name="connsiteY6" fmla="*/ 5194 h 14510"/>
                <a:gd name="connsiteX7" fmla="*/ 29067 w 29453"/>
                <a:gd name="connsiteY7" fmla="*/ 6337 h 14510"/>
                <a:gd name="connsiteX8" fmla="*/ 28559 w 29453"/>
                <a:gd name="connsiteY8" fmla="*/ 6464 h 145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9453" h="14510">
                  <a:moveTo>
                    <a:pt x="28559" y="6083"/>
                  </a:moveTo>
                  <a:cubicBezTo>
                    <a:pt x="23606" y="4432"/>
                    <a:pt x="18209" y="4432"/>
                    <a:pt x="13255" y="6083"/>
                  </a:cubicBezTo>
                  <a:cubicBezTo>
                    <a:pt x="9763" y="8286"/>
                    <a:pt x="6525" y="10883"/>
                    <a:pt x="3603" y="13830"/>
                  </a:cubicBezTo>
                  <a:cubicBezTo>
                    <a:pt x="2588" y="14554"/>
                    <a:pt x="1127" y="14300"/>
                    <a:pt x="428" y="13265"/>
                  </a:cubicBezTo>
                  <a:cubicBezTo>
                    <a:pt x="48" y="12763"/>
                    <a:pt x="-79" y="12141"/>
                    <a:pt x="48" y="11544"/>
                  </a:cubicBezTo>
                  <a:cubicBezTo>
                    <a:pt x="3223" y="2394"/>
                    <a:pt x="13192" y="-2464"/>
                    <a:pt x="22336" y="698"/>
                  </a:cubicBezTo>
                  <a:cubicBezTo>
                    <a:pt x="25003" y="1612"/>
                    <a:pt x="27416" y="3155"/>
                    <a:pt x="29321" y="5194"/>
                  </a:cubicBezTo>
                  <a:cubicBezTo>
                    <a:pt x="29575" y="5575"/>
                    <a:pt x="29448" y="6089"/>
                    <a:pt x="29067" y="6337"/>
                  </a:cubicBezTo>
                  <a:cubicBezTo>
                    <a:pt x="28940" y="6432"/>
                    <a:pt x="28750" y="6477"/>
                    <a:pt x="28559" y="6464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09" name="任意多边形: 形状 308"/>
            <p:cNvSpPr/>
            <p:nvPr/>
          </p:nvSpPr>
          <p:spPr>
            <a:xfrm>
              <a:off x="9514048" y="10074656"/>
              <a:ext cx="33620" cy="39133"/>
            </a:xfrm>
            <a:custGeom>
              <a:avLst/>
              <a:gdLst>
                <a:gd name="connsiteX0" fmla="*/ 19841 w 33620"/>
                <a:gd name="connsiteY0" fmla="*/ -268 h 39133"/>
                <a:gd name="connsiteX1" fmla="*/ 3014 w 33620"/>
                <a:gd name="connsiteY1" fmla="*/ 25132 h 39133"/>
                <a:gd name="connsiteX2" fmla="*/ 33620 w 33620"/>
                <a:gd name="connsiteY2" fmla="*/ 37324 h 39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620" h="39133">
                  <a:moveTo>
                    <a:pt x="19841" y="-268"/>
                  </a:moveTo>
                  <a:cubicBezTo>
                    <a:pt x="19841" y="-268"/>
                    <a:pt x="-9242" y="5066"/>
                    <a:pt x="3014" y="25132"/>
                  </a:cubicBezTo>
                  <a:cubicBezTo>
                    <a:pt x="8602" y="36448"/>
                    <a:pt x="21810" y="41712"/>
                    <a:pt x="33620" y="37324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0" name="任意多边形: 形状 309"/>
            <p:cNvSpPr/>
            <p:nvPr/>
          </p:nvSpPr>
          <p:spPr>
            <a:xfrm>
              <a:off x="9484168" y="10042651"/>
              <a:ext cx="78931" cy="51879"/>
            </a:xfrm>
            <a:custGeom>
              <a:avLst/>
              <a:gdLst>
                <a:gd name="connsiteX0" fmla="*/ 78931 w 78931"/>
                <a:gd name="connsiteY0" fmla="*/ -268 h 51879"/>
                <a:gd name="connsiteX1" fmla="*/ 36069 w 78931"/>
                <a:gd name="connsiteY1" fmla="*/ 9575 h 51879"/>
                <a:gd name="connsiteX2" fmla="*/ 3303 w 78931"/>
                <a:gd name="connsiteY2" fmla="*/ 23418 h 51879"/>
                <a:gd name="connsiteX3" fmla="*/ 4001 w 78931"/>
                <a:gd name="connsiteY3" fmla="*/ 51612 h 518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8931" h="51879">
                  <a:moveTo>
                    <a:pt x="78931" y="-268"/>
                  </a:moveTo>
                  <a:lnTo>
                    <a:pt x="36069" y="9575"/>
                  </a:lnTo>
                  <a:cubicBezTo>
                    <a:pt x="24956" y="12115"/>
                    <a:pt x="10669" y="13067"/>
                    <a:pt x="3303" y="23418"/>
                  </a:cubicBezTo>
                  <a:cubicBezTo>
                    <a:pt x="-1333" y="32308"/>
                    <a:pt x="-1078" y="42957"/>
                    <a:pt x="4001" y="51612"/>
                  </a:cubicBezTo>
                </a:path>
              </a:pathLst>
            </a:custGeom>
            <a:noFill/>
            <a:ln w="1727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1" name="任意多边形: 形状 310"/>
            <p:cNvSpPr/>
            <p:nvPr/>
          </p:nvSpPr>
          <p:spPr>
            <a:xfrm>
              <a:off x="10245501" y="9851595"/>
              <a:ext cx="619774" cy="362113"/>
            </a:xfrm>
            <a:custGeom>
              <a:avLst/>
              <a:gdLst>
                <a:gd name="connsiteX0" fmla="*/ 596425 w 619774"/>
                <a:gd name="connsiteY0" fmla="*/ 220760 h 362113"/>
                <a:gd name="connsiteX1" fmla="*/ 562008 w 619774"/>
                <a:gd name="connsiteY1" fmla="*/ 201202 h 362113"/>
                <a:gd name="connsiteX2" fmla="*/ 539339 w 619774"/>
                <a:gd name="connsiteY2" fmla="*/ 171231 h 362113"/>
                <a:gd name="connsiteX3" fmla="*/ 545054 w 619774"/>
                <a:gd name="connsiteY3" fmla="*/ 152815 h 362113"/>
                <a:gd name="connsiteX4" fmla="*/ 500604 w 619774"/>
                <a:gd name="connsiteY4" fmla="*/ 89315 h 362113"/>
                <a:gd name="connsiteX5" fmla="*/ 364396 w 619774"/>
                <a:gd name="connsiteY5" fmla="*/ 86394 h 362113"/>
                <a:gd name="connsiteX6" fmla="*/ 265907 w 619774"/>
                <a:gd name="connsiteY6" fmla="*/ 81822 h 362113"/>
                <a:gd name="connsiteX7" fmla="*/ 223553 w 619774"/>
                <a:gd name="connsiteY7" fmla="*/ 35023 h 362113"/>
                <a:gd name="connsiteX8" fmla="*/ 67026 w 619774"/>
                <a:gd name="connsiteY8" fmla="*/ 29416 h 362113"/>
                <a:gd name="connsiteX9" fmla="*/ 48738 w 619774"/>
                <a:gd name="connsiteY9" fmla="*/ 51533 h 362113"/>
                <a:gd name="connsiteX10" fmla="*/ 35085 w 619774"/>
                <a:gd name="connsiteY10" fmla="*/ 61629 h 362113"/>
                <a:gd name="connsiteX11" fmla="*/ 2192 w 619774"/>
                <a:gd name="connsiteY11" fmla="*/ 89760 h 362113"/>
                <a:gd name="connsiteX12" fmla="*/ 5113 w 619774"/>
                <a:gd name="connsiteY12" fmla="*/ 126971 h 362113"/>
                <a:gd name="connsiteX13" fmla="*/ 12733 w 619774"/>
                <a:gd name="connsiteY13" fmla="*/ 141449 h 362113"/>
                <a:gd name="connsiteX14" fmla="*/ 45499 w 619774"/>
                <a:gd name="connsiteY14" fmla="*/ 99412 h 362113"/>
                <a:gd name="connsiteX15" fmla="*/ 97823 w 619774"/>
                <a:gd name="connsiteY15" fmla="*/ 275751 h 362113"/>
                <a:gd name="connsiteX16" fmla="*/ 175293 w 619774"/>
                <a:gd name="connsiteY16" fmla="*/ 318296 h 362113"/>
                <a:gd name="connsiteX17" fmla="*/ 229903 w 619774"/>
                <a:gd name="connsiteY17" fmla="*/ 332330 h 362113"/>
                <a:gd name="connsiteX18" fmla="*/ 293022 w 619774"/>
                <a:gd name="connsiteY18" fmla="*/ 304453 h 362113"/>
                <a:gd name="connsiteX19" fmla="*/ 448470 w 619774"/>
                <a:gd name="connsiteY19" fmla="*/ 359127 h 362113"/>
                <a:gd name="connsiteX20" fmla="*/ 493745 w 619774"/>
                <a:gd name="connsiteY20" fmla="*/ 321027 h 362113"/>
                <a:gd name="connsiteX21" fmla="*/ 536544 w 619774"/>
                <a:gd name="connsiteY21" fmla="*/ 343696 h 362113"/>
                <a:gd name="connsiteX22" fmla="*/ 596933 w 619774"/>
                <a:gd name="connsiteY22" fmla="*/ 343696 h 362113"/>
                <a:gd name="connsiteX23" fmla="*/ 619603 w 619774"/>
                <a:gd name="connsiteY23" fmla="*/ 288325 h 362113"/>
                <a:gd name="connsiteX24" fmla="*/ 596425 w 619774"/>
                <a:gd name="connsiteY24" fmla="*/ 220760 h 3621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619774" h="362113">
                  <a:moveTo>
                    <a:pt x="596425" y="220760"/>
                  </a:moveTo>
                  <a:cubicBezTo>
                    <a:pt x="585693" y="212061"/>
                    <a:pt x="582328" y="211426"/>
                    <a:pt x="562008" y="201202"/>
                  </a:cubicBezTo>
                  <a:cubicBezTo>
                    <a:pt x="550133" y="195233"/>
                    <a:pt x="538386" y="184502"/>
                    <a:pt x="539339" y="171231"/>
                  </a:cubicBezTo>
                  <a:cubicBezTo>
                    <a:pt x="540608" y="164919"/>
                    <a:pt x="542577" y="158753"/>
                    <a:pt x="545054" y="152815"/>
                  </a:cubicBezTo>
                  <a:cubicBezTo>
                    <a:pt x="552928" y="125510"/>
                    <a:pt x="527083" y="99539"/>
                    <a:pt x="500604" y="89315"/>
                  </a:cubicBezTo>
                  <a:cubicBezTo>
                    <a:pt x="457741" y="72488"/>
                    <a:pt x="409608" y="77568"/>
                    <a:pt x="364396" y="86394"/>
                  </a:cubicBezTo>
                  <a:cubicBezTo>
                    <a:pt x="331249" y="92744"/>
                    <a:pt x="294102" y="100428"/>
                    <a:pt x="265907" y="81822"/>
                  </a:cubicBezTo>
                  <a:cubicBezTo>
                    <a:pt x="248255" y="70202"/>
                    <a:pt x="237967" y="50453"/>
                    <a:pt x="223553" y="35023"/>
                  </a:cubicBezTo>
                  <a:cubicBezTo>
                    <a:pt x="181897" y="-9744"/>
                    <a:pt x="111793" y="-12259"/>
                    <a:pt x="67026" y="29416"/>
                  </a:cubicBezTo>
                  <a:cubicBezTo>
                    <a:pt x="59977" y="35963"/>
                    <a:pt x="53881" y="43398"/>
                    <a:pt x="48738" y="51533"/>
                  </a:cubicBezTo>
                  <a:cubicBezTo>
                    <a:pt x="44546" y="55387"/>
                    <a:pt x="39974" y="58772"/>
                    <a:pt x="35085" y="61629"/>
                  </a:cubicBezTo>
                  <a:cubicBezTo>
                    <a:pt x="22385" y="68995"/>
                    <a:pt x="7590" y="76107"/>
                    <a:pt x="2192" y="89760"/>
                  </a:cubicBezTo>
                  <a:cubicBezTo>
                    <a:pt x="-2507" y="101571"/>
                    <a:pt x="1240" y="115160"/>
                    <a:pt x="5113" y="126971"/>
                  </a:cubicBezTo>
                  <a:cubicBezTo>
                    <a:pt x="6573" y="132292"/>
                    <a:pt x="9177" y="137233"/>
                    <a:pt x="12733" y="141449"/>
                  </a:cubicBezTo>
                  <a:cubicBezTo>
                    <a:pt x="22448" y="126526"/>
                    <a:pt x="33370" y="112467"/>
                    <a:pt x="45499" y="99412"/>
                  </a:cubicBezTo>
                  <a:lnTo>
                    <a:pt x="97823" y="275751"/>
                  </a:lnTo>
                  <a:cubicBezTo>
                    <a:pt x="122969" y="291119"/>
                    <a:pt x="148814" y="305298"/>
                    <a:pt x="175293" y="318296"/>
                  </a:cubicBezTo>
                  <a:cubicBezTo>
                    <a:pt x="192438" y="326678"/>
                    <a:pt x="210980" y="334679"/>
                    <a:pt x="229903" y="332330"/>
                  </a:cubicBezTo>
                  <a:cubicBezTo>
                    <a:pt x="261208" y="328393"/>
                    <a:pt x="266606" y="311121"/>
                    <a:pt x="293022" y="304453"/>
                  </a:cubicBezTo>
                  <a:cubicBezTo>
                    <a:pt x="353347" y="289213"/>
                    <a:pt x="403703" y="378304"/>
                    <a:pt x="448470" y="359127"/>
                  </a:cubicBezTo>
                  <a:cubicBezTo>
                    <a:pt x="470568" y="349602"/>
                    <a:pt x="472155" y="321789"/>
                    <a:pt x="493745" y="321027"/>
                  </a:cubicBezTo>
                  <a:cubicBezTo>
                    <a:pt x="508858" y="321027"/>
                    <a:pt x="511843" y="334299"/>
                    <a:pt x="536544" y="343696"/>
                  </a:cubicBezTo>
                  <a:cubicBezTo>
                    <a:pt x="544292" y="346681"/>
                    <a:pt x="574644" y="358301"/>
                    <a:pt x="596933" y="343696"/>
                  </a:cubicBezTo>
                  <a:cubicBezTo>
                    <a:pt x="617380" y="330234"/>
                    <a:pt x="618841" y="302104"/>
                    <a:pt x="619603" y="288325"/>
                  </a:cubicBezTo>
                  <a:cubicBezTo>
                    <a:pt x="619920" y="282356"/>
                    <a:pt x="622016" y="241398"/>
                    <a:pt x="596425" y="220760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2" name="任意多边形: 形状 311"/>
            <p:cNvSpPr/>
            <p:nvPr/>
          </p:nvSpPr>
          <p:spPr>
            <a:xfrm>
              <a:off x="10184784" y="10738738"/>
              <a:ext cx="60496" cy="112611"/>
            </a:xfrm>
            <a:custGeom>
              <a:avLst/>
              <a:gdLst>
                <a:gd name="connsiteX0" fmla="*/ 32937 w 60496"/>
                <a:gd name="connsiteY0" fmla="*/ -268 h 112611"/>
                <a:gd name="connsiteX1" fmla="*/ 5441 w 60496"/>
                <a:gd name="connsiteY1" fmla="*/ 103491 h 112611"/>
                <a:gd name="connsiteX2" fmla="*/ 60496 w 60496"/>
                <a:gd name="connsiteY2" fmla="*/ 78790 h 11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496" h="112611">
                  <a:moveTo>
                    <a:pt x="32937" y="-268"/>
                  </a:moveTo>
                  <a:cubicBezTo>
                    <a:pt x="32937" y="-268"/>
                    <a:pt x="-16022" y="73837"/>
                    <a:pt x="5441" y="103491"/>
                  </a:cubicBezTo>
                  <a:cubicBezTo>
                    <a:pt x="26904" y="133146"/>
                    <a:pt x="60496" y="78790"/>
                    <a:pt x="60496" y="78790"/>
                  </a:cubicBezTo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3" name="任意多边形: 形状 312"/>
            <p:cNvSpPr/>
            <p:nvPr/>
          </p:nvSpPr>
          <p:spPr>
            <a:xfrm>
              <a:off x="10254401" y="10178195"/>
              <a:ext cx="347310" cy="211780"/>
            </a:xfrm>
            <a:custGeom>
              <a:avLst/>
              <a:gdLst>
                <a:gd name="connsiteX0" fmla="*/ 42949 w 347310"/>
                <a:gd name="connsiteY0" fmla="*/ 180672 h 211780"/>
                <a:gd name="connsiteX1" fmla="*/ 76160 w 347310"/>
                <a:gd name="connsiteY1" fmla="*/ 211470 h 211780"/>
                <a:gd name="connsiteX2" fmla="*/ 45553 w 347310"/>
                <a:gd name="connsiteY2" fmla="*/ 171719 h 211780"/>
                <a:gd name="connsiteX3" fmla="*/ 87 w 347310"/>
                <a:gd name="connsiteY3" fmla="*/ 107203 h 211780"/>
                <a:gd name="connsiteX4" fmla="*/ 235799 w 347310"/>
                <a:gd name="connsiteY4" fmla="*/ 78 h 211780"/>
                <a:gd name="connsiteX5" fmla="*/ 343368 w 347310"/>
                <a:gd name="connsiteY5" fmla="*/ 41353 h 211780"/>
                <a:gd name="connsiteX6" fmla="*/ 327175 w 347310"/>
                <a:gd name="connsiteY6" fmla="*/ 113553 h 211780"/>
                <a:gd name="connsiteX7" fmla="*/ 194270 w 347310"/>
                <a:gd name="connsiteY7" fmla="*/ 162702 h 211780"/>
                <a:gd name="connsiteX8" fmla="*/ 189698 w 347310"/>
                <a:gd name="connsiteY8" fmla="*/ 163781 h 211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47310" h="211780">
                  <a:moveTo>
                    <a:pt x="42949" y="180672"/>
                  </a:moveTo>
                  <a:cubicBezTo>
                    <a:pt x="69366" y="207152"/>
                    <a:pt x="75525" y="212041"/>
                    <a:pt x="76160" y="211470"/>
                  </a:cubicBezTo>
                  <a:cubicBezTo>
                    <a:pt x="76795" y="210898"/>
                    <a:pt x="64095" y="195341"/>
                    <a:pt x="45553" y="171719"/>
                  </a:cubicBezTo>
                  <a:cubicBezTo>
                    <a:pt x="15644" y="133619"/>
                    <a:pt x="658" y="114569"/>
                    <a:pt x="87" y="107203"/>
                  </a:cubicBezTo>
                  <a:cubicBezTo>
                    <a:pt x="-3723" y="60657"/>
                    <a:pt x="118387" y="-5637"/>
                    <a:pt x="235799" y="78"/>
                  </a:cubicBezTo>
                  <a:cubicBezTo>
                    <a:pt x="267168" y="1602"/>
                    <a:pt x="327620" y="4968"/>
                    <a:pt x="343368" y="41353"/>
                  </a:cubicBezTo>
                  <a:cubicBezTo>
                    <a:pt x="353592" y="64848"/>
                    <a:pt x="342416" y="95773"/>
                    <a:pt x="327175" y="113553"/>
                  </a:cubicBezTo>
                  <a:cubicBezTo>
                    <a:pt x="308125" y="135714"/>
                    <a:pt x="270025" y="144731"/>
                    <a:pt x="194270" y="162702"/>
                  </a:cubicBezTo>
                  <a:lnTo>
                    <a:pt x="189698" y="163781"/>
                  </a:lnTo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4" name="任意多边形: 形状 313"/>
            <p:cNvSpPr/>
            <p:nvPr/>
          </p:nvSpPr>
          <p:spPr>
            <a:xfrm>
              <a:off x="10330306" y="10212191"/>
              <a:ext cx="205781" cy="105034"/>
            </a:xfrm>
            <a:custGeom>
              <a:avLst/>
              <a:gdLst>
                <a:gd name="connsiteX0" fmla="*/ 205232 w 205781"/>
                <a:gd name="connsiteY0" fmla="*/ 27042 h 105034"/>
                <a:gd name="connsiteX1" fmla="*/ 190500 w 205781"/>
                <a:gd name="connsiteY1" fmla="*/ 7167 h 105034"/>
                <a:gd name="connsiteX2" fmla="*/ 137414 w 205781"/>
                <a:gd name="connsiteY2" fmla="*/ 2785 h 105034"/>
                <a:gd name="connsiteX3" fmla="*/ 0 w 205781"/>
                <a:gd name="connsiteY3" fmla="*/ 57078 h 105034"/>
                <a:gd name="connsiteX4" fmla="*/ 5017 w 205781"/>
                <a:gd name="connsiteY4" fmla="*/ 74413 h 105034"/>
                <a:gd name="connsiteX5" fmla="*/ 8827 w 205781"/>
                <a:gd name="connsiteY5" fmla="*/ 104766 h 105034"/>
                <a:gd name="connsiteX6" fmla="*/ 108331 w 205781"/>
                <a:gd name="connsiteY6" fmla="*/ 98924 h 105034"/>
                <a:gd name="connsiteX7" fmla="*/ 202565 w 205781"/>
                <a:gd name="connsiteY7" fmla="*/ 45966 h 105034"/>
                <a:gd name="connsiteX8" fmla="*/ 205232 w 205781"/>
                <a:gd name="connsiteY8" fmla="*/ 27042 h 105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5781" h="105034">
                  <a:moveTo>
                    <a:pt x="205232" y="27042"/>
                  </a:moveTo>
                  <a:cubicBezTo>
                    <a:pt x="202947" y="18813"/>
                    <a:pt x="197739" y="11726"/>
                    <a:pt x="190500" y="7167"/>
                  </a:cubicBezTo>
                  <a:cubicBezTo>
                    <a:pt x="174562" y="-3755"/>
                    <a:pt x="152972" y="-263"/>
                    <a:pt x="137414" y="2785"/>
                  </a:cubicBezTo>
                  <a:cubicBezTo>
                    <a:pt x="131064" y="3992"/>
                    <a:pt x="52198" y="20883"/>
                    <a:pt x="0" y="57078"/>
                  </a:cubicBezTo>
                  <a:cubicBezTo>
                    <a:pt x="3239" y="62291"/>
                    <a:pt x="4953" y="68286"/>
                    <a:pt x="5017" y="74413"/>
                  </a:cubicBezTo>
                  <a:cubicBezTo>
                    <a:pt x="5398" y="84624"/>
                    <a:pt x="6668" y="94778"/>
                    <a:pt x="8827" y="104766"/>
                  </a:cubicBezTo>
                  <a:lnTo>
                    <a:pt x="108331" y="98924"/>
                  </a:lnTo>
                  <a:cubicBezTo>
                    <a:pt x="108331" y="98924"/>
                    <a:pt x="186246" y="77842"/>
                    <a:pt x="202565" y="45966"/>
                  </a:cubicBezTo>
                  <a:cubicBezTo>
                    <a:pt x="205549" y="40130"/>
                    <a:pt x="206502" y="33469"/>
                    <a:pt x="205232" y="27042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5" name="任意多边形: 形状 314"/>
            <p:cNvSpPr/>
            <p:nvPr/>
          </p:nvSpPr>
          <p:spPr>
            <a:xfrm>
              <a:off x="9860216" y="11852592"/>
              <a:ext cx="143128" cy="235077"/>
            </a:xfrm>
            <a:custGeom>
              <a:avLst/>
              <a:gdLst>
                <a:gd name="connsiteX0" fmla="*/ 143128 w 143128"/>
                <a:gd name="connsiteY0" fmla="*/ 5193 h 235077"/>
                <a:gd name="connsiteX1" fmla="*/ 53339 w 143128"/>
                <a:gd name="connsiteY1" fmla="*/ -268 h 235077"/>
                <a:gd name="connsiteX2" fmla="*/ 0 w 143128"/>
                <a:gd name="connsiteY2" fmla="*/ 213410 h 235077"/>
                <a:gd name="connsiteX3" fmla="*/ 85789 w 143128"/>
                <a:gd name="connsiteY3" fmla="*/ 234809 h 2350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128" h="235077">
                  <a:moveTo>
                    <a:pt x="143128" y="5193"/>
                  </a:moveTo>
                  <a:cubicBezTo>
                    <a:pt x="113093" y="5193"/>
                    <a:pt x="83121" y="3352"/>
                    <a:pt x="53339" y="-268"/>
                  </a:cubicBezTo>
                  <a:lnTo>
                    <a:pt x="0" y="213410"/>
                  </a:lnTo>
                  <a:lnTo>
                    <a:pt x="85789" y="234809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6" name="任意多边形: 形状 315"/>
            <p:cNvSpPr/>
            <p:nvPr/>
          </p:nvSpPr>
          <p:spPr>
            <a:xfrm>
              <a:off x="9860216" y="11917743"/>
              <a:ext cx="123189" cy="169926"/>
            </a:xfrm>
            <a:custGeom>
              <a:avLst/>
              <a:gdLst>
                <a:gd name="connsiteX0" fmla="*/ 123189 w 123189"/>
                <a:gd name="connsiteY0" fmla="*/ 19861 h 169926"/>
                <a:gd name="connsiteX1" fmla="*/ 37084 w 123189"/>
                <a:gd name="connsiteY1" fmla="*/ -268 h 169926"/>
                <a:gd name="connsiteX2" fmla="*/ 0 w 123189"/>
                <a:gd name="connsiteY2" fmla="*/ 148259 h 169926"/>
                <a:gd name="connsiteX3" fmla="*/ 85789 w 123189"/>
                <a:gd name="connsiteY3" fmla="*/ 169658 h 169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3189" h="169926">
                  <a:moveTo>
                    <a:pt x="123189" y="19861"/>
                  </a:moveTo>
                  <a:cubicBezTo>
                    <a:pt x="94107" y="14972"/>
                    <a:pt x="65341" y="8241"/>
                    <a:pt x="37084" y="-268"/>
                  </a:cubicBezTo>
                  <a:lnTo>
                    <a:pt x="0" y="148259"/>
                  </a:lnTo>
                  <a:lnTo>
                    <a:pt x="85789" y="169658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7" name="任意多边形: 形状 316"/>
            <p:cNvSpPr/>
            <p:nvPr/>
          </p:nvSpPr>
          <p:spPr>
            <a:xfrm>
              <a:off x="9593389" y="12047727"/>
              <a:ext cx="352043" cy="100406"/>
            </a:xfrm>
            <a:custGeom>
              <a:avLst/>
              <a:gdLst>
                <a:gd name="connsiteX0" fmla="*/ 3810 w 352043"/>
                <a:gd name="connsiteY0" fmla="*/ 31990 h 100406"/>
                <a:gd name="connsiteX1" fmla="*/ 76073 w 352043"/>
                <a:gd name="connsiteY1" fmla="*/ 51040 h 100406"/>
                <a:gd name="connsiteX2" fmla="*/ 200279 w 352043"/>
                <a:gd name="connsiteY2" fmla="*/ 80250 h 100406"/>
                <a:gd name="connsiteX3" fmla="*/ 319786 w 352043"/>
                <a:gd name="connsiteY3" fmla="*/ 99300 h 100406"/>
                <a:gd name="connsiteX4" fmla="*/ 352044 w 352043"/>
                <a:gd name="connsiteY4" fmla="*/ 56691 h 100406"/>
                <a:gd name="connsiteX5" fmla="*/ 350139 w 352043"/>
                <a:gd name="connsiteY5" fmla="*/ 70789 h 100406"/>
                <a:gd name="connsiteX6" fmla="*/ 0 w 352043"/>
                <a:gd name="connsiteY6" fmla="*/ -268 h 100406"/>
                <a:gd name="connsiteX7" fmla="*/ 826 w 352043"/>
                <a:gd name="connsiteY7" fmla="*/ 3860 h 100406"/>
                <a:gd name="connsiteX8" fmla="*/ 3810 w 352043"/>
                <a:gd name="connsiteY8" fmla="*/ 31990 h 100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2043" h="100406">
                  <a:moveTo>
                    <a:pt x="3810" y="31990"/>
                  </a:moveTo>
                  <a:cubicBezTo>
                    <a:pt x="4254" y="36372"/>
                    <a:pt x="68897" y="49389"/>
                    <a:pt x="76073" y="51040"/>
                  </a:cubicBezTo>
                  <a:cubicBezTo>
                    <a:pt x="117221" y="61708"/>
                    <a:pt x="158623" y="71424"/>
                    <a:pt x="200279" y="80250"/>
                  </a:cubicBezTo>
                  <a:cubicBezTo>
                    <a:pt x="237363" y="88188"/>
                    <a:pt x="281686" y="103936"/>
                    <a:pt x="319786" y="99300"/>
                  </a:cubicBezTo>
                  <a:cubicBezTo>
                    <a:pt x="336741" y="97332"/>
                    <a:pt x="346139" y="70471"/>
                    <a:pt x="352044" y="56691"/>
                  </a:cubicBezTo>
                  <a:lnTo>
                    <a:pt x="350139" y="70789"/>
                  </a:lnTo>
                  <a:lnTo>
                    <a:pt x="0" y="-268"/>
                  </a:lnTo>
                  <a:lnTo>
                    <a:pt x="826" y="3860"/>
                  </a:lnTo>
                  <a:cubicBezTo>
                    <a:pt x="1842" y="13512"/>
                    <a:pt x="2794" y="22719"/>
                    <a:pt x="3810" y="31990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8" name="任意多边形: 形状 317"/>
            <p:cNvSpPr/>
            <p:nvPr/>
          </p:nvSpPr>
          <p:spPr>
            <a:xfrm>
              <a:off x="9587098" y="11923140"/>
              <a:ext cx="383043" cy="215213"/>
            </a:xfrm>
            <a:custGeom>
              <a:avLst/>
              <a:gdLst>
                <a:gd name="connsiteX0" fmla="*/ 380052 w 383043"/>
                <a:gd name="connsiteY0" fmla="*/ 73328 h 215213"/>
                <a:gd name="connsiteX1" fmla="*/ 356240 w 383043"/>
                <a:gd name="connsiteY1" fmla="*/ 81584 h 215213"/>
                <a:gd name="connsiteX2" fmla="*/ 297121 w 383043"/>
                <a:gd name="connsiteY2" fmla="*/ 53707 h 215213"/>
                <a:gd name="connsiteX3" fmla="*/ 291660 w 383043"/>
                <a:gd name="connsiteY3" fmla="*/ 62661 h 215213"/>
                <a:gd name="connsiteX4" fmla="*/ 317632 w 383043"/>
                <a:gd name="connsiteY4" fmla="*/ 75932 h 215213"/>
                <a:gd name="connsiteX5" fmla="*/ 307345 w 383043"/>
                <a:gd name="connsiteY5" fmla="*/ 18782 h 215213"/>
                <a:gd name="connsiteX6" fmla="*/ 249179 w 383043"/>
                <a:gd name="connsiteY6" fmla="*/ -268 h 215213"/>
                <a:gd name="connsiteX7" fmla="*/ 247972 w 383043"/>
                <a:gd name="connsiteY7" fmla="*/ 81711 h 215213"/>
                <a:gd name="connsiteX8" fmla="*/ 118940 w 383043"/>
                <a:gd name="connsiteY8" fmla="*/ 65327 h 215213"/>
                <a:gd name="connsiteX9" fmla="*/ 21150 w 383043"/>
                <a:gd name="connsiteY9" fmla="*/ 59359 h 215213"/>
                <a:gd name="connsiteX10" fmla="*/ 4323 w 383043"/>
                <a:gd name="connsiteY10" fmla="*/ 70915 h 215213"/>
                <a:gd name="connsiteX11" fmla="*/ 2355 w 383043"/>
                <a:gd name="connsiteY11" fmla="*/ 120890 h 215213"/>
                <a:gd name="connsiteX12" fmla="*/ 6482 w 383043"/>
                <a:gd name="connsiteY12" fmla="*/ 145591 h 215213"/>
                <a:gd name="connsiteX13" fmla="*/ 318331 w 383043"/>
                <a:gd name="connsiteY13" fmla="*/ 213219 h 215213"/>
                <a:gd name="connsiteX14" fmla="*/ 344937 w 383043"/>
                <a:gd name="connsiteY14" fmla="*/ 211187 h 215213"/>
                <a:gd name="connsiteX15" fmla="*/ 354843 w 383043"/>
                <a:gd name="connsiteY15" fmla="*/ 199693 h 215213"/>
                <a:gd name="connsiteX16" fmla="*/ 380243 w 383043"/>
                <a:gd name="connsiteY16" fmla="*/ 73710 h 215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83043" h="215213">
                  <a:moveTo>
                    <a:pt x="380052" y="73328"/>
                  </a:moveTo>
                  <a:cubicBezTo>
                    <a:pt x="372813" y="77837"/>
                    <a:pt x="364685" y="80631"/>
                    <a:pt x="356240" y="81584"/>
                  </a:cubicBezTo>
                  <a:cubicBezTo>
                    <a:pt x="323220" y="85076"/>
                    <a:pt x="299661" y="56882"/>
                    <a:pt x="297121" y="53707"/>
                  </a:cubicBezTo>
                  <a:cubicBezTo>
                    <a:pt x="291597" y="58152"/>
                    <a:pt x="291597" y="61708"/>
                    <a:pt x="291660" y="62661"/>
                  </a:cubicBezTo>
                  <a:cubicBezTo>
                    <a:pt x="291660" y="69011"/>
                    <a:pt x="302138" y="75361"/>
                    <a:pt x="317632" y="75932"/>
                  </a:cubicBezTo>
                  <a:cubicBezTo>
                    <a:pt x="316743" y="69582"/>
                    <a:pt x="312996" y="44182"/>
                    <a:pt x="307345" y="18782"/>
                  </a:cubicBezTo>
                  <a:cubicBezTo>
                    <a:pt x="292041" y="7289"/>
                    <a:pt x="271086" y="2082"/>
                    <a:pt x="249179" y="-268"/>
                  </a:cubicBezTo>
                  <a:cubicBezTo>
                    <a:pt x="241369" y="26466"/>
                    <a:pt x="240924" y="54787"/>
                    <a:pt x="247972" y="81711"/>
                  </a:cubicBezTo>
                  <a:cubicBezTo>
                    <a:pt x="204348" y="83108"/>
                    <a:pt x="160787" y="77583"/>
                    <a:pt x="118940" y="65327"/>
                  </a:cubicBezTo>
                  <a:cubicBezTo>
                    <a:pt x="118940" y="65327"/>
                    <a:pt x="60838" y="47801"/>
                    <a:pt x="21150" y="59359"/>
                  </a:cubicBezTo>
                  <a:cubicBezTo>
                    <a:pt x="14356" y="61200"/>
                    <a:pt x="8450" y="65264"/>
                    <a:pt x="4323" y="70915"/>
                  </a:cubicBezTo>
                  <a:cubicBezTo>
                    <a:pt x="1593" y="74789"/>
                    <a:pt x="-2726" y="83108"/>
                    <a:pt x="2355" y="120890"/>
                  </a:cubicBezTo>
                  <a:cubicBezTo>
                    <a:pt x="3751" y="131431"/>
                    <a:pt x="5339" y="139940"/>
                    <a:pt x="6482" y="145591"/>
                  </a:cubicBezTo>
                  <a:cubicBezTo>
                    <a:pt x="175645" y="181977"/>
                    <a:pt x="298582" y="208202"/>
                    <a:pt x="318331" y="213219"/>
                  </a:cubicBezTo>
                  <a:cubicBezTo>
                    <a:pt x="327094" y="216076"/>
                    <a:pt x="336682" y="215378"/>
                    <a:pt x="344937" y="211187"/>
                  </a:cubicBezTo>
                  <a:cubicBezTo>
                    <a:pt x="349255" y="208393"/>
                    <a:pt x="352684" y="204392"/>
                    <a:pt x="354843" y="199693"/>
                  </a:cubicBezTo>
                  <a:cubicBezTo>
                    <a:pt x="379100" y="162483"/>
                    <a:pt x="388181" y="117398"/>
                    <a:pt x="380243" y="73710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19" name="任意多边形: 形状 318"/>
            <p:cNvSpPr/>
            <p:nvPr/>
          </p:nvSpPr>
          <p:spPr>
            <a:xfrm>
              <a:off x="9586345" y="11977705"/>
              <a:ext cx="119317" cy="115072"/>
            </a:xfrm>
            <a:custGeom>
              <a:avLst/>
              <a:gdLst>
                <a:gd name="connsiteX0" fmla="*/ 115121 w 119317"/>
                <a:gd name="connsiteY0" fmla="*/ 67786 h 115072"/>
                <a:gd name="connsiteX1" fmla="*/ 119248 w 119317"/>
                <a:gd name="connsiteY1" fmla="*/ 9429 h 115072"/>
                <a:gd name="connsiteX2" fmla="*/ 21459 w 119317"/>
                <a:gd name="connsiteY2" fmla="*/ 3714 h 115072"/>
                <a:gd name="connsiteX3" fmla="*/ 4440 w 119317"/>
                <a:gd name="connsiteY3" fmla="*/ 15462 h 115072"/>
                <a:gd name="connsiteX4" fmla="*/ 2409 w 119317"/>
                <a:gd name="connsiteY4" fmla="*/ 66262 h 115072"/>
                <a:gd name="connsiteX5" fmla="*/ 6535 w 119317"/>
                <a:gd name="connsiteY5" fmla="*/ 91281 h 115072"/>
                <a:gd name="connsiteX6" fmla="*/ 17077 w 119317"/>
                <a:gd name="connsiteY6" fmla="*/ 100425 h 115072"/>
                <a:gd name="connsiteX7" fmla="*/ 70671 w 119317"/>
                <a:gd name="connsiteY7" fmla="*/ 113760 h 115072"/>
                <a:gd name="connsiteX8" fmla="*/ 114676 w 119317"/>
                <a:gd name="connsiteY8" fmla="*/ 114522 h 115072"/>
                <a:gd name="connsiteX9" fmla="*/ 115121 w 119317"/>
                <a:gd name="connsiteY9" fmla="*/ 67786 h 115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9317" h="115072">
                  <a:moveTo>
                    <a:pt x="115121" y="67786"/>
                  </a:moveTo>
                  <a:cubicBezTo>
                    <a:pt x="115121" y="55086"/>
                    <a:pt x="119947" y="29686"/>
                    <a:pt x="119248" y="9429"/>
                  </a:cubicBezTo>
                  <a:cubicBezTo>
                    <a:pt x="110930" y="7080"/>
                    <a:pt x="58352" y="-7017"/>
                    <a:pt x="21459" y="3714"/>
                  </a:cubicBezTo>
                  <a:cubicBezTo>
                    <a:pt x="14600" y="5556"/>
                    <a:pt x="8631" y="9747"/>
                    <a:pt x="4440" y="15462"/>
                  </a:cubicBezTo>
                  <a:cubicBezTo>
                    <a:pt x="1647" y="19399"/>
                    <a:pt x="-2799" y="28162"/>
                    <a:pt x="2409" y="66262"/>
                  </a:cubicBezTo>
                  <a:cubicBezTo>
                    <a:pt x="3805" y="76930"/>
                    <a:pt x="5456" y="85312"/>
                    <a:pt x="6535" y="91281"/>
                  </a:cubicBezTo>
                  <a:cubicBezTo>
                    <a:pt x="9710" y="94647"/>
                    <a:pt x="13267" y="97758"/>
                    <a:pt x="17077" y="100425"/>
                  </a:cubicBezTo>
                  <a:cubicBezTo>
                    <a:pt x="25649" y="106394"/>
                    <a:pt x="37270" y="111411"/>
                    <a:pt x="70671" y="113760"/>
                  </a:cubicBezTo>
                  <a:cubicBezTo>
                    <a:pt x="85339" y="114776"/>
                    <a:pt x="100008" y="115094"/>
                    <a:pt x="114676" y="114522"/>
                  </a:cubicBezTo>
                  <a:cubicBezTo>
                    <a:pt x="115121" y="98837"/>
                    <a:pt x="115121" y="83280"/>
                    <a:pt x="115121" y="67786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0" name="任意多边形: 形状 319"/>
            <p:cNvSpPr/>
            <p:nvPr/>
          </p:nvSpPr>
          <p:spPr>
            <a:xfrm>
              <a:off x="9908456" y="12066270"/>
              <a:ext cx="57297" cy="69825"/>
            </a:xfrm>
            <a:custGeom>
              <a:avLst/>
              <a:gdLst>
                <a:gd name="connsiteX0" fmla="*/ 43263 w 57297"/>
                <a:gd name="connsiteY0" fmla="*/ 37832 h 69825"/>
                <a:gd name="connsiteX1" fmla="*/ 57297 w 57297"/>
                <a:gd name="connsiteY1" fmla="*/ -268 h 69825"/>
                <a:gd name="connsiteX2" fmla="*/ 11260 w 57297"/>
                <a:gd name="connsiteY2" fmla="*/ 30529 h 69825"/>
                <a:gd name="connsiteX3" fmla="*/ 7450 w 57297"/>
                <a:gd name="connsiteY3" fmla="*/ 37260 h 69825"/>
                <a:gd name="connsiteX4" fmla="*/ 401 w 57297"/>
                <a:gd name="connsiteY4" fmla="*/ 59359 h 69825"/>
                <a:gd name="connsiteX5" fmla="*/ 8212 w 57297"/>
                <a:gd name="connsiteY5" fmla="*/ 68884 h 69825"/>
                <a:gd name="connsiteX6" fmla="*/ 28976 w 57297"/>
                <a:gd name="connsiteY6" fmla="*/ 60501 h 69825"/>
                <a:gd name="connsiteX7" fmla="*/ 43263 w 57297"/>
                <a:gd name="connsiteY7" fmla="*/ 37832 h 69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7297" h="69825">
                  <a:moveTo>
                    <a:pt x="43263" y="37832"/>
                  </a:moveTo>
                  <a:cubicBezTo>
                    <a:pt x="49360" y="25703"/>
                    <a:pt x="54059" y="12940"/>
                    <a:pt x="57297" y="-268"/>
                  </a:cubicBezTo>
                  <a:cubicBezTo>
                    <a:pt x="41041" y="8622"/>
                    <a:pt x="25675" y="18909"/>
                    <a:pt x="11260" y="30529"/>
                  </a:cubicBezTo>
                  <a:cubicBezTo>
                    <a:pt x="9609" y="31863"/>
                    <a:pt x="9164" y="33895"/>
                    <a:pt x="7450" y="37260"/>
                  </a:cubicBezTo>
                  <a:cubicBezTo>
                    <a:pt x="1798" y="47928"/>
                    <a:pt x="-1123" y="53453"/>
                    <a:pt x="401" y="59359"/>
                  </a:cubicBezTo>
                  <a:cubicBezTo>
                    <a:pt x="1417" y="63549"/>
                    <a:pt x="4275" y="67105"/>
                    <a:pt x="8212" y="68884"/>
                  </a:cubicBezTo>
                  <a:cubicBezTo>
                    <a:pt x="15895" y="71868"/>
                    <a:pt x="24722" y="64185"/>
                    <a:pt x="28976" y="60501"/>
                  </a:cubicBezTo>
                  <a:cubicBezTo>
                    <a:pt x="35771" y="54469"/>
                    <a:pt x="40724" y="46595"/>
                    <a:pt x="43263" y="37832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1" name="任意多边形: 形状 320"/>
            <p:cNvSpPr/>
            <p:nvPr/>
          </p:nvSpPr>
          <p:spPr>
            <a:xfrm>
              <a:off x="9787064" y="11969174"/>
              <a:ext cx="66547" cy="84305"/>
            </a:xfrm>
            <a:custGeom>
              <a:avLst/>
              <a:gdLst>
                <a:gd name="connsiteX0" fmla="*/ 3619 w 66547"/>
                <a:gd name="connsiteY0" fmla="*/ 39868 h 84305"/>
                <a:gd name="connsiteX1" fmla="*/ 16891 w 66547"/>
                <a:gd name="connsiteY1" fmla="*/ 70919 h 84305"/>
                <a:gd name="connsiteX2" fmla="*/ 23749 w 66547"/>
                <a:gd name="connsiteY2" fmla="*/ 78413 h 84305"/>
                <a:gd name="connsiteX3" fmla="*/ 43434 w 66547"/>
                <a:gd name="connsiteY3" fmla="*/ 83683 h 84305"/>
                <a:gd name="connsiteX4" fmla="*/ 53340 w 66547"/>
                <a:gd name="connsiteY4" fmla="*/ 80508 h 84305"/>
                <a:gd name="connsiteX5" fmla="*/ 65595 w 66547"/>
                <a:gd name="connsiteY5" fmla="*/ 64569 h 84305"/>
                <a:gd name="connsiteX6" fmla="*/ 66548 w 66547"/>
                <a:gd name="connsiteY6" fmla="*/ 57457 h 84305"/>
                <a:gd name="connsiteX7" fmla="*/ 62929 w 66547"/>
                <a:gd name="connsiteY7" fmla="*/ 43995 h 84305"/>
                <a:gd name="connsiteX8" fmla="*/ 49657 w 66547"/>
                <a:gd name="connsiteY8" fmla="*/ 12944 h 84305"/>
                <a:gd name="connsiteX9" fmla="*/ 33718 w 66547"/>
                <a:gd name="connsiteY9" fmla="*/ 689 h 84305"/>
                <a:gd name="connsiteX10" fmla="*/ 23114 w 66547"/>
                <a:gd name="connsiteY10" fmla="*/ 244 h 84305"/>
                <a:gd name="connsiteX11" fmla="*/ 13208 w 66547"/>
                <a:gd name="connsiteY11" fmla="*/ 3419 h 84305"/>
                <a:gd name="connsiteX12" fmla="*/ 953 w 66547"/>
                <a:gd name="connsiteY12" fmla="*/ 19357 h 84305"/>
                <a:gd name="connsiteX13" fmla="*/ 0 w 66547"/>
                <a:gd name="connsiteY13" fmla="*/ 26406 h 84305"/>
                <a:gd name="connsiteX14" fmla="*/ 3619 w 66547"/>
                <a:gd name="connsiteY14" fmla="*/ 39868 h 84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6547" h="84305">
                  <a:moveTo>
                    <a:pt x="3619" y="39868"/>
                  </a:moveTo>
                  <a:lnTo>
                    <a:pt x="16891" y="70919"/>
                  </a:lnTo>
                  <a:cubicBezTo>
                    <a:pt x="18542" y="73968"/>
                    <a:pt x="20892" y="76507"/>
                    <a:pt x="23749" y="78413"/>
                  </a:cubicBezTo>
                  <a:cubicBezTo>
                    <a:pt x="29210" y="82985"/>
                    <a:pt x="36385" y="84890"/>
                    <a:pt x="43434" y="83683"/>
                  </a:cubicBezTo>
                  <a:cubicBezTo>
                    <a:pt x="46927" y="83493"/>
                    <a:pt x="50355" y="82413"/>
                    <a:pt x="53340" y="80508"/>
                  </a:cubicBezTo>
                  <a:cubicBezTo>
                    <a:pt x="59309" y="77016"/>
                    <a:pt x="63754" y="71301"/>
                    <a:pt x="65595" y="64569"/>
                  </a:cubicBezTo>
                  <a:lnTo>
                    <a:pt x="66548" y="57457"/>
                  </a:lnTo>
                  <a:cubicBezTo>
                    <a:pt x="66548" y="52758"/>
                    <a:pt x="65342" y="48060"/>
                    <a:pt x="62929" y="43995"/>
                  </a:cubicBezTo>
                  <a:lnTo>
                    <a:pt x="49657" y="12944"/>
                  </a:lnTo>
                  <a:cubicBezTo>
                    <a:pt x="45910" y="7166"/>
                    <a:pt x="40259" y="2848"/>
                    <a:pt x="33718" y="689"/>
                  </a:cubicBezTo>
                  <a:cubicBezTo>
                    <a:pt x="30290" y="-391"/>
                    <a:pt x="26606" y="-582"/>
                    <a:pt x="23114" y="244"/>
                  </a:cubicBezTo>
                  <a:cubicBezTo>
                    <a:pt x="19558" y="435"/>
                    <a:pt x="16192" y="1514"/>
                    <a:pt x="13208" y="3419"/>
                  </a:cubicBezTo>
                  <a:cubicBezTo>
                    <a:pt x="7239" y="6912"/>
                    <a:pt x="2794" y="12627"/>
                    <a:pt x="953" y="19357"/>
                  </a:cubicBezTo>
                  <a:lnTo>
                    <a:pt x="0" y="26406"/>
                  </a:lnTo>
                  <a:cubicBezTo>
                    <a:pt x="0" y="31168"/>
                    <a:pt x="1206" y="35804"/>
                    <a:pt x="3619" y="3986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2" name="任意多边形: 形状 321"/>
            <p:cNvSpPr/>
            <p:nvPr/>
          </p:nvSpPr>
          <p:spPr>
            <a:xfrm>
              <a:off x="9717658" y="11975337"/>
              <a:ext cx="67310" cy="78490"/>
            </a:xfrm>
            <a:custGeom>
              <a:avLst/>
              <a:gdLst>
                <a:gd name="connsiteX0" fmla="*/ 7874 w 67310"/>
                <a:gd name="connsiteY0" fmla="*/ 45198 h 78490"/>
                <a:gd name="connsiteX1" fmla="*/ 11685 w 67310"/>
                <a:gd name="connsiteY1" fmla="*/ 49643 h 78490"/>
                <a:gd name="connsiteX2" fmla="*/ 7557 w 67310"/>
                <a:gd name="connsiteY2" fmla="*/ 44309 h 78490"/>
                <a:gd name="connsiteX3" fmla="*/ 15177 w 67310"/>
                <a:gd name="connsiteY3" fmla="*/ 57391 h 78490"/>
                <a:gd name="connsiteX4" fmla="*/ 12447 w 67310"/>
                <a:gd name="connsiteY4" fmla="*/ 51041 h 78490"/>
                <a:gd name="connsiteX5" fmla="*/ 15049 w 67310"/>
                <a:gd name="connsiteY5" fmla="*/ 58597 h 78490"/>
                <a:gd name="connsiteX6" fmla="*/ 27305 w 67310"/>
                <a:gd name="connsiteY6" fmla="*/ 74535 h 78490"/>
                <a:gd name="connsiteX7" fmla="*/ 37211 w 67310"/>
                <a:gd name="connsiteY7" fmla="*/ 77710 h 78490"/>
                <a:gd name="connsiteX8" fmla="*/ 47816 w 67310"/>
                <a:gd name="connsiteY8" fmla="*/ 77266 h 78490"/>
                <a:gd name="connsiteX9" fmla="*/ 54166 w 67310"/>
                <a:gd name="connsiteY9" fmla="*/ 74535 h 78490"/>
                <a:gd name="connsiteX10" fmla="*/ 63691 w 67310"/>
                <a:gd name="connsiteY10" fmla="*/ 65010 h 78490"/>
                <a:gd name="connsiteX11" fmla="*/ 66358 w 67310"/>
                <a:gd name="connsiteY11" fmla="*/ 58660 h 78490"/>
                <a:gd name="connsiteX12" fmla="*/ 66358 w 67310"/>
                <a:gd name="connsiteY12" fmla="*/ 44500 h 78490"/>
                <a:gd name="connsiteX13" fmla="*/ 64072 w 67310"/>
                <a:gd name="connsiteY13" fmla="*/ 37515 h 78490"/>
                <a:gd name="connsiteX14" fmla="*/ 58230 w 67310"/>
                <a:gd name="connsiteY14" fmla="*/ 24815 h 78490"/>
                <a:gd name="connsiteX15" fmla="*/ 54293 w 67310"/>
                <a:gd name="connsiteY15" fmla="*/ 18465 h 78490"/>
                <a:gd name="connsiteX16" fmla="*/ 45530 w 67310"/>
                <a:gd name="connsiteY16" fmla="*/ 7542 h 78490"/>
                <a:gd name="connsiteX17" fmla="*/ 36957 w 67310"/>
                <a:gd name="connsiteY17" fmla="*/ 2018 h 78490"/>
                <a:gd name="connsiteX18" fmla="*/ 16383 w 67310"/>
                <a:gd name="connsiteY18" fmla="*/ 2018 h 78490"/>
                <a:gd name="connsiteX19" fmla="*/ 7810 w 67310"/>
                <a:gd name="connsiteY19" fmla="*/ 7542 h 78490"/>
                <a:gd name="connsiteX20" fmla="*/ 3620 w 67310"/>
                <a:gd name="connsiteY20" fmla="*/ 12941 h 78490"/>
                <a:gd name="connsiteX21" fmla="*/ 0 w 67310"/>
                <a:gd name="connsiteY21" fmla="*/ 26403 h 78490"/>
                <a:gd name="connsiteX22" fmla="*/ 953 w 67310"/>
                <a:gd name="connsiteY22" fmla="*/ 33451 h 78490"/>
                <a:gd name="connsiteX23" fmla="*/ 7810 w 67310"/>
                <a:gd name="connsiteY23" fmla="*/ 45262 h 7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7310" h="78490">
                  <a:moveTo>
                    <a:pt x="7874" y="45198"/>
                  </a:moveTo>
                  <a:cubicBezTo>
                    <a:pt x="9208" y="46595"/>
                    <a:pt x="10478" y="48119"/>
                    <a:pt x="11685" y="49643"/>
                  </a:cubicBezTo>
                  <a:lnTo>
                    <a:pt x="7557" y="44309"/>
                  </a:lnTo>
                  <a:cubicBezTo>
                    <a:pt x="10605" y="48373"/>
                    <a:pt x="13208" y="52754"/>
                    <a:pt x="15177" y="57391"/>
                  </a:cubicBezTo>
                  <a:lnTo>
                    <a:pt x="12447" y="51041"/>
                  </a:lnTo>
                  <a:cubicBezTo>
                    <a:pt x="13462" y="53517"/>
                    <a:pt x="14351" y="56057"/>
                    <a:pt x="15049" y="58597"/>
                  </a:cubicBezTo>
                  <a:cubicBezTo>
                    <a:pt x="17145" y="65201"/>
                    <a:pt x="21463" y="70789"/>
                    <a:pt x="27305" y="74535"/>
                  </a:cubicBezTo>
                  <a:cubicBezTo>
                    <a:pt x="30226" y="76504"/>
                    <a:pt x="33655" y="77583"/>
                    <a:pt x="37211" y="77710"/>
                  </a:cubicBezTo>
                  <a:cubicBezTo>
                    <a:pt x="40704" y="78536"/>
                    <a:pt x="44386" y="78345"/>
                    <a:pt x="47816" y="77266"/>
                  </a:cubicBezTo>
                  <a:lnTo>
                    <a:pt x="54166" y="74535"/>
                  </a:lnTo>
                  <a:cubicBezTo>
                    <a:pt x="58103" y="72249"/>
                    <a:pt x="61405" y="68947"/>
                    <a:pt x="63691" y="65010"/>
                  </a:cubicBezTo>
                  <a:lnTo>
                    <a:pt x="66358" y="58660"/>
                  </a:lnTo>
                  <a:cubicBezTo>
                    <a:pt x="67628" y="54025"/>
                    <a:pt x="67628" y="49135"/>
                    <a:pt x="66358" y="44500"/>
                  </a:cubicBezTo>
                  <a:cubicBezTo>
                    <a:pt x="65722" y="42150"/>
                    <a:pt x="64960" y="39801"/>
                    <a:pt x="64072" y="37515"/>
                  </a:cubicBezTo>
                  <a:cubicBezTo>
                    <a:pt x="62357" y="33197"/>
                    <a:pt x="60452" y="28942"/>
                    <a:pt x="58230" y="24815"/>
                  </a:cubicBezTo>
                  <a:cubicBezTo>
                    <a:pt x="57086" y="22592"/>
                    <a:pt x="55753" y="20497"/>
                    <a:pt x="54293" y="18465"/>
                  </a:cubicBezTo>
                  <a:cubicBezTo>
                    <a:pt x="51562" y="14654"/>
                    <a:pt x="48641" y="11035"/>
                    <a:pt x="45530" y="7542"/>
                  </a:cubicBezTo>
                  <a:cubicBezTo>
                    <a:pt x="43180" y="5003"/>
                    <a:pt x="40260" y="3098"/>
                    <a:pt x="36957" y="2018"/>
                  </a:cubicBezTo>
                  <a:cubicBezTo>
                    <a:pt x="30417" y="-1030"/>
                    <a:pt x="22923" y="-1030"/>
                    <a:pt x="16383" y="2018"/>
                  </a:cubicBezTo>
                  <a:cubicBezTo>
                    <a:pt x="13081" y="3098"/>
                    <a:pt x="10160" y="5003"/>
                    <a:pt x="7810" y="7542"/>
                  </a:cubicBezTo>
                  <a:lnTo>
                    <a:pt x="3620" y="12941"/>
                  </a:lnTo>
                  <a:cubicBezTo>
                    <a:pt x="1207" y="17005"/>
                    <a:pt x="0" y="21640"/>
                    <a:pt x="0" y="26403"/>
                  </a:cubicBezTo>
                  <a:lnTo>
                    <a:pt x="953" y="33451"/>
                  </a:lnTo>
                  <a:cubicBezTo>
                    <a:pt x="2222" y="37896"/>
                    <a:pt x="4573" y="41960"/>
                    <a:pt x="7810" y="45262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3" name="任意多边形: 形状 322"/>
            <p:cNvSpPr/>
            <p:nvPr/>
          </p:nvSpPr>
          <p:spPr>
            <a:xfrm>
              <a:off x="9908730" y="10782533"/>
              <a:ext cx="1181162" cy="1146957"/>
            </a:xfrm>
            <a:custGeom>
              <a:avLst/>
              <a:gdLst>
                <a:gd name="connsiteX0" fmla="*/ 1173352 w 1181162"/>
                <a:gd name="connsiteY0" fmla="*/ 759149 h 1146957"/>
                <a:gd name="connsiteX1" fmla="*/ 1139126 w 1181162"/>
                <a:gd name="connsiteY1" fmla="*/ 747338 h 1146957"/>
                <a:gd name="connsiteX2" fmla="*/ 802576 w 1181162"/>
                <a:gd name="connsiteY2" fmla="*/ 631451 h 1146957"/>
                <a:gd name="connsiteX3" fmla="*/ 745426 w 1181162"/>
                <a:gd name="connsiteY3" fmla="*/ 48648 h 1146957"/>
                <a:gd name="connsiteX4" fmla="*/ 321945 w 1181162"/>
                <a:gd name="connsiteY4" fmla="*/ -120 h 1146957"/>
                <a:gd name="connsiteX5" fmla="*/ 313309 w 1181162"/>
                <a:gd name="connsiteY5" fmla="*/ 3118 h 1146957"/>
                <a:gd name="connsiteX6" fmla="*/ 0 w 1181162"/>
                <a:gd name="connsiteY6" fmla="*/ 1064140 h 1146957"/>
                <a:gd name="connsiteX7" fmla="*/ 125539 w 1181162"/>
                <a:gd name="connsiteY7" fmla="*/ 1146690 h 1146957"/>
                <a:gd name="connsiteX8" fmla="*/ 488886 w 1181162"/>
                <a:gd name="connsiteY8" fmla="*/ 284233 h 1146957"/>
                <a:gd name="connsiteX9" fmla="*/ 662241 w 1181162"/>
                <a:gd name="connsiteY9" fmla="*/ 808933 h 1146957"/>
                <a:gd name="connsiteX10" fmla="*/ 1181163 w 1181162"/>
                <a:gd name="connsiteY10" fmla="*/ 910152 h 114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1162" h="1146957">
                  <a:moveTo>
                    <a:pt x="1173352" y="759149"/>
                  </a:moveTo>
                  <a:lnTo>
                    <a:pt x="1139126" y="747338"/>
                  </a:lnTo>
                  <a:lnTo>
                    <a:pt x="802576" y="631451"/>
                  </a:lnTo>
                  <a:lnTo>
                    <a:pt x="745426" y="48648"/>
                  </a:lnTo>
                  <a:cubicBezTo>
                    <a:pt x="605155" y="16898"/>
                    <a:pt x="464565" y="-2152"/>
                    <a:pt x="321945" y="-120"/>
                  </a:cubicBezTo>
                  <a:lnTo>
                    <a:pt x="313309" y="3118"/>
                  </a:lnTo>
                  <a:cubicBezTo>
                    <a:pt x="313309" y="3118"/>
                    <a:pt x="42672" y="747338"/>
                    <a:pt x="0" y="1064140"/>
                  </a:cubicBezTo>
                  <a:lnTo>
                    <a:pt x="125539" y="1146690"/>
                  </a:lnTo>
                  <a:lnTo>
                    <a:pt x="488886" y="284233"/>
                  </a:lnTo>
                  <a:cubicBezTo>
                    <a:pt x="569277" y="537153"/>
                    <a:pt x="546671" y="773691"/>
                    <a:pt x="662241" y="808933"/>
                  </a:cubicBezTo>
                  <a:cubicBezTo>
                    <a:pt x="862647" y="870084"/>
                    <a:pt x="1181163" y="910152"/>
                    <a:pt x="1181163" y="910152"/>
                  </a:cubicBezTo>
                  <a:close/>
                </a:path>
              </a:pathLst>
            </a:custGeom>
            <a:solidFill>
              <a:srgbClr val="5F659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4" name="任意多边形: 形状 323"/>
            <p:cNvSpPr/>
            <p:nvPr/>
          </p:nvSpPr>
          <p:spPr>
            <a:xfrm>
              <a:off x="10576306" y="10857861"/>
              <a:ext cx="101237" cy="183517"/>
            </a:xfrm>
            <a:custGeom>
              <a:avLst/>
              <a:gdLst>
                <a:gd name="connsiteX0" fmla="*/ 0 w 101237"/>
                <a:gd name="connsiteY0" fmla="*/ 4117 h 183517"/>
                <a:gd name="connsiteX1" fmla="*/ 28828 w 101237"/>
                <a:gd name="connsiteY1" fmla="*/ 128196 h 183517"/>
                <a:gd name="connsiteX2" fmla="*/ 50990 w 101237"/>
                <a:gd name="connsiteY2" fmla="*/ 167058 h 183517"/>
                <a:gd name="connsiteX3" fmla="*/ 97345 w 101237"/>
                <a:gd name="connsiteY3" fmla="*/ 183187 h 183517"/>
                <a:gd name="connsiteX4" fmla="*/ 97917 w 101237"/>
                <a:gd name="connsiteY4" fmla="*/ 175567 h 183517"/>
                <a:gd name="connsiteX5" fmla="*/ 52070 w 101237"/>
                <a:gd name="connsiteY5" fmla="*/ 158104 h 183517"/>
                <a:gd name="connsiteX6" fmla="*/ 33020 w 101237"/>
                <a:gd name="connsiteY6" fmla="*/ 113019 h 183517"/>
                <a:gd name="connsiteX7" fmla="*/ 7620 w 101237"/>
                <a:gd name="connsiteY7" fmla="*/ 2656 h 183517"/>
                <a:gd name="connsiteX8" fmla="*/ 126 w 101237"/>
                <a:gd name="connsiteY8" fmla="*/ 4117 h 18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1237" h="183517">
                  <a:moveTo>
                    <a:pt x="0" y="4117"/>
                  </a:moveTo>
                  <a:cubicBezTo>
                    <a:pt x="9588" y="45455"/>
                    <a:pt x="18161" y="87175"/>
                    <a:pt x="28828" y="128196"/>
                  </a:cubicBezTo>
                  <a:cubicBezTo>
                    <a:pt x="31559" y="143290"/>
                    <a:pt x="39370" y="156999"/>
                    <a:pt x="50990" y="167058"/>
                  </a:cubicBezTo>
                  <a:cubicBezTo>
                    <a:pt x="64135" y="177218"/>
                    <a:pt x="81343" y="180329"/>
                    <a:pt x="97345" y="183187"/>
                  </a:cubicBezTo>
                  <a:cubicBezTo>
                    <a:pt x="102171" y="184012"/>
                    <a:pt x="102679" y="176392"/>
                    <a:pt x="97917" y="175567"/>
                  </a:cubicBezTo>
                  <a:cubicBezTo>
                    <a:pt x="82042" y="172773"/>
                    <a:pt x="64198" y="169598"/>
                    <a:pt x="52070" y="158104"/>
                  </a:cubicBezTo>
                  <a:cubicBezTo>
                    <a:pt x="39941" y="146611"/>
                    <a:pt x="36702" y="128767"/>
                    <a:pt x="33020" y="113019"/>
                  </a:cubicBezTo>
                  <a:lnTo>
                    <a:pt x="7620" y="2656"/>
                  </a:lnTo>
                  <a:cubicBezTo>
                    <a:pt x="6540" y="-2106"/>
                    <a:pt x="-953" y="-646"/>
                    <a:pt x="126" y="4117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5" name="任意多边形: 形状 324"/>
            <p:cNvSpPr/>
            <p:nvPr/>
          </p:nvSpPr>
          <p:spPr>
            <a:xfrm>
              <a:off x="10315524" y="11006776"/>
              <a:ext cx="72033" cy="39489"/>
            </a:xfrm>
            <a:custGeom>
              <a:avLst/>
              <a:gdLst>
                <a:gd name="connsiteX0" fmla="*/ 2019 w 72033"/>
                <a:gd name="connsiteY0" fmla="*/ 7031 h 39489"/>
                <a:gd name="connsiteX1" fmla="*/ 66027 w 72033"/>
                <a:gd name="connsiteY1" fmla="*/ 38781 h 39489"/>
                <a:gd name="connsiteX2" fmla="*/ 70028 w 72033"/>
                <a:gd name="connsiteY2" fmla="*/ 31923 h 39489"/>
                <a:gd name="connsiteX3" fmla="*/ 6019 w 72033"/>
                <a:gd name="connsiteY3" fmla="*/ 173 h 39489"/>
                <a:gd name="connsiteX4" fmla="*/ 2019 w 72033"/>
                <a:gd name="connsiteY4" fmla="*/ 7031 h 39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033" h="39489">
                  <a:moveTo>
                    <a:pt x="2019" y="7031"/>
                  </a:moveTo>
                  <a:lnTo>
                    <a:pt x="66027" y="38781"/>
                  </a:lnTo>
                  <a:cubicBezTo>
                    <a:pt x="70535" y="41003"/>
                    <a:pt x="74599" y="34208"/>
                    <a:pt x="70028" y="31923"/>
                  </a:cubicBezTo>
                  <a:lnTo>
                    <a:pt x="6019" y="173"/>
                  </a:lnTo>
                  <a:cubicBezTo>
                    <a:pt x="1447" y="-2050"/>
                    <a:pt x="-2553" y="4744"/>
                    <a:pt x="2019" y="7031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6" name="任意多边形: 形状 325"/>
            <p:cNvSpPr/>
            <p:nvPr/>
          </p:nvSpPr>
          <p:spPr>
            <a:xfrm>
              <a:off x="10281430" y="10941965"/>
              <a:ext cx="130889" cy="104250"/>
            </a:xfrm>
            <a:custGeom>
              <a:avLst/>
              <a:gdLst>
                <a:gd name="connsiteX0" fmla="*/ 1632 w 130889"/>
                <a:gd name="connsiteY0" fmla="*/ 6627 h 104250"/>
                <a:gd name="connsiteX1" fmla="*/ 123997 w 130889"/>
                <a:gd name="connsiteY1" fmla="*/ 102893 h 104250"/>
                <a:gd name="connsiteX2" fmla="*/ 129776 w 130889"/>
                <a:gd name="connsiteY2" fmla="*/ 97940 h 104250"/>
                <a:gd name="connsiteX3" fmla="*/ 5951 w 130889"/>
                <a:gd name="connsiteY3" fmla="*/ 404 h 104250"/>
                <a:gd name="connsiteX4" fmla="*/ 1632 w 130889"/>
                <a:gd name="connsiteY4" fmla="*/ 6754 h 104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0889" h="104250">
                  <a:moveTo>
                    <a:pt x="1632" y="6627"/>
                  </a:moveTo>
                  <a:cubicBezTo>
                    <a:pt x="44875" y="35431"/>
                    <a:pt x="85833" y="67619"/>
                    <a:pt x="123997" y="102893"/>
                  </a:cubicBezTo>
                  <a:cubicBezTo>
                    <a:pt x="127552" y="106195"/>
                    <a:pt x="133331" y="101242"/>
                    <a:pt x="129776" y="97940"/>
                  </a:cubicBezTo>
                  <a:cubicBezTo>
                    <a:pt x="91167" y="62177"/>
                    <a:pt x="49765" y="29563"/>
                    <a:pt x="5951" y="404"/>
                  </a:cubicBezTo>
                  <a:cubicBezTo>
                    <a:pt x="1886" y="-2326"/>
                    <a:pt x="-2432" y="3960"/>
                    <a:pt x="1632" y="6754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7" name="任意多边形: 形状 326"/>
            <p:cNvSpPr/>
            <p:nvPr/>
          </p:nvSpPr>
          <p:spPr>
            <a:xfrm>
              <a:off x="10030067" y="10270870"/>
              <a:ext cx="390663" cy="551243"/>
            </a:xfrm>
            <a:custGeom>
              <a:avLst/>
              <a:gdLst>
                <a:gd name="connsiteX0" fmla="*/ 390664 w 390663"/>
                <a:gd name="connsiteY0" fmla="*/ -268 h 551243"/>
                <a:gd name="connsiteX1" fmla="*/ 321893 w 390663"/>
                <a:gd name="connsiteY1" fmla="*/ 33260 h 551243"/>
                <a:gd name="connsiteX2" fmla="*/ 280936 w 390663"/>
                <a:gd name="connsiteY2" fmla="*/ 51548 h 551243"/>
                <a:gd name="connsiteX3" fmla="*/ 253503 w 390663"/>
                <a:gd name="connsiteY3" fmla="*/ 28307 h 551243"/>
                <a:gd name="connsiteX4" fmla="*/ 213054 w 390663"/>
                <a:gd name="connsiteY4" fmla="*/ 83044 h 551243"/>
                <a:gd name="connsiteX5" fmla="*/ 200926 w 390663"/>
                <a:gd name="connsiteY5" fmla="*/ 93458 h 551243"/>
                <a:gd name="connsiteX6" fmla="*/ 184225 w 390663"/>
                <a:gd name="connsiteY6" fmla="*/ 122287 h 551243"/>
                <a:gd name="connsiteX7" fmla="*/ 179399 w 390663"/>
                <a:gd name="connsiteY7" fmla="*/ 134606 h 551243"/>
                <a:gd name="connsiteX8" fmla="*/ 14299 w 390663"/>
                <a:gd name="connsiteY8" fmla="*/ 331456 h 551243"/>
                <a:gd name="connsiteX9" fmla="*/ 107962 w 390663"/>
                <a:gd name="connsiteY9" fmla="*/ 473823 h 551243"/>
                <a:gd name="connsiteX10" fmla="*/ 175081 w 390663"/>
                <a:gd name="connsiteY10" fmla="*/ 393877 h 551243"/>
                <a:gd name="connsiteX11" fmla="*/ 172224 w 390663"/>
                <a:gd name="connsiteY11" fmla="*/ 430961 h 551243"/>
                <a:gd name="connsiteX12" fmla="*/ 173875 w 390663"/>
                <a:gd name="connsiteY12" fmla="*/ 546086 h 551243"/>
                <a:gd name="connsiteX13" fmla="*/ 176669 w 390663"/>
                <a:gd name="connsiteY13" fmla="*/ 546721 h 551243"/>
                <a:gd name="connsiteX14" fmla="*/ 178383 w 390663"/>
                <a:gd name="connsiteY14" fmla="*/ 535037 h 551243"/>
                <a:gd name="connsiteX15" fmla="*/ 178383 w 390663"/>
                <a:gd name="connsiteY15" fmla="*/ 547039 h 551243"/>
                <a:gd name="connsiteX16" fmla="*/ 196036 w 390663"/>
                <a:gd name="connsiteY16" fmla="*/ 550976 h 551243"/>
                <a:gd name="connsiteX17" fmla="*/ 306272 w 390663"/>
                <a:gd name="connsiteY17" fmla="*/ 528052 h 551243"/>
                <a:gd name="connsiteX18" fmla="*/ 318972 w 390663"/>
                <a:gd name="connsiteY18" fmla="*/ 456424 h 551243"/>
                <a:gd name="connsiteX19" fmla="*/ 368502 w 390663"/>
                <a:gd name="connsiteY19" fmla="*/ 449312 h 551243"/>
                <a:gd name="connsiteX20" fmla="*/ 375741 w 390663"/>
                <a:gd name="connsiteY20" fmla="*/ 194233 h 551243"/>
                <a:gd name="connsiteX21" fmla="*/ 390664 w 390663"/>
                <a:gd name="connsiteY21" fmla="*/ -268 h 5512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90663" h="551243">
                  <a:moveTo>
                    <a:pt x="390664" y="-268"/>
                  </a:moveTo>
                  <a:cubicBezTo>
                    <a:pt x="368312" y="12058"/>
                    <a:pt x="345388" y="23246"/>
                    <a:pt x="321893" y="33260"/>
                  </a:cubicBezTo>
                  <a:cubicBezTo>
                    <a:pt x="304303" y="40880"/>
                    <a:pt x="294207" y="54914"/>
                    <a:pt x="280936" y="51548"/>
                  </a:cubicBezTo>
                  <a:cubicBezTo>
                    <a:pt x="265886" y="47738"/>
                    <a:pt x="264108" y="29577"/>
                    <a:pt x="253503" y="28307"/>
                  </a:cubicBezTo>
                  <a:cubicBezTo>
                    <a:pt x="245312" y="27355"/>
                    <a:pt x="232612" y="36626"/>
                    <a:pt x="213054" y="83044"/>
                  </a:cubicBezTo>
                  <a:cubicBezTo>
                    <a:pt x="208609" y="86022"/>
                    <a:pt x="204545" y="89515"/>
                    <a:pt x="200926" y="93458"/>
                  </a:cubicBezTo>
                  <a:cubicBezTo>
                    <a:pt x="193877" y="102132"/>
                    <a:pt x="188226" y="111860"/>
                    <a:pt x="184225" y="122287"/>
                  </a:cubicBezTo>
                  <a:cubicBezTo>
                    <a:pt x="182511" y="126287"/>
                    <a:pt x="181050" y="130479"/>
                    <a:pt x="179399" y="134606"/>
                  </a:cubicBezTo>
                  <a:cubicBezTo>
                    <a:pt x="119264" y="197090"/>
                    <a:pt x="53542" y="253986"/>
                    <a:pt x="14299" y="331456"/>
                  </a:cubicBezTo>
                  <a:cubicBezTo>
                    <a:pt x="-23229" y="405561"/>
                    <a:pt x="14871" y="498842"/>
                    <a:pt x="107962" y="473823"/>
                  </a:cubicBezTo>
                  <a:cubicBezTo>
                    <a:pt x="136410" y="466140"/>
                    <a:pt x="163270" y="435723"/>
                    <a:pt x="175081" y="393877"/>
                  </a:cubicBezTo>
                  <a:cubicBezTo>
                    <a:pt x="173938" y="405351"/>
                    <a:pt x="172986" y="417708"/>
                    <a:pt x="172224" y="430961"/>
                  </a:cubicBezTo>
                  <a:cubicBezTo>
                    <a:pt x="169620" y="480110"/>
                    <a:pt x="171335" y="531227"/>
                    <a:pt x="173875" y="546086"/>
                  </a:cubicBezTo>
                  <a:lnTo>
                    <a:pt x="176669" y="546721"/>
                  </a:lnTo>
                  <a:cubicBezTo>
                    <a:pt x="177558" y="542149"/>
                    <a:pt x="178192" y="534974"/>
                    <a:pt x="178383" y="535037"/>
                  </a:cubicBezTo>
                  <a:cubicBezTo>
                    <a:pt x="179082" y="539006"/>
                    <a:pt x="179082" y="543070"/>
                    <a:pt x="178383" y="547039"/>
                  </a:cubicBezTo>
                  <a:cubicBezTo>
                    <a:pt x="184289" y="548436"/>
                    <a:pt x="190130" y="549706"/>
                    <a:pt x="196036" y="550976"/>
                  </a:cubicBezTo>
                  <a:cubicBezTo>
                    <a:pt x="228675" y="529386"/>
                    <a:pt x="266458" y="525576"/>
                    <a:pt x="306272" y="528052"/>
                  </a:cubicBezTo>
                  <a:cubicBezTo>
                    <a:pt x="308114" y="509002"/>
                    <a:pt x="299160" y="469124"/>
                    <a:pt x="318972" y="456424"/>
                  </a:cubicBezTo>
                  <a:cubicBezTo>
                    <a:pt x="330720" y="448741"/>
                    <a:pt x="353643" y="457758"/>
                    <a:pt x="368502" y="449312"/>
                  </a:cubicBezTo>
                  <a:cubicBezTo>
                    <a:pt x="341896" y="371207"/>
                    <a:pt x="365390" y="266432"/>
                    <a:pt x="375741" y="194233"/>
                  </a:cubicBezTo>
                  <a:cubicBezTo>
                    <a:pt x="383933" y="133463"/>
                    <a:pt x="380821" y="64121"/>
                    <a:pt x="390664" y="-268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8" name="任意多边形: 形状 327"/>
            <p:cNvSpPr/>
            <p:nvPr/>
          </p:nvSpPr>
          <p:spPr>
            <a:xfrm>
              <a:off x="10250868" y="10270870"/>
              <a:ext cx="169862" cy="538353"/>
            </a:xfrm>
            <a:custGeom>
              <a:avLst/>
              <a:gdLst>
                <a:gd name="connsiteX0" fmla="*/ 169863 w 169862"/>
                <a:gd name="connsiteY0" fmla="*/ -268 h 538353"/>
                <a:gd name="connsiteX1" fmla="*/ 101092 w 169862"/>
                <a:gd name="connsiteY1" fmla="*/ 33260 h 538353"/>
                <a:gd name="connsiteX2" fmla="*/ 96012 w 169862"/>
                <a:gd name="connsiteY2" fmla="*/ 40245 h 538353"/>
                <a:gd name="connsiteX3" fmla="*/ 73533 w 169862"/>
                <a:gd name="connsiteY3" fmla="*/ 36181 h 538353"/>
                <a:gd name="connsiteX4" fmla="*/ 6223 w 169862"/>
                <a:gd name="connsiteY4" fmla="*/ 236143 h 538353"/>
                <a:gd name="connsiteX5" fmla="*/ 22542 w 169862"/>
                <a:gd name="connsiteY5" fmla="*/ 301484 h 538353"/>
                <a:gd name="connsiteX6" fmla="*/ 0 w 169862"/>
                <a:gd name="connsiteY6" fmla="*/ 538085 h 538353"/>
                <a:gd name="connsiteX7" fmla="*/ 85407 w 169862"/>
                <a:gd name="connsiteY7" fmla="*/ 527989 h 538353"/>
                <a:gd name="connsiteX8" fmla="*/ 98107 w 169862"/>
                <a:gd name="connsiteY8" fmla="*/ 456361 h 538353"/>
                <a:gd name="connsiteX9" fmla="*/ 147638 w 169862"/>
                <a:gd name="connsiteY9" fmla="*/ 449249 h 538353"/>
                <a:gd name="connsiteX10" fmla="*/ 154876 w 169862"/>
                <a:gd name="connsiteY10" fmla="*/ 194169 h 538353"/>
                <a:gd name="connsiteX11" fmla="*/ 169863 w 169862"/>
                <a:gd name="connsiteY11" fmla="*/ -268 h 53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9862" h="538353">
                  <a:moveTo>
                    <a:pt x="169863" y="-268"/>
                  </a:moveTo>
                  <a:cubicBezTo>
                    <a:pt x="118681" y="14591"/>
                    <a:pt x="103886" y="25577"/>
                    <a:pt x="101092" y="33260"/>
                  </a:cubicBezTo>
                  <a:cubicBezTo>
                    <a:pt x="100202" y="36092"/>
                    <a:pt x="98425" y="38550"/>
                    <a:pt x="96012" y="40245"/>
                  </a:cubicBezTo>
                  <a:cubicBezTo>
                    <a:pt x="89662" y="44055"/>
                    <a:pt x="80390" y="40245"/>
                    <a:pt x="73533" y="36181"/>
                  </a:cubicBezTo>
                  <a:cubicBezTo>
                    <a:pt x="7429" y="82599"/>
                    <a:pt x="-6097" y="161149"/>
                    <a:pt x="6223" y="236143"/>
                  </a:cubicBezTo>
                  <a:cubicBezTo>
                    <a:pt x="11811" y="269988"/>
                    <a:pt x="15367" y="265162"/>
                    <a:pt x="22542" y="301484"/>
                  </a:cubicBezTo>
                  <a:cubicBezTo>
                    <a:pt x="38226" y="381049"/>
                    <a:pt x="32893" y="463473"/>
                    <a:pt x="0" y="538085"/>
                  </a:cubicBezTo>
                  <a:cubicBezTo>
                    <a:pt x="27368" y="528560"/>
                    <a:pt x="56514" y="525119"/>
                    <a:pt x="85407" y="527989"/>
                  </a:cubicBezTo>
                  <a:cubicBezTo>
                    <a:pt x="87249" y="508939"/>
                    <a:pt x="78295" y="469061"/>
                    <a:pt x="98107" y="456361"/>
                  </a:cubicBezTo>
                  <a:cubicBezTo>
                    <a:pt x="109855" y="448677"/>
                    <a:pt x="132778" y="457694"/>
                    <a:pt x="147638" y="449249"/>
                  </a:cubicBezTo>
                  <a:cubicBezTo>
                    <a:pt x="121031" y="371143"/>
                    <a:pt x="144525" y="266368"/>
                    <a:pt x="154876" y="194169"/>
                  </a:cubicBezTo>
                  <a:cubicBezTo>
                    <a:pt x="163131" y="133463"/>
                    <a:pt x="160020" y="64121"/>
                    <a:pt x="169863" y="-268"/>
                  </a:cubicBezTo>
                  <a:close/>
                </a:path>
              </a:pathLst>
            </a:custGeom>
            <a:solidFill>
              <a:srgbClr val="D451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29" name="任意多边形: 形状 328"/>
            <p:cNvSpPr/>
            <p:nvPr/>
          </p:nvSpPr>
          <p:spPr>
            <a:xfrm>
              <a:off x="10142367" y="10583040"/>
              <a:ext cx="52179" cy="100992"/>
            </a:xfrm>
            <a:custGeom>
              <a:avLst/>
              <a:gdLst>
                <a:gd name="connsiteX0" fmla="*/ 43731 w 52179"/>
                <a:gd name="connsiteY0" fmla="*/ 2395 h 100992"/>
                <a:gd name="connsiteX1" fmla="*/ 424 w 52179"/>
                <a:gd name="connsiteY1" fmla="*/ 95359 h 100992"/>
                <a:gd name="connsiteX2" fmla="*/ 8489 w 52179"/>
                <a:gd name="connsiteY2" fmla="*/ 98153 h 100992"/>
                <a:gd name="connsiteX3" fmla="*/ 51796 w 52179"/>
                <a:gd name="connsiteY3" fmla="*/ 5126 h 100992"/>
                <a:gd name="connsiteX4" fmla="*/ 43731 w 52179"/>
                <a:gd name="connsiteY4" fmla="*/ 2395 h 1009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179" h="100992">
                  <a:moveTo>
                    <a:pt x="43731" y="2395"/>
                  </a:moveTo>
                  <a:cubicBezTo>
                    <a:pt x="29761" y="33593"/>
                    <a:pt x="15347" y="64581"/>
                    <a:pt x="424" y="95359"/>
                  </a:cubicBezTo>
                  <a:cubicBezTo>
                    <a:pt x="-1925" y="100312"/>
                    <a:pt x="6139" y="103043"/>
                    <a:pt x="8489" y="98153"/>
                  </a:cubicBezTo>
                  <a:cubicBezTo>
                    <a:pt x="23411" y="67375"/>
                    <a:pt x="37889" y="36368"/>
                    <a:pt x="51796" y="5126"/>
                  </a:cubicBezTo>
                  <a:cubicBezTo>
                    <a:pt x="54018" y="109"/>
                    <a:pt x="45953" y="-2621"/>
                    <a:pt x="43731" y="2395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0" name="任意多边形: 形状 329"/>
            <p:cNvSpPr/>
            <p:nvPr/>
          </p:nvSpPr>
          <p:spPr>
            <a:xfrm>
              <a:off x="10367042" y="10271819"/>
              <a:ext cx="571497" cy="622621"/>
            </a:xfrm>
            <a:custGeom>
              <a:avLst/>
              <a:gdLst>
                <a:gd name="connsiteX0" fmla="*/ 51593 w 571497"/>
                <a:gd name="connsiteY0" fmla="*/ 467541 h 622621"/>
                <a:gd name="connsiteX1" fmla="*/ 248443 w 571497"/>
                <a:gd name="connsiteY1" fmla="*/ 595875 h 622621"/>
                <a:gd name="connsiteX2" fmla="*/ 317150 w 571497"/>
                <a:gd name="connsiteY2" fmla="*/ 622354 h 622621"/>
                <a:gd name="connsiteX3" fmla="*/ 349789 w 571497"/>
                <a:gd name="connsiteY3" fmla="*/ 618989 h 622621"/>
                <a:gd name="connsiteX4" fmla="*/ 518254 w 571497"/>
                <a:gd name="connsiteY4" fmla="*/ 540629 h 622621"/>
                <a:gd name="connsiteX5" fmla="*/ 563784 w 571497"/>
                <a:gd name="connsiteY5" fmla="*/ 366703 h 622621"/>
                <a:gd name="connsiteX6" fmla="*/ 536162 w 571497"/>
                <a:gd name="connsiteY6" fmla="*/ 312982 h 622621"/>
                <a:gd name="connsiteX7" fmla="*/ 375570 w 571497"/>
                <a:gd name="connsiteY7" fmla="*/ 76445 h 622621"/>
                <a:gd name="connsiteX8" fmla="*/ 303815 w 571497"/>
                <a:gd name="connsiteY8" fmla="*/ 9134 h 622621"/>
                <a:gd name="connsiteX9" fmla="*/ 139731 w 571497"/>
                <a:gd name="connsiteY9" fmla="*/ 34153 h 622621"/>
                <a:gd name="connsiteX10" fmla="*/ 11334 w 571497"/>
                <a:gd name="connsiteY10" fmla="*/ 446903 h 622621"/>
                <a:gd name="connsiteX11" fmla="*/ 51593 w 571497"/>
                <a:gd name="connsiteY11" fmla="*/ 467541 h 622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71497" h="622621">
                  <a:moveTo>
                    <a:pt x="51593" y="467541"/>
                  </a:moveTo>
                  <a:cubicBezTo>
                    <a:pt x="103282" y="531041"/>
                    <a:pt x="172751" y="567236"/>
                    <a:pt x="248443" y="595875"/>
                  </a:cubicBezTo>
                  <a:cubicBezTo>
                    <a:pt x="271239" y="604574"/>
                    <a:pt x="294163" y="613527"/>
                    <a:pt x="317150" y="622354"/>
                  </a:cubicBezTo>
                  <a:cubicBezTo>
                    <a:pt x="328072" y="621592"/>
                    <a:pt x="338930" y="620576"/>
                    <a:pt x="349789" y="618989"/>
                  </a:cubicBezTo>
                  <a:cubicBezTo>
                    <a:pt x="412273" y="610035"/>
                    <a:pt x="474376" y="585969"/>
                    <a:pt x="518254" y="540629"/>
                  </a:cubicBezTo>
                  <a:cubicBezTo>
                    <a:pt x="562133" y="495290"/>
                    <a:pt x="584294" y="426329"/>
                    <a:pt x="563784" y="366703"/>
                  </a:cubicBezTo>
                  <a:cubicBezTo>
                    <a:pt x="556609" y="347818"/>
                    <a:pt x="547338" y="329803"/>
                    <a:pt x="536162" y="312982"/>
                  </a:cubicBezTo>
                  <a:cubicBezTo>
                    <a:pt x="486251" y="231784"/>
                    <a:pt x="432720" y="152943"/>
                    <a:pt x="375570" y="76445"/>
                  </a:cubicBezTo>
                  <a:cubicBezTo>
                    <a:pt x="355694" y="49901"/>
                    <a:pt x="334168" y="22596"/>
                    <a:pt x="303815" y="9134"/>
                  </a:cubicBezTo>
                  <a:cubicBezTo>
                    <a:pt x="251618" y="-14106"/>
                    <a:pt x="191611" y="10151"/>
                    <a:pt x="139731" y="34153"/>
                  </a:cubicBezTo>
                  <a:cubicBezTo>
                    <a:pt x="139731" y="34153"/>
                    <a:pt x="-47149" y="252403"/>
                    <a:pt x="11334" y="446903"/>
                  </a:cubicBezTo>
                  <a:cubicBezTo>
                    <a:pt x="27273" y="447100"/>
                    <a:pt x="42131" y="454739"/>
                    <a:pt x="51593" y="467541"/>
                  </a:cubicBezTo>
                  <a:close/>
                </a:path>
              </a:pathLst>
            </a:custGeom>
            <a:solidFill>
              <a:srgbClr val="838F69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1" name="任意多边形: 形状 330"/>
            <p:cNvSpPr/>
            <p:nvPr/>
          </p:nvSpPr>
          <p:spPr>
            <a:xfrm>
              <a:off x="10724823" y="10386495"/>
              <a:ext cx="133258" cy="157120"/>
            </a:xfrm>
            <a:custGeom>
              <a:avLst/>
              <a:gdLst>
                <a:gd name="connsiteX0" fmla="*/ 327 w 133258"/>
                <a:gd name="connsiteY0" fmla="*/ 41778 h 157120"/>
                <a:gd name="connsiteX1" fmla="*/ 32584 w 133258"/>
                <a:gd name="connsiteY1" fmla="*/ 116962 h 157120"/>
                <a:gd name="connsiteX2" fmla="*/ 65668 w 133258"/>
                <a:gd name="connsiteY2" fmla="*/ 155697 h 157120"/>
                <a:gd name="connsiteX3" fmla="*/ 132216 w 133258"/>
                <a:gd name="connsiteY3" fmla="*/ 114422 h 157120"/>
                <a:gd name="connsiteX4" fmla="*/ 105737 w 133258"/>
                <a:gd name="connsiteY4" fmla="*/ 53652 h 157120"/>
                <a:gd name="connsiteX5" fmla="*/ 57477 w 133258"/>
                <a:gd name="connsiteY5" fmla="*/ -259 h 157120"/>
                <a:gd name="connsiteX6" fmla="*/ 37093 w 133258"/>
                <a:gd name="connsiteY6" fmla="*/ 6091 h 157120"/>
                <a:gd name="connsiteX7" fmla="*/ 327 w 133258"/>
                <a:gd name="connsiteY7" fmla="*/ 41778 h 1571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258" h="157120">
                  <a:moveTo>
                    <a:pt x="327" y="41778"/>
                  </a:moveTo>
                  <a:cubicBezTo>
                    <a:pt x="-2467" y="59685"/>
                    <a:pt x="13027" y="81084"/>
                    <a:pt x="32584" y="116962"/>
                  </a:cubicBezTo>
                  <a:cubicBezTo>
                    <a:pt x="41094" y="132964"/>
                    <a:pt x="50936" y="150236"/>
                    <a:pt x="65668" y="155697"/>
                  </a:cubicBezTo>
                  <a:cubicBezTo>
                    <a:pt x="84718" y="162682"/>
                    <a:pt x="125739" y="136647"/>
                    <a:pt x="132216" y="114422"/>
                  </a:cubicBezTo>
                  <a:cubicBezTo>
                    <a:pt x="138693" y="92197"/>
                    <a:pt x="113166" y="76322"/>
                    <a:pt x="105737" y="53652"/>
                  </a:cubicBezTo>
                  <a:cubicBezTo>
                    <a:pt x="97291" y="27109"/>
                    <a:pt x="80337" y="-831"/>
                    <a:pt x="57477" y="-259"/>
                  </a:cubicBezTo>
                  <a:cubicBezTo>
                    <a:pt x="50301" y="331"/>
                    <a:pt x="43316" y="2497"/>
                    <a:pt x="37093" y="6091"/>
                  </a:cubicBezTo>
                  <a:cubicBezTo>
                    <a:pt x="13027" y="18918"/>
                    <a:pt x="2296" y="29522"/>
                    <a:pt x="327" y="41778"/>
                  </a:cubicBezTo>
                  <a:close/>
                </a:path>
              </a:pathLst>
            </a:custGeom>
            <a:solidFill>
              <a:srgbClr val="D1A24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2" name="任意多边形: 形状 331"/>
            <p:cNvSpPr/>
            <p:nvPr/>
          </p:nvSpPr>
          <p:spPr>
            <a:xfrm>
              <a:off x="10172890" y="10343814"/>
              <a:ext cx="77025" cy="141305"/>
            </a:xfrm>
            <a:custGeom>
              <a:avLst/>
              <a:gdLst>
                <a:gd name="connsiteX0" fmla="*/ 15049 w 77025"/>
                <a:gd name="connsiteY0" fmla="*/ 112590 h 141305"/>
                <a:gd name="connsiteX1" fmla="*/ 635 w 77025"/>
                <a:gd name="connsiteY1" fmla="*/ 132084 h 141305"/>
                <a:gd name="connsiteX2" fmla="*/ 0 w 77025"/>
                <a:gd name="connsiteY2" fmla="*/ 141037 h 141305"/>
                <a:gd name="connsiteX3" fmla="*/ 11113 w 77025"/>
                <a:gd name="connsiteY3" fmla="*/ 134687 h 141305"/>
                <a:gd name="connsiteX4" fmla="*/ 67818 w 77025"/>
                <a:gd name="connsiteY4" fmla="*/ 25785 h 141305"/>
                <a:gd name="connsiteX5" fmla="*/ 77026 w 77025"/>
                <a:gd name="connsiteY5" fmla="*/ 2798 h 141305"/>
                <a:gd name="connsiteX6" fmla="*/ 49213 w 77025"/>
                <a:gd name="connsiteY6" fmla="*/ 9231 h 141305"/>
                <a:gd name="connsiteX7" fmla="*/ 46418 w 77025"/>
                <a:gd name="connsiteY7" fmla="*/ 16578 h 141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025" h="141305">
                  <a:moveTo>
                    <a:pt x="15049" y="112590"/>
                  </a:moveTo>
                  <a:cubicBezTo>
                    <a:pt x="12319" y="120381"/>
                    <a:pt x="7303" y="127175"/>
                    <a:pt x="635" y="132084"/>
                  </a:cubicBezTo>
                  <a:cubicBezTo>
                    <a:pt x="191" y="137672"/>
                    <a:pt x="0" y="141037"/>
                    <a:pt x="0" y="141037"/>
                  </a:cubicBezTo>
                  <a:lnTo>
                    <a:pt x="11113" y="134687"/>
                  </a:lnTo>
                  <a:cubicBezTo>
                    <a:pt x="33020" y="100017"/>
                    <a:pt x="51943" y="63593"/>
                    <a:pt x="67818" y="25785"/>
                  </a:cubicBezTo>
                  <a:cubicBezTo>
                    <a:pt x="71056" y="18038"/>
                    <a:pt x="74168" y="10418"/>
                    <a:pt x="77026" y="2798"/>
                  </a:cubicBezTo>
                  <a:cubicBezTo>
                    <a:pt x="67564" y="-3107"/>
                    <a:pt x="55118" y="-225"/>
                    <a:pt x="49213" y="9231"/>
                  </a:cubicBezTo>
                  <a:cubicBezTo>
                    <a:pt x="47816" y="11479"/>
                    <a:pt x="46863" y="13974"/>
                    <a:pt x="46418" y="16578"/>
                  </a:cubicBezTo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3" name="任意多边形: 形状 332"/>
            <p:cNvSpPr/>
            <p:nvPr/>
          </p:nvSpPr>
          <p:spPr>
            <a:xfrm>
              <a:off x="10182490" y="10571543"/>
              <a:ext cx="26404" cy="198691"/>
            </a:xfrm>
            <a:custGeom>
              <a:avLst/>
              <a:gdLst>
                <a:gd name="connsiteX0" fmla="*/ 26404 w 26404"/>
                <a:gd name="connsiteY0" fmla="*/ 1573 h 198691"/>
                <a:gd name="connsiteX1" fmla="*/ 19356 w 26404"/>
                <a:gd name="connsiteY1" fmla="*/ 198423 h 198691"/>
                <a:gd name="connsiteX2" fmla="*/ 306 w 26404"/>
                <a:gd name="connsiteY2" fmla="*/ 129399 h 198691"/>
                <a:gd name="connsiteX3" fmla="*/ 12562 w 26404"/>
                <a:gd name="connsiteY3" fmla="*/ -268 h 1986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404" h="198691">
                  <a:moveTo>
                    <a:pt x="26404" y="1573"/>
                  </a:moveTo>
                  <a:lnTo>
                    <a:pt x="19356" y="198423"/>
                  </a:lnTo>
                  <a:cubicBezTo>
                    <a:pt x="19356" y="198423"/>
                    <a:pt x="2910" y="138479"/>
                    <a:pt x="306" y="129399"/>
                  </a:cubicBezTo>
                  <a:cubicBezTo>
                    <a:pt x="-2297" y="120318"/>
                    <a:pt x="12562" y="-268"/>
                    <a:pt x="12562" y="-268"/>
                  </a:cubicBezTo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4" name="任意多边形: 形状 333"/>
            <p:cNvSpPr/>
            <p:nvPr/>
          </p:nvSpPr>
          <p:spPr>
            <a:xfrm>
              <a:off x="10182536" y="10626534"/>
              <a:ext cx="23881" cy="143700"/>
            </a:xfrm>
            <a:custGeom>
              <a:avLst/>
              <a:gdLst>
                <a:gd name="connsiteX0" fmla="*/ 23882 w 23881"/>
                <a:gd name="connsiteY0" fmla="*/ 16052 h 143700"/>
                <a:gd name="connsiteX1" fmla="*/ 19309 w 23881"/>
                <a:gd name="connsiteY1" fmla="*/ 143433 h 143700"/>
                <a:gd name="connsiteX2" fmla="*/ 259 w 23881"/>
                <a:gd name="connsiteY2" fmla="*/ 74408 h 143700"/>
                <a:gd name="connsiteX3" fmla="*/ 6165 w 23881"/>
                <a:gd name="connsiteY3" fmla="*/ -268 h 143700"/>
                <a:gd name="connsiteX4" fmla="*/ 23882 w 23881"/>
                <a:gd name="connsiteY4" fmla="*/ 16052 h 143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81" h="143700">
                  <a:moveTo>
                    <a:pt x="23882" y="16052"/>
                  </a:moveTo>
                  <a:lnTo>
                    <a:pt x="19309" y="143433"/>
                  </a:lnTo>
                  <a:cubicBezTo>
                    <a:pt x="19309" y="143433"/>
                    <a:pt x="2863" y="83489"/>
                    <a:pt x="259" y="74408"/>
                  </a:cubicBezTo>
                  <a:cubicBezTo>
                    <a:pt x="-1010" y="69582"/>
                    <a:pt x="2609" y="32879"/>
                    <a:pt x="6165" y="-268"/>
                  </a:cubicBezTo>
                  <a:cubicBezTo>
                    <a:pt x="12261" y="5320"/>
                    <a:pt x="18103" y="10781"/>
                    <a:pt x="23882" y="16052"/>
                  </a:cubicBezTo>
                  <a:close/>
                </a:path>
              </a:pathLst>
            </a:custGeom>
            <a:solidFill>
              <a:srgbClr val="4D5595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5" name="任意多边形: 形状 334"/>
            <p:cNvSpPr/>
            <p:nvPr/>
          </p:nvSpPr>
          <p:spPr>
            <a:xfrm>
              <a:off x="10283317" y="10798937"/>
              <a:ext cx="378332" cy="112776"/>
            </a:xfrm>
            <a:custGeom>
              <a:avLst/>
              <a:gdLst>
                <a:gd name="connsiteX0" fmla="*/ 220663 w 378332"/>
                <a:gd name="connsiteY0" fmla="*/ 75741 h 112776"/>
                <a:gd name="connsiteX1" fmla="*/ 344614 w 378332"/>
                <a:gd name="connsiteY1" fmla="*/ 103301 h 112776"/>
                <a:gd name="connsiteX2" fmla="*/ 378333 w 378332"/>
                <a:gd name="connsiteY2" fmla="*/ 112508 h 112776"/>
                <a:gd name="connsiteX3" fmla="*/ 371348 w 378332"/>
                <a:gd name="connsiteY3" fmla="*/ 430 h 112776"/>
                <a:gd name="connsiteX4" fmla="*/ 0 w 378332"/>
                <a:gd name="connsiteY4" fmla="*/ -268 h 112776"/>
                <a:gd name="connsiteX5" fmla="*/ 3683 w 378332"/>
                <a:gd name="connsiteY5" fmla="*/ 8749 h 112776"/>
                <a:gd name="connsiteX6" fmla="*/ 220663 w 378332"/>
                <a:gd name="connsiteY6" fmla="*/ 75741 h 112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8332" h="112776">
                  <a:moveTo>
                    <a:pt x="220663" y="75741"/>
                  </a:moveTo>
                  <a:cubicBezTo>
                    <a:pt x="232028" y="77901"/>
                    <a:pt x="280415" y="86473"/>
                    <a:pt x="344614" y="103301"/>
                  </a:cubicBezTo>
                  <a:cubicBezTo>
                    <a:pt x="358901" y="107047"/>
                    <a:pt x="370522" y="110285"/>
                    <a:pt x="378333" y="112508"/>
                  </a:cubicBezTo>
                  <a:cubicBezTo>
                    <a:pt x="375983" y="75170"/>
                    <a:pt x="373697" y="37813"/>
                    <a:pt x="371348" y="430"/>
                  </a:cubicBezTo>
                  <a:lnTo>
                    <a:pt x="0" y="-268"/>
                  </a:lnTo>
                  <a:lnTo>
                    <a:pt x="3683" y="8749"/>
                  </a:lnTo>
                  <a:cubicBezTo>
                    <a:pt x="115760" y="51167"/>
                    <a:pt x="180911" y="68376"/>
                    <a:pt x="220663" y="75741"/>
                  </a:cubicBezTo>
                  <a:close/>
                </a:path>
              </a:pathLst>
            </a:custGeom>
            <a:solidFill>
              <a:srgbClr val="42466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6" name="任意多边形: 形状 335"/>
            <p:cNvSpPr/>
            <p:nvPr/>
          </p:nvSpPr>
          <p:spPr>
            <a:xfrm>
              <a:off x="10267636" y="10251137"/>
              <a:ext cx="349563" cy="574501"/>
            </a:xfrm>
            <a:custGeom>
              <a:avLst/>
              <a:gdLst>
                <a:gd name="connsiteX0" fmla="*/ 249043 w 349563"/>
                <a:gd name="connsiteY0" fmla="*/ 19910 h 574501"/>
                <a:gd name="connsiteX1" fmla="*/ 247074 w 349563"/>
                <a:gd name="connsiteY1" fmla="*/ 17434 h 574501"/>
                <a:gd name="connsiteX2" fmla="*/ 230882 w 349563"/>
                <a:gd name="connsiteY2" fmla="*/ 8798 h 574501"/>
                <a:gd name="connsiteX3" fmla="*/ 7108 w 349563"/>
                <a:gd name="connsiteY3" fmla="*/ 242668 h 574501"/>
                <a:gd name="connsiteX4" fmla="*/ 44827 w 349563"/>
                <a:gd name="connsiteY4" fmla="*/ 382368 h 574501"/>
                <a:gd name="connsiteX5" fmla="*/ 27047 w 349563"/>
                <a:gd name="connsiteY5" fmla="*/ 513051 h 574501"/>
                <a:gd name="connsiteX6" fmla="*/ 24444 w 349563"/>
                <a:gd name="connsiteY6" fmla="*/ 550135 h 574501"/>
                <a:gd name="connsiteX7" fmla="*/ 46414 w 349563"/>
                <a:gd name="connsiteY7" fmla="*/ 559851 h 574501"/>
                <a:gd name="connsiteX8" fmla="*/ 349563 w 349563"/>
                <a:gd name="connsiteY8" fmla="*/ 565248 h 574501"/>
                <a:gd name="connsiteX9" fmla="*/ 254821 w 349563"/>
                <a:gd name="connsiteY9" fmla="*/ 40802 h 574501"/>
                <a:gd name="connsiteX10" fmla="*/ 249043 w 349563"/>
                <a:gd name="connsiteY10" fmla="*/ 19910 h 574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49563" h="574501">
                  <a:moveTo>
                    <a:pt x="249043" y="19910"/>
                  </a:moveTo>
                  <a:cubicBezTo>
                    <a:pt x="248408" y="19047"/>
                    <a:pt x="247773" y="18221"/>
                    <a:pt x="247074" y="17434"/>
                  </a:cubicBezTo>
                  <a:cubicBezTo>
                    <a:pt x="242566" y="13173"/>
                    <a:pt x="236978" y="10195"/>
                    <a:pt x="230882" y="8798"/>
                  </a:cubicBezTo>
                  <a:cubicBezTo>
                    <a:pt x="79625" y="-37875"/>
                    <a:pt x="-29468" y="104048"/>
                    <a:pt x="7108" y="242668"/>
                  </a:cubicBezTo>
                  <a:cubicBezTo>
                    <a:pt x="19808" y="289468"/>
                    <a:pt x="38858" y="334616"/>
                    <a:pt x="44827" y="382368"/>
                  </a:cubicBezTo>
                  <a:cubicBezTo>
                    <a:pt x="50288" y="426736"/>
                    <a:pt x="44192" y="471764"/>
                    <a:pt x="27047" y="513051"/>
                  </a:cubicBezTo>
                  <a:cubicBezTo>
                    <a:pt x="21967" y="525116"/>
                    <a:pt x="16316" y="539912"/>
                    <a:pt x="24444" y="550135"/>
                  </a:cubicBezTo>
                  <a:cubicBezTo>
                    <a:pt x="30349" y="555920"/>
                    <a:pt x="38159" y="559368"/>
                    <a:pt x="46414" y="559851"/>
                  </a:cubicBezTo>
                  <a:cubicBezTo>
                    <a:pt x="146618" y="577008"/>
                    <a:pt x="248852" y="578825"/>
                    <a:pt x="349563" y="565248"/>
                  </a:cubicBezTo>
                  <a:cubicBezTo>
                    <a:pt x="305431" y="392935"/>
                    <a:pt x="273745" y="217668"/>
                    <a:pt x="254821" y="40802"/>
                  </a:cubicBezTo>
                  <a:cubicBezTo>
                    <a:pt x="254568" y="33474"/>
                    <a:pt x="252599" y="26311"/>
                    <a:pt x="249043" y="1991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7" name="任意多边形: 形状 336"/>
            <p:cNvSpPr/>
            <p:nvPr/>
          </p:nvSpPr>
          <p:spPr>
            <a:xfrm>
              <a:off x="10392219" y="10249852"/>
              <a:ext cx="305816" cy="576085"/>
            </a:xfrm>
            <a:custGeom>
              <a:avLst/>
              <a:gdLst>
                <a:gd name="connsiteX0" fmla="*/ 160401 w 305816"/>
                <a:gd name="connsiteY0" fmla="*/ -268 h 576085"/>
                <a:gd name="connsiteX1" fmla="*/ 127953 w 305816"/>
                <a:gd name="connsiteY1" fmla="*/ 13512 h 576085"/>
                <a:gd name="connsiteX2" fmla="*/ 69597 w 305816"/>
                <a:gd name="connsiteY2" fmla="*/ 286117 h 576085"/>
                <a:gd name="connsiteX3" fmla="*/ 45466 w 305816"/>
                <a:gd name="connsiteY3" fmla="*/ 494968 h 576085"/>
                <a:gd name="connsiteX4" fmla="*/ 0 w 305816"/>
                <a:gd name="connsiteY4" fmla="*/ 571169 h 576085"/>
                <a:gd name="connsiteX5" fmla="*/ 130112 w 305816"/>
                <a:gd name="connsiteY5" fmla="*/ 569645 h 576085"/>
                <a:gd name="connsiteX6" fmla="*/ 219964 w 305816"/>
                <a:gd name="connsiteY6" fmla="*/ 552944 h 576085"/>
                <a:gd name="connsiteX7" fmla="*/ 305816 w 305816"/>
                <a:gd name="connsiteY7" fmla="*/ 557072 h 576085"/>
                <a:gd name="connsiteX8" fmla="*/ 160401 w 305816"/>
                <a:gd name="connsiteY8" fmla="*/ -268 h 5760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5816" h="576085">
                  <a:moveTo>
                    <a:pt x="160401" y="-268"/>
                  </a:moveTo>
                  <a:lnTo>
                    <a:pt x="127953" y="13512"/>
                  </a:lnTo>
                  <a:cubicBezTo>
                    <a:pt x="77661" y="128828"/>
                    <a:pt x="68136" y="221093"/>
                    <a:pt x="69597" y="286117"/>
                  </a:cubicBezTo>
                  <a:cubicBezTo>
                    <a:pt x="70866" y="340791"/>
                    <a:pt x="80709" y="412355"/>
                    <a:pt x="45466" y="494968"/>
                  </a:cubicBezTo>
                  <a:cubicBezTo>
                    <a:pt x="33782" y="522280"/>
                    <a:pt x="18479" y="547902"/>
                    <a:pt x="0" y="571169"/>
                  </a:cubicBezTo>
                  <a:cubicBezTo>
                    <a:pt x="43180" y="577843"/>
                    <a:pt x="87123" y="577328"/>
                    <a:pt x="130112" y="569645"/>
                  </a:cubicBezTo>
                  <a:cubicBezTo>
                    <a:pt x="161354" y="563866"/>
                    <a:pt x="181611" y="555865"/>
                    <a:pt x="219964" y="552944"/>
                  </a:cubicBezTo>
                  <a:cubicBezTo>
                    <a:pt x="248666" y="550842"/>
                    <a:pt x="277495" y="552227"/>
                    <a:pt x="305816" y="557072"/>
                  </a:cubicBezTo>
                  <a:cubicBezTo>
                    <a:pt x="286766" y="482332"/>
                    <a:pt x="160401" y="-268"/>
                    <a:pt x="160401" y="-268"/>
                  </a:cubicBezTo>
                  <a:close/>
                </a:path>
              </a:pathLst>
            </a:custGeom>
            <a:solidFill>
              <a:srgbClr val="FFEBD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8" name="任意多边形: 形状 337"/>
            <p:cNvSpPr/>
            <p:nvPr/>
          </p:nvSpPr>
          <p:spPr>
            <a:xfrm>
              <a:off x="10465286" y="10273601"/>
              <a:ext cx="251570" cy="622542"/>
            </a:xfrm>
            <a:custGeom>
              <a:avLst/>
              <a:gdLst>
                <a:gd name="connsiteX0" fmla="*/ 246084 w 251570"/>
                <a:gd name="connsiteY0" fmla="*/ 264591 h 622542"/>
                <a:gd name="connsiteX1" fmla="*/ 235353 w 251570"/>
                <a:gd name="connsiteY1" fmla="*/ 195693 h 622542"/>
                <a:gd name="connsiteX2" fmla="*/ 190903 w 251570"/>
                <a:gd name="connsiteY2" fmla="*/ 112508 h 622542"/>
                <a:gd name="connsiteX3" fmla="*/ 122069 w 251570"/>
                <a:gd name="connsiteY3" fmla="*/ 11861 h 622542"/>
                <a:gd name="connsiteX4" fmla="*/ 85874 w 251570"/>
                <a:gd name="connsiteY4" fmla="*/ -268 h 622542"/>
                <a:gd name="connsiteX5" fmla="*/ 15452 w 251570"/>
                <a:gd name="connsiteY5" fmla="*/ 64058 h 622542"/>
                <a:gd name="connsiteX6" fmla="*/ 149 w 251570"/>
                <a:gd name="connsiteY6" fmla="*/ 238556 h 622542"/>
                <a:gd name="connsiteX7" fmla="*/ 22755 w 251570"/>
                <a:gd name="connsiteY7" fmla="*/ 527163 h 622542"/>
                <a:gd name="connsiteX8" fmla="*/ 27517 w 251570"/>
                <a:gd name="connsiteY8" fmla="*/ 560247 h 622542"/>
                <a:gd name="connsiteX9" fmla="*/ 60474 w 251570"/>
                <a:gd name="connsiteY9" fmla="*/ 583297 h 622542"/>
                <a:gd name="connsiteX10" fmla="*/ 212239 w 251570"/>
                <a:gd name="connsiteY10" fmla="*/ 621397 h 622542"/>
                <a:gd name="connsiteX11" fmla="*/ 234082 w 251570"/>
                <a:gd name="connsiteY11" fmla="*/ 618603 h 622542"/>
                <a:gd name="connsiteX12" fmla="*/ 243734 w 251570"/>
                <a:gd name="connsiteY12" fmla="*/ 594346 h 622542"/>
                <a:gd name="connsiteX13" fmla="*/ 245767 w 251570"/>
                <a:gd name="connsiteY13" fmla="*/ 568946 h 622542"/>
                <a:gd name="connsiteX14" fmla="*/ 246084 w 251570"/>
                <a:gd name="connsiteY14" fmla="*/ 264591 h 6225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1570" h="622542">
                  <a:moveTo>
                    <a:pt x="246084" y="264591"/>
                  </a:moveTo>
                  <a:cubicBezTo>
                    <a:pt x="245132" y="241292"/>
                    <a:pt x="241512" y="218178"/>
                    <a:pt x="235353" y="195693"/>
                  </a:cubicBezTo>
                  <a:cubicBezTo>
                    <a:pt x="226019" y="165531"/>
                    <a:pt x="208302" y="138543"/>
                    <a:pt x="190903" y="112508"/>
                  </a:cubicBezTo>
                  <a:cubicBezTo>
                    <a:pt x="168233" y="78644"/>
                    <a:pt x="145309" y="45090"/>
                    <a:pt x="122069" y="11861"/>
                  </a:cubicBezTo>
                  <a:cubicBezTo>
                    <a:pt x="111528" y="4158"/>
                    <a:pt x="98891" y="-77"/>
                    <a:pt x="85874" y="-268"/>
                  </a:cubicBezTo>
                  <a:cubicBezTo>
                    <a:pt x="55965" y="113"/>
                    <a:pt x="27009" y="25704"/>
                    <a:pt x="15452" y="64058"/>
                  </a:cubicBezTo>
                  <a:cubicBezTo>
                    <a:pt x="6245" y="121792"/>
                    <a:pt x="1101" y="180104"/>
                    <a:pt x="149" y="238556"/>
                  </a:cubicBezTo>
                  <a:cubicBezTo>
                    <a:pt x="-2455" y="403656"/>
                    <a:pt x="30120" y="476046"/>
                    <a:pt x="22755" y="527163"/>
                  </a:cubicBezTo>
                  <a:cubicBezTo>
                    <a:pt x="20659" y="538415"/>
                    <a:pt x="22374" y="550036"/>
                    <a:pt x="27517" y="560247"/>
                  </a:cubicBezTo>
                  <a:cubicBezTo>
                    <a:pt x="33867" y="572248"/>
                    <a:pt x="47710" y="578344"/>
                    <a:pt x="60474" y="583297"/>
                  </a:cubicBezTo>
                  <a:cubicBezTo>
                    <a:pt x="109305" y="602081"/>
                    <a:pt x="160295" y="614876"/>
                    <a:pt x="212239" y="621397"/>
                  </a:cubicBezTo>
                  <a:cubicBezTo>
                    <a:pt x="219605" y="623201"/>
                    <a:pt x="227415" y="622204"/>
                    <a:pt x="234082" y="618603"/>
                  </a:cubicBezTo>
                  <a:cubicBezTo>
                    <a:pt x="241449" y="613460"/>
                    <a:pt x="242909" y="603300"/>
                    <a:pt x="243734" y="594346"/>
                  </a:cubicBezTo>
                  <a:cubicBezTo>
                    <a:pt x="244560" y="585393"/>
                    <a:pt x="245132" y="577582"/>
                    <a:pt x="245767" y="568946"/>
                  </a:cubicBezTo>
                  <a:cubicBezTo>
                    <a:pt x="253387" y="467638"/>
                    <a:pt x="253514" y="365911"/>
                    <a:pt x="246084" y="264591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39" name="任意多边形: 形状 338"/>
            <p:cNvSpPr/>
            <p:nvPr/>
          </p:nvSpPr>
          <p:spPr>
            <a:xfrm>
              <a:off x="10392473" y="10537253"/>
              <a:ext cx="379285" cy="287845"/>
            </a:xfrm>
            <a:custGeom>
              <a:avLst/>
              <a:gdLst>
                <a:gd name="connsiteX0" fmla="*/ 346646 w 379285"/>
                <a:gd name="connsiteY0" fmla="*/ 284784 h 287845"/>
                <a:gd name="connsiteX1" fmla="*/ 369570 w 379285"/>
                <a:gd name="connsiteY1" fmla="*/ 259384 h 287845"/>
                <a:gd name="connsiteX2" fmla="*/ 379285 w 379285"/>
                <a:gd name="connsiteY2" fmla="*/ 241032 h 287845"/>
                <a:gd name="connsiteX3" fmla="*/ 38100 w 379285"/>
                <a:gd name="connsiteY3" fmla="*/ 6082 h 287845"/>
                <a:gd name="connsiteX4" fmla="*/ 0 w 379285"/>
                <a:gd name="connsiteY4" fmla="*/ -268 h 287845"/>
                <a:gd name="connsiteX5" fmla="*/ 344932 w 379285"/>
                <a:gd name="connsiteY5" fmla="*/ 287578 h 287845"/>
                <a:gd name="connsiteX6" fmla="*/ 346646 w 379285"/>
                <a:gd name="connsiteY6" fmla="*/ 284784 h 2878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79285" h="287845">
                  <a:moveTo>
                    <a:pt x="346646" y="284784"/>
                  </a:moveTo>
                  <a:cubicBezTo>
                    <a:pt x="354647" y="276592"/>
                    <a:pt x="362204" y="267892"/>
                    <a:pt x="369570" y="259384"/>
                  </a:cubicBezTo>
                  <a:lnTo>
                    <a:pt x="379285" y="241032"/>
                  </a:lnTo>
                  <a:lnTo>
                    <a:pt x="38100" y="6082"/>
                  </a:lnTo>
                  <a:lnTo>
                    <a:pt x="0" y="-268"/>
                  </a:lnTo>
                  <a:cubicBezTo>
                    <a:pt x="0" y="-268"/>
                    <a:pt x="204153" y="230301"/>
                    <a:pt x="344932" y="287578"/>
                  </a:cubicBezTo>
                  <a:cubicBezTo>
                    <a:pt x="345377" y="286308"/>
                    <a:pt x="345884" y="285546"/>
                    <a:pt x="346646" y="284784"/>
                  </a:cubicBezTo>
                  <a:close/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0" name="任意多边形: 形状 339"/>
            <p:cNvSpPr/>
            <p:nvPr/>
          </p:nvSpPr>
          <p:spPr>
            <a:xfrm>
              <a:off x="10533062" y="10196893"/>
              <a:ext cx="18366" cy="25907"/>
            </a:xfrm>
            <a:custGeom>
              <a:avLst/>
              <a:gdLst>
                <a:gd name="connsiteX0" fmla="*/ 0 w 18366"/>
                <a:gd name="connsiteY0" fmla="*/ -268 h 25907"/>
                <a:gd name="connsiteX1" fmla="*/ 17081 w 18366"/>
                <a:gd name="connsiteY1" fmla="*/ 25640 h 25907"/>
                <a:gd name="connsiteX2" fmla="*/ 18352 w 18366"/>
                <a:gd name="connsiteY2" fmla="*/ 21195 h 25907"/>
                <a:gd name="connsiteX3" fmla="*/ 0 w 18366"/>
                <a:gd name="connsiteY3" fmla="*/ -268 h 25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366" h="25907">
                  <a:moveTo>
                    <a:pt x="0" y="-268"/>
                  </a:moveTo>
                  <a:lnTo>
                    <a:pt x="17081" y="25640"/>
                  </a:lnTo>
                  <a:cubicBezTo>
                    <a:pt x="17844" y="24281"/>
                    <a:pt x="18288" y="22757"/>
                    <a:pt x="18352" y="21195"/>
                  </a:cubicBezTo>
                  <a:cubicBezTo>
                    <a:pt x="18796" y="12622"/>
                    <a:pt x="8954" y="5002"/>
                    <a:pt x="0" y="-268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1" name="任意多边形: 形状 340"/>
            <p:cNvSpPr/>
            <p:nvPr/>
          </p:nvSpPr>
          <p:spPr>
            <a:xfrm>
              <a:off x="10469498" y="10226546"/>
              <a:ext cx="110353" cy="161228"/>
            </a:xfrm>
            <a:custGeom>
              <a:avLst/>
              <a:gdLst>
                <a:gd name="connsiteX0" fmla="*/ 77851 w 110353"/>
                <a:gd name="connsiteY0" fmla="*/ 1321 h 161228"/>
                <a:gd name="connsiteX1" fmla="*/ 72707 w 110353"/>
                <a:gd name="connsiteY1" fmla="*/ -266 h 161228"/>
                <a:gd name="connsiteX2" fmla="*/ 21907 w 110353"/>
                <a:gd name="connsiteY2" fmla="*/ 86157 h 161228"/>
                <a:gd name="connsiteX3" fmla="*/ 0 w 110353"/>
                <a:gd name="connsiteY3" fmla="*/ 160960 h 161228"/>
                <a:gd name="connsiteX4" fmla="*/ 72199 w 110353"/>
                <a:gd name="connsiteY4" fmla="*/ 77458 h 161228"/>
                <a:gd name="connsiteX5" fmla="*/ 105156 w 110353"/>
                <a:gd name="connsiteY5" fmla="*/ 49708 h 161228"/>
                <a:gd name="connsiteX6" fmla="*/ 105982 w 110353"/>
                <a:gd name="connsiteY6" fmla="*/ 48438 h 161228"/>
                <a:gd name="connsiteX7" fmla="*/ 106870 w 110353"/>
                <a:gd name="connsiteY7" fmla="*/ 47295 h 161228"/>
                <a:gd name="connsiteX8" fmla="*/ 110109 w 110353"/>
                <a:gd name="connsiteY8" fmla="*/ 40945 h 161228"/>
                <a:gd name="connsiteX9" fmla="*/ 77851 w 110353"/>
                <a:gd name="connsiteY9" fmla="*/ 1321 h 16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353" h="161228">
                  <a:moveTo>
                    <a:pt x="77851" y="1321"/>
                  </a:moveTo>
                  <a:cubicBezTo>
                    <a:pt x="76327" y="254"/>
                    <a:pt x="74549" y="-304"/>
                    <a:pt x="72707" y="-266"/>
                  </a:cubicBezTo>
                  <a:cubicBezTo>
                    <a:pt x="52959" y="2274"/>
                    <a:pt x="28257" y="70156"/>
                    <a:pt x="21907" y="86157"/>
                  </a:cubicBezTo>
                  <a:cubicBezTo>
                    <a:pt x="12129" y="110307"/>
                    <a:pt x="4826" y="135364"/>
                    <a:pt x="0" y="160960"/>
                  </a:cubicBezTo>
                  <a:lnTo>
                    <a:pt x="72199" y="77458"/>
                  </a:lnTo>
                  <a:cubicBezTo>
                    <a:pt x="95695" y="58408"/>
                    <a:pt x="104648" y="50470"/>
                    <a:pt x="105156" y="49708"/>
                  </a:cubicBezTo>
                  <a:cubicBezTo>
                    <a:pt x="105410" y="49270"/>
                    <a:pt x="105664" y="48845"/>
                    <a:pt x="105982" y="48438"/>
                  </a:cubicBezTo>
                  <a:lnTo>
                    <a:pt x="106870" y="47295"/>
                  </a:lnTo>
                  <a:cubicBezTo>
                    <a:pt x="107886" y="45073"/>
                    <a:pt x="109030" y="42914"/>
                    <a:pt x="110109" y="40945"/>
                  </a:cubicBezTo>
                  <a:cubicBezTo>
                    <a:pt x="112967" y="35040"/>
                    <a:pt x="90043" y="8179"/>
                    <a:pt x="77851" y="1321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2" name="任意多边形: 形状 341"/>
            <p:cNvSpPr/>
            <p:nvPr/>
          </p:nvSpPr>
          <p:spPr>
            <a:xfrm>
              <a:off x="10423832" y="10282819"/>
              <a:ext cx="192968" cy="153298"/>
            </a:xfrm>
            <a:custGeom>
              <a:avLst/>
              <a:gdLst>
                <a:gd name="connsiteX0" fmla="*/ 148219 w 192968"/>
                <a:gd name="connsiteY0" fmla="*/ 3151 h 153298"/>
                <a:gd name="connsiteX1" fmla="*/ 134566 w 192968"/>
                <a:gd name="connsiteY1" fmla="*/ 14326 h 153298"/>
                <a:gd name="connsiteX2" fmla="*/ 47317 w 192968"/>
                <a:gd name="connsiteY2" fmla="*/ 100051 h 153298"/>
                <a:gd name="connsiteX3" fmla="*/ 3629 w 192968"/>
                <a:gd name="connsiteY3" fmla="*/ 142914 h 153298"/>
                <a:gd name="connsiteX4" fmla="*/ 29982 w 192968"/>
                <a:gd name="connsiteY4" fmla="*/ 137897 h 153298"/>
                <a:gd name="connsiteX5" fmla="*/ 187525 w 192968"/>
                <a:gd name="connsiteY5" fmla="*/ 30392 h 153298"/>
                <a:gd name="connsiteX6" fmla="*/ 192415 w 192968"/>
                <a:gd name="connsiteY6" fmla="*/ 19489 h 153298"/>
                <a:gd name="connsiteX7" fmla="*/ 188668 w 192968"/>
                <a:gd name="connsiteY7" fmla="*/ 15152 h 153298"/>
                <a:gd name="connsiteX8" fmla="*/ 156537 w 192968"/>
                <a:gd name="connsiteY8" fmla="*/ 102 h 153298"/>
                <a:gd name="connsiteX9" fmla="*/ 148219 w 192968"/>
                <a:gd name="connsiteY9" fmla="*/ 3151 h 153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2968" h="153298">
                  <a:moveTo>
                    <a:pt x="148219" y="3151"/>
                  </a:moveTo>
                  <a:cubicBezTo>
                    <a:pt x="143202" y="6300"/>
                    <a:pt x="138630" y="10053"/>
                    <a:pt x="134566" y="14326"/>
                  </a:cubicBezTo>
                  <a:lnTo>
                    <a:pt x="47317" y="100051"/>
                  </a:lnTo>
                  <a:cubicBezTo>
                    <a:pt x="34046" y="113132"/>
                    <a:pt x="13536" y="127166"/>
                    <a:pt x="3629" y="142914"/>
                  </a:cubicBezTo>
                  <a:cubicBezTo>
                    <a:pt x="-10595" y="165520"/>
                    <a:pt x="20965" y="144057"/>
                    <a:pt x="29982" y="137897"/>
                  </a:cubicBezTo>
                  <a:lnTo>
                    <a:pt x="187525" y="30392"/>
                  </a:lnTo>
                  <a:cubicBezTo>
                    <a:pt x="191907" y="28728"/>
                    <a:pt x="194066" y="23845"/>
                    <a:pt x="192415" y="19489"/>
                  </a:cubicBezTo>
                  <a:cubicBezTo>
                    <a:pt x="191716" y="17654"/>
                    <a:pt x="190383" y="16117"/>
                    <a:pt x="188668" y="15152"/>
                  </a:cubicBezTo>
                  <a:cubicBezTo>
                    <a:pt x="180350" y="6008"/>
                    <a:pt x="168666" y="-2120"/>
                    <a:pt x="156537" y="102"/>
                  </a:cubicBezTo>
                  <a:cubicBezTo>
                    <a:pt x="153616" y="611"/>
                    <a:pt x="150759" y="1646"/>
                    <a:pt x="148219" y="3151"/>
                  </a:cubicBezTo>
                  <a:close/>
                </a:path>
              </a:pathLst>
            </a:custGeom>
            <a:solidFill>
              <a:srgbClr val="2F34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3" name="任意多边形: 形状 342"/>
            <p:cNvSpPr/>
            <p:nvPr/>
          </p:nvSpPr>
          <p:spPr>
            <a:xfrm>
              <a:off x="10150856" y="10432986"/>
              <a:ext cx="106213" cy="152729"/>
            </a:xfrm>
            <a:custGeom>
              <a:avLst/>
              <a:gdLst>
                <a:gd name="connsiteX0" fmla="*/ 0 w 106213"/>
                <a:gd name="connsiteY0" fmla="*/ 73265 h 152729"/>
                <a:gd name="connsiteX1" fmla="*/ 19050 w 106213"/>
                <a:gd name="connsiteY1" fmla="*/ 8749 h 152729"/>
                <a:gd name="connsiteX2" fmla="*/ 81978 w 106213"/>
                <a:gd name="connsiteY2" fmla="*/ -268 h 152729"/>
                <a:gd name="connsiteX3" fmla="*/ 87947 w 106213"/>
                <a:gd name="connsiteY3" fmla="*/ 41197 h 152729"/>
                <a:gd name="connsiteX4" fmla="*/ 106108 w 106213"/>
                <a:gd name="connsiteY4" fmla="*/ 98856 h 152729"/>
                <a:gd name="connsiteX5" fmla="*/ 25526 w 106213"/>
                <a:gd name="connsiteY5" fmla="*/ 151941 h 152729"/>
                <a:gd name="connsiteX6" fmla="*/ 0 w 106213"/>
                <a:gd name="connsiteY6" fmla="*/ 73265 h 152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213" h="152729">
                  <a:moveTo>
                    <a:pt x="0" y="73265"/>
                  </a:moveTo>
                  <a:cubicBezTo>
                    <a:pt x="0" y="73265"/>
                    <a:pt x="5080" y="10527"/>
                    <a:pt x="19050" y="8749"/>
                  </a:cubicBezTo>
                  <a:cubicBezTo>
                    <a:pt x="33020" y="6971"/>
                    <a:pt x="59626" y="-204"/>
                    <a:pt x="81978" y="-268"/>
                  </a:cubicBezTo>
                  <a:cubicBezTo>
                    <a:pt x="104330" y="-331"/>
                    <a:pt x="87947" y="41197"/>
                    <a:pt x="87947" y="41197"/>
                  </a:cubicBezTo>
                  <a:cubicBezTo>
                    <a:pt x="87947" y="41197"/>
                    <a:pt x="107823" y="83933"/>
                    <a:pt x="106108" y="98856"/>
                  </a:cubicBezTo>
                  <a:cubicBezTo>
                    <a:pt x="104394" y="113778"/>
                    <a:pt x="36957" y="157720"/>
                    <a:pt x="25526" y="151941"/>
                  </a:cubicBezTo>
                  <a:cubicBezTo>
                    <a:pt x="14097" y="146163"/>
                    <a:pt x="0" y="73265"/>
                    <a:pt x="0" y="73265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4" name="任意多边形: 形状 343"/>
            <p:cNvSpPr/>
            <p:nvPr/>
          </p:nvSpPr>
          <p:spPr>
            <a:xfrm>
              <a:off x="10335593" y="10410761"/>
              <a:ext cx="204708" cy="208724"/>
            </a:xfrm>
            <a:custGeom>
              <a:avLst/>
              <a:gdLst>
                <a:gd name="connsiteX0" fmla="*/ 173657 w 204708"/>
                <a:gd name="connsiteY0" fmla="*/ 93966 h 208724"/>
                <a:gd name="connsiteX1" fmla="*/ 136001 w 204708"/>
                <a:gd name="connsiteY1" fmla="*/ 75932 h 208724"/>
                <a:gd name="connsiteX2" fmla="*/ 106791 w 204708"/>
                <a:gd name="connsiteY2" fmla="*/ -268 h 208724"/>
                <a:gd name="connsiteX3" fmla="*/ 68691 w 204708"/>
                <a:gd name="connsiteY3" fmla="*/ 24497 h 208724"/>
                <a:gd name="connsiteX4" fmla="*/ 15288 w 204708"/>
                <a:gd name="connsiteY4" fmla="*/ 7415 h 208724"/>
                <a:gd name="connsiteX5" fmla="*/ 12684 w 204708"/>
                <a:gd name="connsiteY5" fmla="*/ 55866 h 208724"/>
                <a:gd name="connsiteX6" fmla="*/ 492 w 204708"/>
                <a:gd name="connsiteY6" fmla="*/ 108190 h 208724"/>
                <a:gd name="connsiteX7" fmla="*/ 66786 w 204708"/>
                <a:gd name="connsiteY7" fmla="*/ 156196 h 208724"/>
                <a:gd name="connsiteX8" fmla="*/ 109839 w 204708"/>
                <a:gd name="connsiteY8" fmla="*/ 160323 h 208724"/>
                <a:gd name="connsiteX9" fmla="*/ 204708 w 204708"/>
                <a:gd name="connsiteY9" fmla="*/ 208457 h 20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4708" h="208724">
                  <a:moveTo>
                    <a:pt x="173657" y="93966"/>
                  </a:moveTo>
                  <a:lnTo>
                    <a:pt x="136001" y="75932"/>
                  </a:lnTo>
                  <a:lnTo>
                    <a:pt x="106791" y="-268"/>
                  </a:lnTo>
                  <a:lnTo>
                    <a:pt x="68691" y="24497"/>
                  </a:lnTo>
                  <a:cubicBezTo>
                    <a:pt x="68691" y="24497"/>
                    <a:pt x="19225" y="-6173"/>
                    <a:pt x="15288" y="7415"/>
                  </a:cubicBezTo>
                  <a:cubicBezTo>
                    <a:pt x="11350" y="21004"/>
                    <a:pt x="12684" y="55866"/>
                    <a:pt x="12684" y="55866"/>
                  </a:cubicBezTo>
                  <a:cubicBezTo>
                    <a:pt x="12684" y="55866"/>
                    <a:pt x="-2937" y="86917"/>
                    <a:pt x="492" y="108190"/>
                  </a:cubicBezTo>
                  <a:cubicBezTo>
                    <a:pt x="3921" y="129462"/>
                    <a:pt x="66786" y="156196"/>
                    <a:pt x="66786" y="156196"/>
                  </a:cubicBezTo>
                  <a:cubicBezTo>
                    <a:pt x="66786" y="156196"/>
                    <a:pt x="101330" y="152640"/>
                    <a:pt x="109839" y="160323"/>
                  </a:cubicBezTo>
                  <a:cubicBezTo>
                    <a:pt x="118348" y="168007"/>
                    <a:pt x="204708" y="208457"/>
                    <a:pt x="204708" y="208457"/>
                  </a:cubicBez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5" name="任意多边形: 形状 344"/>
            <p:cNvSpPr/>
            <p:nvPr/>
          </p:nvSpPr>
          <p:spPr>
            <a:xfrm>
              <a:off x="10505503" y="10426255"/>
              <a:ext cx="214312" cy="177800"/>
            </a:xfrm>
            <a:custGeom>
              <a:avLst/>
              <a:gdLst>
                <a:gd name="connsiteX0" fmla="*/ 214313 w 214312"/>
                <a:gd name="connsiteY0" fmla="*/ 177532 h 177800"/>
                <a:gd name="connsiteX1" fmla="*/ 67373 w 214312"/>
                <a:gd name="connsiteY1" fmla="*/ -268 h 177800"/>
                <a:gd name="connsiteX2" fmla="*/ 146939 w 214312"/>
                <a:gd name="connsiteY2" fmla="*/ 131367 h 177800"/>
                <a:gd name="connsiteX3" fmla="*/ 171450 w 214312"/>
                <a:gd name="connsiteY3" fmla="*/ 140511 h 177800"/>
                <a:gd name="connsiteX4" fmla="*/ 36766 w 214312"/>
                <a:gd name="connsiteY4" fmla="*/ 70153 h 177800"/>
                <a:gd name="connsiteX5" fmla="*/ 0 w 214312"/>
                <a:gd name="connsiteY5" fmla="*/ 70153 h 177800"/>
                <a:gd name="connsiteX6" fmla="*/ 6350 w 214312"/>
                <a:gd name="connsiteY6" fmla="*/ 76503 h 177800"/>
                <a:gd name="connsiteX7" fmla="*/ 15557 w 214312"/>
                <a:gd name="connsiteY7" fmla="*/ 73455 h 177800"/>
                <a:gd name="connsiteX8" fmla="*/ 174752 w 214312"/>
                <a:gd name="connsiteY8" fmla="*/ 168324 h 177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4312" h="177800">
                  <a:moveTo>
                    <a:pt x="214313" y="177532"/>
                  </a:moveTo>
                  <a:lnTo>
                    <a:pt x="67373" y="-268"/>
                  </a:lnTo>
                  <a:cubicBezTo>
                    <a:pt x="93852" y="43629"/>
                    <a:pt x="120396" y="87508"/>
                    <a:pt x="146939" y="131367"/>
                  </a:cubicBezTo>
                  <a:cubicBezTo>
                    <a:pt x="165481" y="140511"/>
                    <a:pt x="170688" y="141654"/>
                    <a:pt x="171450" y="140511"/>
                  </a:cubicBezTo>
                  <a:cubicBezTo>
                    <a:pt x="175006" y="134796"/>
                    <a:pt x="62738" y="70217"/>
                    <a:pt x="36766" y="70153"/>
                  </a:cubicBezTo>
                  <a:lnTo>
                    <a:pt x="0" y="70153"/>
                  </a:lnTo>
                  <a:cubicBezTo>
                    <a:pt x="1079" y="73119"/>
                    <a:pt x="3365" y="75450"/>
                    <a:pt x="6350" y="76503"/>
                  </a:cubicBezTo>
                  <a:cubicBezTo>
                    <a:pt x="9715" y="76834"/>
                    <a:pt x="13081" y="75729"/>
                    <a:pt x="15557" y="73455"/>
                  </a:cubicBezTo>
                  <a:cubicBezTo>
                    <a:pt x="21209" y="69074"/>
                    <a:pt x="60960" y="90029"/>
                    <a:pt x="174752" y="168324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6" name="任意多边形: 形状 345"/>
            <p:cNvSpPr/>
            <p:nvPr/>
          </p:nvSpPr>
          <p:spPr>
            <a:xfrm>
              <a:off x="10463272" y="10308201"/>
              <a:ext cx="434818" cy="492286"/>
            </a:xfrm>
            <a:custGeom>
              <a:avLst/>
              <a:gdLst>
                <a:gd name="connsiteX0" fmla="*/ 391735 w 434818"/>
                <a:gd name="connsiteY0" fmla="*/ 482213 h 492286"/>
                <a:gd name="connsiteX1" fmla="*/ 430978 w 434818"/>
                <a:gd name="connsiteY1" fmla="*/ 430270 h 492286"/>
                <a:gd name="connsiteX2" fmla="*/ 412627 w 434818"/>
                <a:gd name="connsiteY2" fmla="*/ 329241 h 492286"/>
                <a:gd name="connsiteX3" fmla="*/ 241177 w 434818"/>
                <a:gd name="connsiteY3" fmla="*/ 35363 h 492286"/>
                <a:gd name="connsiteX4" fmla="*/ 189107 w 434818"/>
                <a:gd name="connsiteY4" fmla="*/ 1708 h 492286"/>
                <a:gd name="connsiteX5" fmla="*/ 137671 w 434818"/>
                <a:gd name="connsiteY5" fmla="*/ 6217 h 492286"/>
                <a:gd name="connsiteX6" fmla="*/ 83823 w 434818"/>
                <a:gd name="connsiteY6" fmla="*/ 78353 h 492286"/>
                <a:gd name="connsiteX7" fmla="*/ 94999 w 434818"/>
                <a:gd name="connsiteY7" fmla="*/ 102038 h 492286"/>
                <a:gd name="connsiteX8" fmla="*/ 257559 w 434818"/>
                <a:gd name="connsiteY8" fmla="*/ 286188 h 492286"/>
                <a:gd name="connsiteX9" fmla="*/ 87507 w 434818"/>
                <a:gd name="connsiteY9" fmla="*/ 196590 h 492286"/>
                <a:gd name="connsiteX10" fmla="*/ 53852 w 434818"/>
                <a:gd name="connsiteY10" fmla="*/ 190938 h 492286"/>
                <a:gd name="connsiteX11" fmla="*/ 3496 w 434818"/>
                <a:gd name="connsiteY11" fmla="*/ 263455 h 492286"/>
                <a:gd name="connsiteX12" fmla="*/ 5147 w 434818"/>
                <a:gd name="connsiteY12" fmla="*/ 313557 h 492286"/>
                <a:gd name="connsiteX13" fmla="*/ 23689 w 434818"/>
                <a:gd name="connsiteY13" fmla="*/ 332607 h 492286"/>
                <a:gd name="connsiteX14" fmla="*/ 302645 w 434818"/>
                <a:gd name="connsiteY14" fmla="*/ 484181 h 492286"/>
                <a:gd name="connsiteX15" fmla="*/ 391735 w 434818"/>
                <a:gd name="connsiteY15" fmla="*/ 482213 h 492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34818" h="492286">
                  <a:moveTo>
                    <a:pt x="391735" y="482213"/>
                  </a:moveTo>
                  <a:cubicBezTo>
                    <a:pt x="410721" y="470281"/>
                    <a:pt x="424692" y="451803"/>
                    <a:pt x="430978" y="430270"/>
                  </a:cubicBezTo>
                  <a:cubicBezTo>
                    <a:pt x="442598" y="391598"/>
                    <a:pt x="425327" y="355657"/>
                    <a:pt x="412627" y="329241"/>
                  </a:cubicBezTo>
                  <a:cubicBezTo>
                    <a:pt x="367034" y="233991"/>
                    <a:pt x="310137" y="112579"/>
                    <a:pt x="241177" y="35363"/>
                  </a:cubicBezTo>
                  <a:cubicBezTo>
                    <a:pt x="227842" y="18910"/>
                    <a:pt x="209617" y="7125"/>
                    <a:pt x="189107" y="1708"/>
                  </a:cubicBezTo>
                  <a:cubicBezTo>
                    <a:pt x="171898" y="-2019"/>
                    <a:pt x="153991" y="-451"/>
                    <a:pt x="137671" y="6217"/>
                  </a:cubicBezTo>
                  <a:cubicBezTo>
                    <a:pt x="107382" y="18599"/>
                    <a:pt x="81537" y="49841"/>
                    <a:pt x="83823" y="78353"/>
                  </a:cubicBezTo>
                  <a:cubicBezTo>
                    <a:pt x="84840" y="87262"/>
                    <a:pt x="88777" y="95593"/>
                    <a:pt x="94999" y="102038"/>
                  </a:cubicBezTo>
                  <a:lnTo>
                    <a:pt x="257559" y="286188"/>
                  </a:lnTo>
                  <a:cubicBezTo>
                    <a:pt x="205744" y="247866"/>
                    <a:pt x="148403" y="217653"/>
                    <a:pt x="87507" y="196590"/>
                  </a:cubicBezTo>
                  <a:cubicBezTo>
                    <a:pt x="76902" y="192037"/>
                    <a:pt x="65345" y="190100"/>
                    <a:pt x="53852" y="190938"/>
                  </a:cubicBezTo>
                  <a:cubicBezTo>
                    <a:pt x="22673" y="195320"/>
                    <a:pt x="9846" y="232594"/>
                    <a:pt x="3496" y="263455"/>
                  </a:cubicBezTo>
                  <a:cubicBezTo>
                    <a:pt x="4" y="280219"/>
                    <a:pt x="-2854" y="298698"/>
                    <a:pt x="5147" y="313557"/>
                  </a:cubicBezTo>
                  <a:cubicBezTo>
                    <a:pt x="10036" y="321050"/>
                    <a:pt x="16323" y="327521"/>
                    <a:pt x="23689" y="332607"/>
                  </a:cubicBezTo>
                  <a:cubicBezTo>
                    <a:pt x="105414" y="397504"/>
                    <a:pt x="169295" y="451225"/>
                    <a:pt x="302645" y="484181"/>
                  </a:cubicBezTo>
                  <a:cubicBezTo>
                    <a:pt x="338522" y="493135"/>
                    <a:pt x="366589" y="496754"/>
                    <a:pt x="391735" y="482213"/>
                  </a:cubicBezTo>
                  <a:close/>
                </a:path>
              </a:pathLst>
            </a:custGeom>
            <a:solidFill>
              <a:srgbClr val="FF725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7" name="任意多边形: 形状 346"/>
            <p:cNvSpPr/>
            <p:nvPr/>
          </p:nvSpPr>
          <p:spPr>
            <a:xfrm>
              <a:off x="10487027" y="10492511"/>
              <a:ext cx="67633" cy="158364"/>
            </a:xfrm>
            <a:custGeom>
              <a:avLst/>
              <a:gdLst>
                <a:gd name="connsiteX0" fmla="*/ 59243 w 67633"/>
                <a:gd name="connsiteY0" fmla="*/ 2437 h 158364"/>
                <a:gd name="connsiteX1" fmla="*/ 316 w 67633"/>
                <a:gd name="connsiteY1" fmla="*/ 152614 h 158364"/>
                <a:gd name="connsiteX2" fmla="*/ 8379 w 67633"/>
                <a:gd name="connsiteY2" fmla="*/ 155408 h 158364"/>
                <a:gd name="connsiteX3" fmla="*/ 67308 w 67633"/>
                <a:gd name="connsiteY3" fmla="*/ 5231 h 158364"/>
                <a:gd name="connsiteX4" fmla="*/ 59243 w 67633"/>
                <a:gd name="connsiteY4" fmla="*/ 2437 h 15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7633" h="158364">
                  <a:moveTo>
                    <a:pt x="59243" y="2437"/>
                  </a:moveTo>
                  <a:cubicBezTo>
                    <a:pt x="39622" y="52475"/>
                    <a:pt x="20000" y="102532"/>
                    <a:pt x="316" y="152614"/>
                  </a:cubicBezTo>
                  <a:cubicBezTo>
                    <a:pt x="-1717" y="157694"/>
                    <a:pt x="6666" y="160488"/>
                    <a:pt x="8379" y="155408"/>
                  </a:cubicBezTo>
                  <a:cubicBezTo>
                    <a:pt x="28002" y="105326"/>
                    <a:pt x="47686" y="55269"/>
                    <a:pt x="67308" y="5231"/>
                  </a:cubicBezTo>
                  <a:cubicBezTo>
                    <a:pt x="69340" y="87"/>
                    <a:pt x="61275" y="-2643"/>
                    <a:pt x="59243" y="2437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8" name="任意多边形: 形状 347"/>
            <p:cNvSpPr/>
            <p:nvPr/>
          </p:nvSpPr>
          <p:spPr>
            <a:xfrm>
              <a:off x="10674726" y="10566399"/>
              <a:ext cx="76356" cy="36238"/>
            </a:xfrm>
            <a:custGeom>
              <a:avLst/>
              <a:gdLst>
                <a:gd name="connsiteX0" fmla="*/ 3815 w 76356"/>
                <a:gd name="connsiteY0" fmla="*/ 7226 h 36238"/>
                <a:gd name="connsiteX1" fmla="*/ 70490 w 76356"/>
                <a:gd name="connsiteY1" fmla="*/ 35420 h 36238"/>
                <a:gd name="connsiteX2" fmla="*/ 72839 w 76356"/>
                <a:gd name="connsiteY2" fmla="*/ 28498 h 36238"/>
                <a:gd name="connsiteX3" fmla="*/ 5974 w 76356"/>
                <a:gd name="connsiteY3" fmla="*/ 304 h 36238"/>
                <a:gd name="connsiteX4" fmla="*/ 3561 w 76356"/>
                <a:gd name="connsiteY4" fmla="*/ 7226 h 3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6356" h="36238">
                  <a:moveTo>
                    <a:pt x="3815" y="7226"/>
                  </a:moveTo>
                  <a:lnTo>
                    <a:pt x="70490" y="35420"/>
                  </a:lnTo>
                  <a:cubicBezTo>
                    <a:pt x="76522" y="37959"/>
                    <a:pt x="78872" y="31038"/>
                    <a:pt x="72839" y="28498"/>
                  </a:cubicBezTo>
                  <a:lnTo>
                    <a:pt x="5974" y="304"/>
                  </a:lnTo>
                  <a:cubicBezTo>
                    <a:pt x="-376" y="-2299"/>
                    <a:pt x="-2408" y="4685"/>
                    <a:pt x="3561" y="7226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49" name="任意多边形: 形状 348"/>
            <p:cNvSpPr/>
            <p:nvPr/>
          </p:nvSpPr>
          <p:spPr>
            <a:xfrm>
              <a:off x="11082972" y="11558143"/>
              <a:ext cx="233870" cy="134429"/>
            </a:xfrm>
            <a:custGeom>
              <a:avLst/>
              <a:gdLst>
                <a:gd name="connsiteX0" fmla="*/ 1842 w 233870"/>
                <a:gd name="connsiteY0" fmla="*/ -268 h 134429"/>
                <a:gd name="connsiteX1" fmla="*/ 0 w 233870"/>
                <a:gd name="connsiteY1" fmla="*/ 89711 h 134429"/>
                <a:gd name="connsiteX2" fmla="*/ 215900 w 233870"/>
                <a:gd name="connsiteY2" fmla="*/ 134161 h 134429"/>
                <a:gd name="connsiteX3" fmla="*/ 233871 w 233870"/>
                <a:gd name="connsiteY3" fmla="*/ 47547 h 134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3870" h="134429">
                  <a:moveTo>
                    <a:pt x="1842" y="-268"/>
                  </a:moveTo>
                  <a:cubicBezTo>
                    <a:pt x="3048" y="29736"/>
                    <a:pt x="2477" y="59784"/>
                    <a:pt x="0" y="89711"/>
                  </a:cubicBezTo>
                  <a:lnTo>
                    <a:pt x="215900" y="134161"/>
                  </a:lnTo>
                  <a:lnTo>
                    <a:pt x="233871" y="47547"/>
                  </a:ln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0" name="任意多边形: 形状 349"/>
            <p:cNvSpPr/>
            <p:nvPr/>
          </p:nvSpPr>
          <p:spPr>
            <a:xfrm>
              <a:off x="11148758" y="11574907"/>
              <a:ext cx="167830" cy="117919"/>
            </a:xfrm>
            <a:custGeom>
              <a:avLst/>
              <a:gdLst>
                <a:gd name="connsiteX0" fmla="*/ 16701 w 167830"/>
                <a:gd name="connsiteY0" fmla="*/ -268 h 117919"/>
                <a:gd name="connsiteX1" fmla="*/ 0 w 167830"/>
                <a:gd name="connsiteY1" fmla="*/ 86536 h 117919"/>
                <a:gd name="connsiteX2" fmla="*/ 149861 w 167830"/>
                <a:gd name="connsiteY2" fmla="*/ 117651 h 117919"/>
                <a:gd name="connsiteX3" fmla="*/ 167831 w 167830"/>
                <a:gd name="connsiteY3" fmla="*/ 31037 h 117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7830" h="117919">
                  <a:moveTo>
                    <a:pt x="16701" y="-268"/>
                  </a:moveTo>
                  <a:cubicBezTo>
                    <a:pt x="12954" y="28980"/>
                    <a:pt x="7366" y="57974"/>
                    <a:pt x="0" y="86536"/>
                  </a:cubicBezTo>
                  <a:lnTo>
                    <a:pt x="149861" y="117651"/>
                  </a:lnTo>
                  <a:lnTo>
                    <a:pt x="167831" y="31037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1" name="任意多边形: 形状 350"/>
            <p:cNvSpPr/>
            <p:nvPr/>
          </p:nvSpPr>
          <p:spPr>
            <a:xfrm>
              <a:off x="11291061" y="11606085"/>
              <a:ext cx="88314" cy="354075"/>
            </a:xfrm>
            <a:custGeom>
              <a:avLst/>
              <a:gdLst>
                <a:gd name="connsiteX0" fmla="*/ 31814 w 88314"/>
                <a:gd name="connsiteY0" fmla="*/ 348728 h 354075"/>
                <a:gd name="connsiteX1" fmla="*/ 48196 w 88314"/>
                <a:gd name="connsiteY1" fmla="*/ 275703 h 354075"/>
                <a:gd name="connsiteX2" fmla="*/ 72454 w 88314"/>
                <a:gd name="connsiteY2" fmla="*/ 150481 h 354075"/>
                <a:gd name="connsiteX3" fmla="*/ 86868 w 88314"/>
                <a:gd name="connsiteY3" fmla="*/ 30276 h 354075"/>
                <a:gd name="connsiteX4" fmla="*/ 42990 w 88314"/>
                <a:gd name="connsiteY4" fmla="*/ -268 h 354075"/>
                <a:gd name="connsiteX5" fmla="*/ 57150 w 88314"/>
                <a:gd name="connsiteY5" fmla="*/ 1066 h 354075"/>
                <a:gd name="connsiteX6" fmla="*/ 0 w 88314"/>
                <a:gd name="connsiteY6" fmla="*/ 353808 h 354075"/>
                <a:gd name="connsiteX7" fmla="*/ 4064 w 88314"/>
                <a:gd name="connsiteY7" fmla="*/ 352792 h 354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314" h="354075">
                  <a:moveTo>
                    <a:pt x="31814" y="348728"/>
                  </a:moveTo>
                  <a:cubicBezTo>
                    <a:pt x="36132" y="348093"/>
                    <a:pt x="46609" y="282942"/>
                    <a:pt x="48196" y="275703"/>
                  </a:cubicBezTo>
                  <a:cubicBezTo>
                    <a:pt x="57214" y="234174"/>
                    <a:pt x="65215" y="192391"/>
                    <a:pt x="72454" y="150481"/>
                  </a:cubicBezTo>
                  <a:cubicBezTo>
                    <a:pt x="78804" y="113079"/>
                    <a:pt x="92837" y="67931"/>
                    <a:pt x="86868" y="30276"/>
                  </a:cubicBezTo>
                  <a:cubicBezTo>
                    <a:pt x="84201" y="13385"/>
                    <a:pt x="57023" y="4876"/>
                    <a:pt x="42990" y="-268"/>
                  </a:cubicBezTo>
                  <a:lnTo>
                    <a:pt x="57150" y="1066"/>
                  </a:lnTo>
                  <a:lnTo>
                    <a:pt x="0" y="353808"/>
                  </a:lnTo>
                  <a:lnTo>
                    <a:pt x="4064" y="352792"/>
                  </a:ln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2" name="任意多边形: 形状 351"/>
            <p:cNvSpPr/>
            <p:nvPr/>
          </p:nvSpPr>
          <p:spPr>
            <a:xfrm>
              <a:off x="11156124" y="11584791"/>
              <a:ext cx="211893" cy="383289"/>
            </a:xfrm>
            <a:custGeom>
              <a:avLst/>
              <a:gdLst>
                <a:gd name="connsiteX0" fmla="*/ 68770 w 211893"/>
                <a:gd name="connsiteY0" fmla="*/ 3944 h 383289"/>
                <a:gd name="connsiteX1" fmla="*/ 77978 w 211893"/>
                <a:gd name="connsiteY1" fmla="*/ 27439 h 383289"/>
                <a:gd name="connsiteX2" fmla="*/ 52578 w 211893"/>
                <a:gd name="connsiteY2" fmla="*/ 87637 h 383289"/>
                <a:gd name="connsiteX3" fmla="*/ 61785 w 211893"/>
                <a:gd name="connsiteY3" fmla="*/ 92717 h 383289"/>
                <a:gd name="connsiteX4" fmla="*/ 73978 w 211893"/>
                <a:gd name="connsiteY4" fmla="*/ 66174 h 383289"/>
                <a:gd name="connsiteX5" fmla="*/ 16828 w 211893"/>
                <a:gd name="connsiteY5" fmla="*/ 78874 h 383289"/>
                <a:gd name="connsiteX6" fmla="*/ 0 w 211893"/>
                <a:gd name="connsiteY6" fmla="*/ 137739 h 383289"/>
                <a:gd name="connsiteX7" fmla="*/ 81979 w 211893"/>
                <a:gd name="connsiteY7" fmla="*/ 135643 h 383289"/>
                <a:gd name="connsiteX8" fmla="*/ 70739 w 211893"/>
                <a:gd name="connsiteY8" fmla="*/ 265247 h 383289"/>
                <a:gd name="connsiteX9" fmla="*/ 68707 w 211893"/>
                <a:gd name="connsiteY9" fmla="*/ 363164 h 383289"/>
                <a:gd name="connsiteX10" fmla="*/ 80963 w 211893"/>
                <a:gd name="connsiteY10" fmla="*/ 379547 h 383289"/>
                <a:gd name="connsiteX11" fmla="*/ 130937 w 211893"/>
                <a:gd name="connsiteY11" fmla="*/ 379547 h 383289"/>
                <a:gd name="connsiteX12" fmla="*/ 155448 w 211893"/>
                <a:gd name="connsiteY12" fmla="*/ 374403 h 383289"/>
                <a:gd name="connsiteX13" fmla="*/ 210566 w 211893"/>
                <a:gd name="connsiteY13" fmla="*/ 60141 h 383289"/>
                <a:gd name="connsiteX14" fmla="*/ 207455 w 211893"/>
                <a:gd name="connsiteY14" fmla="*/ 33598 h 383289"/>
                <a:gd name="connsiteX15" fmla="*/ 195580 w 211893"/>
                <a:gd name="connsiteY15" fmla="*/ 24137 h 383289"/>
                <a:gd name="connsiteX16" fmla="*/ 68580 w 211893"/>
                <a:gd name="connsiteY16" fmla="*/ 4008 h 383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1893" h="383289">
                  <a:moveTo>
                    <a:pt x="68770" y="3944"/>
                  </a:moveTo>
                  <a:cubicBezTo>
                    <a:pt x="73533" y="10992"/>
                    <a:pt x="76708" y="19019"/>
                    <a:pt x="77978" y="27439"/>
                  </a:cubicBezTo>
                  <a:cubicBezTo>
                    <a:pt x="82741" y="60269"/>
                    <a:pt x="55499" y="84907"/>
                    <a:pt x="52578" y="87637"/>
                  </a:cubicBezTo>
                  <a:cubicBezTo>
                    <a:pt x="57277" y="92908"/>
                    <a:pt x="60769" y="92780"/>
                    <a:pt x="61785" y="92717"/>
                  </a:cubicBezTo>
                  <a:cubicBezTo>
                    <a:pt x="68135" y="92146"/>
                    <a:pt x="74105" y="81732"/>
                    <a:pt x="73978" y="66174"/>
                  </a:cubicBezTo>
                  <a:cubicBezTo>
                    <a:pt x="67628" y="67380"/>
                    <a:pt x="42672" y="72143"/>
                    <a:pt x="16828" y="78874"/>
                  </a:cubicBezTo>
                  <a:cubicBezTo>
                    <a:pt x="5906" y="94622"/>
                    <a:pt x="1524" y="115767"/>
                    <a:pt x="0" y="137739"/>
                  </a:cubicBezTo>
                  <a:cubicBezTo>
                    <a:pt x="26988" y="144470"/>
                    <a:pt x="55372" y="143746"/>
                    <a:pt x="81979" y="135643"/>
                  </a:cubicBezTo>
                  <a:cubicBezTo>
                    <a:pt x="85090" y="179166"/>
                    <a:pt x="81344" y="222892"/>
                    <a:pt x="70739" y="265247"/>
                  </a:cubicBezTo>
                  <a:cubicBezTo>
                    <a:pt x="70739" y="265247"/>
                    <a:pt x="55626" y="324047"/>
                    <a:pt x="68707" y="363164"/>
                  </a:cubicBezTo>
                  <a:cubicBezTo>
                    <a:pt x="70803" y="369895"/>
                    <a:pt x="75120" y="375673"/>
                    <a:pt x="80963" y="379547"/>
                  </a:cubicBezTo>
                  <a:cubicBezTo>
                    <a:pt x="84899" y="382087"/>
                    <a:pt x="93663" y="385897"/>
                    <a:pt x="130937" y="379547"/>
                  </a:cubicBezTo>
                  <a:cubicBezTo>
                    <a:pt x="141415" y="377641"/>
                    <a:pt x="149987" y="375737"/>
                    <a:pt x="155448" y="374403"/>
                  </a:cubicBezTo>
                  <a:cubicBezTo>
                    <a:pt x="185103" y="203905"/>
                    <a:pt x="206248" y="80080"/>
                    <a:pt x="210566" y="60141"/>
                  </a:cubicBezTo>
                  <a:cubicBezTo>
                    <a:pt x="213106" y="51233"/>
                    <a:pt x="211963" y="41688"/>
                    <a:pt x="207455" y="33598"/>
                  </a:cubicBezTo>
                  <a:cubicBezTo>
                    <a:pt x="204470" y="29389"/>
                    <a:pt x="200343" y="26105"/>
                    <a:pt x="195580" y="24137"/>
                  </a:cubicBezTo>
                  <a:cubicBezTo>
                    <a:pt x="157417" y="1404"/>
                    <a:pt x="111951" y="-5797"/>
                    <a:pt x="68580" y="400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3" name="任意多边形: 形状 352"/>
            <p:cNvSpPr/>
            <p:nvPr/>
          </p:nvSpPr>
          <p:spPr>
            <a:xfrm>
              <a:off x="11218847" y="11850129"/>
              <a:ext cx="113836" cy="118351"/>
            </a:xfrm>
            <a:custGeom>
              <a:avLst/>
              <a:gdLst>
                <a:gd name="connsiteX0" fmla="*/ 65673 w 113836"/>
                <a:gd name="connsiteY0" fmla="*/ 1814 h 118351"/>
                <a:gd name="connsiteX1" fmla="*/ 7127 w 113836"/>
                <a:gd name="connsiteY1" fmla="*/ 99 h 118351"/>
                <a:gd name="connsiteX2" fmla="*/ 5412 w 113836"/>
                <a:gd name="connsiteY2" fmla="*/ 98016 h 118351"/>
                <a:gd name="connsiteX3" fmla="*/ 18112 w 113836"/>
                <a:gd name="connsiteY3" fmla="*/ 114589 h 118351"/>
                <a:gd name="connsiteX4" fmla="*/ 68912 w 113836"/>
                <a:gd name="connsiteY4" fmla="*/ 114589 h 118351"/>
                <a:gd name="connsiteX5" fmla="*/ 93677 w 113836"/>
                <a:gd name="connsiteY5" fmla="*/ 109383 h 118351"/>
                <a:gd name="connsiteX6" fmla="*/ 102440 w 113836"/>
                <a:gd name="connsiteY6" fmla="*/ 98588 h 118351"/>
                <a:gd name="connsiteX7" fmla="*/ 113616 w 113836"/>
                <a:gd name="connsiteY7" fmla="*/ 44486 h 118351"/>
                <a:gd name="connsiteX8" fmla="*/ 112600 w 113836"/>
                <a:gd name="connsiteY8" fmla="*/ 480 h 118351"/>
                <a:gd name="connsiteX9" fmla="*/ 65673 w 113836"/>
                <a:gd name="connsiteY9" fmla="*/ 1814 h 118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836" h="118351">
                  <a:moveTo>
                    <a:pt x="65673" y="1814"/>
                  </a:moveTo>
                  <a:cubicBezTo>
                    <a:pt x="52973" y="2322"/>
                    <a:pt x="27066" y="-1425"/>
                    <a:pt x="7127" y="99"/>
                  </a:cubicBezTo>
                  <a:cubicBezTo>
                    <a:pt x="5158" y="8481"/>
                    <a:pt x="-6780" y="61567"/>
                    <a:pt x="5412" y="98016"/>
                  </a:cubicBezTo>
                  <a:cubicBezTo>
                    <a:pt x="7634" y="104811"/>
                    <a:pt x="12080" y="110652"/>
                    <a:pt x="18112" y="114589"/>
                  </a:cubicBezTo>
                  <a:cubicBezTo>
                    <a:pt x="22176" y="117193"/>
                    <a:pt x="30812" y="120939"/>
                    <a:pt x="68912" y="114589"/>
                  </a:cubicBezTo>
                  <a:cubicBezTo>
                    <a:pt x="79517" y="112685"/>
                    <a:pt x="87962" y="110780"/>
                    <a:pt x="93677" y="109383"/>
                  </a:cubicBezTo>
                  <a:cubicBezTo>
                    <a:pt x="96979" y="106144"/>
                    <a:pt x="99900" y="102525"/>
                    <a:pt x="102440" y="98588"/>
                  </a:cubicBezTo>
                  <a:cubicBezTo>
                    <a:pt x="108092" y="89761"/>
                    <a:pt x="112600" y="77950"/>
                    <a:pt x="113616" y="44486"/>
                  </a:cubicBezTo>
                  <a:cubicBezTo>
                    <a:pt x="114124" y="29817"/>
                    <a:pt x="113743" y="15149"/>
                    <a:pt x="112600" y="480"/>
                  </a:cubicBezTo>
                  <a:cubicBezTo>
                    <a:pt x="96852" y="607"/>
                    <a:pt x="81168" y="1242"/>
                    <a:pt x="65673" y="1814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4" name="任意多边形: 形状 353"/>
            <p:cNvSpPr/>
            <p:nvPr/>
          </p:nvSpPr>
          <p:spPr>
            <a:xfrm>
              <a:off x="11294935" y="11587162"/>
              <a:ext cx="71590" cy="54776"/>
            </a:xfrm>
            <a:custGeom>
              <a:avLst/>
              <a:gdLst>
                <a:gd name="connsiteX0" fmla="*/ 38100 w 71590"/>
                <a:gd name="connsiteY0" fmla="*/ 12432 h 54776"/>
                <a:gd name="connsiteX1" fmla="*/ 0 w 71590"/>
                <a:gd name="connsiteY1" fmla="*/ -268 h 54776"/>
                <a:gd name="connsiteX2" fmla="*/ 32639 w 71590"/>
                <a:gd name="connsiteY2" fmla="*/ 44182 h 54776"/>
                <a:gd name="connsiteX3" fmla="*/ 39433 w 71590"/>
                <a:gd name="connsiteY3" fmla="*/ 47738 h 54776"/>
                <a:gd name="connsiteX4" fmla="*/ 61849 w 71590"/>
                <a:gd name="connsiteY4" fmla="*/ 54088 h 54776"/>
                <a:gd name="connsiteX5" fmla="*/ 71057 w 71590"/>
                <a:gd name="connsiteY5" fmla="*/ 45896 h 54776"/>
                <a:gd name="connsiteX6" fmla="*/ 61849 w 71590"/>
                <a:gd name="connsiteY6" fmla="*/ 25513 h 54776"/>
                <a:gd name="connsiteX7" fmla="*/ 38100 w 71590"/>
                <a:gd name="connsiteY7" fmla="*/ 12432 h 54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1590" h="54776">
                  <a:moveTo>
                    <a:pt x="38100" y="12432"/>
                  </a:moveTo>
                  <a:cubicBezTo>
                    <a:pt x="25908" y="6825"/>
                    <a:pt x="13145" y="2564"/>
                    <a:pt x="0" y="-268"/>
                  </a:cubicBezTo>
                  <a:cubicBezTo>
                    <a:pt x="9525" y="15518"/>
                    <a:pt x="20447" y="30396"/>
                    <a:pt x="32639" y="44182"/>
                  </a:cubicBezTo>
                  <a:cubicBezTo>
                    <a:pt x="34036" y="45770"/>
                    <a:pt x="36068" y="46151"/>
                    <a:pt x="39433" y="47738"/>
                  </a:cubicBezTo>
                  <a:cubicBezTo>
                    <a:pt x="50356" y="52882"/>
                    <a:pt x="56007" y="55612"/>
                    <a:pt x="61849" y="54088"/>
                  </a:cubicBezTo>
                  <a:cubicBezTo>
                    <a:pt x="65977" y="52875"/>
                    <a:pt x="69342" y="49865"/>
                    <a:pt x="71057" y="45896"/>
                  </a:cubicBezTo>
                  <a:cubicBezTo>
                    <a:pt x="73723" y="38086"/>
                    <a:pt x="65722" y="29577"/>
                    <a:pt x="61849" y="25513"/>
                  </a:cubicBezTo>
                  <a:cubicBezTo>
                    <a:pt x="55308" y="18985"/>
                    <a:pt x="47117" y="14451"/>
                    <a:pt x="38100" y="12432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5" name="任意多边形: 形状 354"/>
            <p:cNvSpPr/>
            <p:nvPr/>
          </p:nvSpPr>
          <p:spPr>
            <a:xfrm>
              <a:off x="11203673" y="11700954"/>
              <a:ext cx="83518" cy="67818"/>
            </a:xfrm>
            <a:custGeom>
              <a:avLst/>
              <a:gdLst>
                <a:gd name="connsiteX0" fmla="*/ 39954 w 83518"/>
                <a:gd name="connsiteY0" fmla="*/ 63931 h 67818"/>
                <a:gd name="connsiteX1" fmla="*/ 70433 w 83518"/>
                <a:gd name="connsiteY1" fmla="*/ 49389 h 67818"/>
                <a:gd name="connsiteX2" fmla="*/ 77927 w 83518"/>
                <a:gd name="connsiteY2" fmla="*/ 42531 h 67818"/>
                <a:gd name="connsiteX3" fmla="*/ 83133 w 83518"/>
                <a:gd name="connsiteY3" fmla="*/ 22846 h 67818"/>
                <a:gd name="connsiteX4" fmla="*/ 79958 w 83518"/>
                <a:gd name="connsiteY4" fmla="*/ 12940 h 67818"/>
                <a:gd name="connsiteX5" fmla="*/ 64083 w 83518"/>
                <a:gd name="connsiteY5" fmla="*/ 685 h 67818"/>
                <a:gd name="connsiteX6" fmla="*/ 56971 w 83518"/>
                <a:gd name="connsiteY6" fmla="*/ -268 h 67818"/>
                <a:gd name="connsiteX7" fmla="*/ 43509 w 83518"/>
                <a:gd name="connsiteY7" fmla="*/ 3352 h 67818"/>
                <a:gd name="connsiteX8" fmla="*/ 13030 w 83518"/>
                <a:gd name="connsiteY8" fmla="*/ 17893 h 67818"/>
                <a:gd name="connsiteX9" fmla="*/ 330 w 83518"/>
                <a:gd name="connsiteY9" fmla="*/ 44436 h 67818"/>
                <a:gd name="connsiteX10" fmla="*/ 3505 w 83518"/>
                <a:gd name="connsiteY10" fmla="*/ 54342 h 67818"/>
                <a:gd name="connsiteX11" fmla="*/ 19443 w 83518"/>
                <a:gd name="connsiteY11" fmla="*/ 66598 h 67818"/>
                <a:gd name="connsiteX12" fmla="*/ 26555 w 83518"/>
                <a:gd name="connsiteY12" fmla="*/ 67550 h 67818"/>
                <a:gd name="connsiteX13" fmla="*/ 40017 w 83518"/>
                <a:gd name="connsiteY13" fmla="*/ 63931 h 67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3518" h="67818">
                  <a:moveTo>
                    <a:pt x="39954" y="63931"/>
                  </a:moveTo>
                  <a:lnTo>
                    <a:pt x="70433" y="49389"/>
                  </a:lnTo>
                  <a:cubicBezTo>
                    <a:pt x="73482" y="47789"/>
                    <a:pt x="76085" y="45427"/>
                    <a:pt x="77927" y="42531"/>
                  </a:cubicBezTo>
                  <a:cubicBezTo>
                    <a:pt x="82498" y="37076"/>
                    <a:pt x="84404" y="29857"/>
                    <a:pt x="83133" y="22846"/>
                  </a:cubicBezTo>
                  <a:cubicBezTo>
                    <a:pt x="83007" y="19316"/>
                    <a:pt x="81927" y="15887"/>
                    <a:pt x="79958" y="12940"/>
                  </a:cubicBezTo>
                  <a:cubicBezTo>
                    <a:pt x="76466" y="6933"/>
                    <a:pt x="70751" y="2532"/>
                    <a:pt x="64083" y="685"/>
                  </a:cubicBezTo>
                  <a:lnTo>
                    <a:pt x="56971" y="-268"/>
                  </a:lnTo>
                  <a:cubicBezTo>
                    <a:pt x="52209" y="-287"/>
                    <a:pt x="47573" y="964"/>
                    <a:pt x="43509" y="3352"/>
                  </a:cubicBezTo>
                  <a:lnTo>
                    <a:pt x="13030" y="17893"/>
                  </a:lnTo>
                  <a:cubicBezTo>
                    <a:pt x="3695" y="23221"/>
                    <a:pt x="-1385" y="33806"/>
                    <a:pt x="330" y="44436"/>
                  </a:cubicBezTo>
                  <a:cubicBezTo>
                    <a:pt x="520" y="47954"/>
                    <a:pt x="1600" y="51371"/>
                    <a:pt x="3505" y="54342"/>
                  </a:cubicBezTo>
                  <a:cubicBezTo>
                    <a:pt x="6997" y="60343"/>
                    <a:pt x="12712" y="64737"/>
                    <a:pt x="19443" y="66598"/>
                  </a:cubicBezTo>
                  <a:lnTo>
                    <a:pt x="26555" y="67550"/>
                  </a:lnTo>
                  <a:cubicBezTo>
                    <a:pt x="31254" y="67563"/>
                    <a:pt x="35953" y="66312"/>
                    <a:pt x="40017" y="63931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6" name="任意多边形: 形状 355"/>
            <p:cNvSpPr/>
            <p:nvPr/>
          </p:nvSpPr>
          <p:spPr>
            <a:xfrm>
              <a:off x="11213020" y="11769788"/>
              <a:ext cx="77696" cy="68325"/>
            </a:xfrm>
            <a:custGeom>
              <a:avLst/>
              <a:gdLst>
                <a:gd name="connsiteX0" fmla="*/ 44958 w 77696"/>
                <a:gd name="connsiteY0" fmla="*/ 60248 h 68325"/>
                <a:gd name="connsiteX1" fmla="*/ 51308 w 77696"/>
                <a:gd name="connsiteY1" fmla="*/ 54787 h 68325"/>
                <a:gd name="connsiteX2" fmla="*/ 45911 w 77696"/>
                <a:gd name="connsiteY2" fmla="*/ 58978 h 68325"/>
                <a:gd name="connsiteX3" fmla="*/ 59055 w 77696"/>
                <a:gd name="connsiteY3" fmla="*/ 51357 h 68325"/>
                <a:gd name="connsiteX4" fmla="*/ 52705 w 77696"/>
                <a:gd name="connsiteY4" fmla="*/ 54025 h 68325"/>
                <a:gd name="connsiteX5" fmla="*/ 58103 w 77696"/>
                <a:gd name="connsiteY5" fmla="*/ 52056 h 68325"/>
                <a:gd name="connsiteX6" fmla="*/ 67184 w 77696"/>
                <a:gd name="connsiteY6" fmla="*/ 47294 h 68325"/>
                <a:gd name="connsiteX7" fmla="*/ 74041 w 77696"/>
                <a:gd name="connsiteY7" fmla="*/ 39801 h 68325"/>
                <a:gd name="connsiteX8" fmla="*/ 77216 w 77696"/>
                <a:gd name="connsiteY8" fmla="*/ 29894 h 68325"/>
                <a:gd name="connsiteX9" fmla="*/ 76709 w 77696"/>
                <a:gd name="connsiteY9" fmla="*/ 19290 h 68325"/>
                <a:gd name="connsiteX10" fmla="*/ 74041 w 77696"/>
                <a:gd name="connsiteY10" fmla="*/ 12940 h 68325"/>
                <a:gd name="connsiteX11" fmla="*/ 64516 w 77696"/>
                <a:gd name="connsiteY11" fmla="*/ 3351 h 68325"/>
                <a:gd name="connsiteX12" fmla="*/ 58166 w 77696"/>
                <a:gd name="connsiteY12" fmla="*/ 685 h 68325"/>
                <a:gd name="connsiteX13" fmla="*/ 44006 w 77696"/>
                <a:gd name="connsiteY13" fmla="*/ 685 h 68325"/>
                <a:gd name="connsiteX14" fmla="*/ 31306 w 77696"/>
                <a:gd name="connsiteY14" fmla="*/ 5828 h 68325"/>
                <a:gd name="connsiteX15" fmla="*/ 24574 w 77696"/>
                <a:gd name="connsiteY15" fmla="*/ 9321 h 68325"/>
                <a:gd name="connsiteX16" fmla="*/ 13462 w 77696"/>
                <a:gd name="connsiteY16" fmla="*/ 17449 h 68325"/>
                <a:gd name="connsiteX17" fmla="*/ 7811 w 77696"/>
                <a:gd name="connsiteY17" fmla="*/ 22529 h 68325"/>
                <a:gd name="connsiteX18" fmla="*/ 2286 w 77696"/>
                <a:gd name="connsiteY18" fmla="*/ 31101 h 68325"/>
                <a:gd name="connsiteX19" fmla="*/ 2286 w 77696"/>
                <a:gd name="connsiteY19" fmla="*/ 51675 h 68325"/>
                <a:gd name="connsiteX20" fmla="*/ 7811 w 77696"/>
                <a:gd name="connsiteY20" fmla="*/ 60248 h 68325"/>
                <a:gd name="connsiteX21" fmla="*/ 13208 w 77696"/>
                <a:gd name="connsiteY21" fmla="*/ 64375 h 68325"/>
                <a:gd name="connsiteX22" fmla="*/ 26670 w 77696"/>
                <a:gd name="connsiteY22" fmla="*/ 68058 h 68325"/>
                <a:gd name="connsiteX23" fmla="*/ 33719 w 77696"/>
                <a:gd name="connsiteY23" fmla="*/ 67106 h 68325"/>
                <a:gd name="connsiteX24" fmla="*/ 45530 w 77696"/>
                <a:gd name="connsiteY24" fmla="*/ 60248 h 68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77696" h="68325">
                  <a:moveTo>
                    <a:pt x="44958" y="60248"/>
                  </a:moveTo>
                  <a:cubicBezTo>
                    <a:pt x="46927" y="58279"/>
                    <a:pt x="49086" y="56438"/>
                    <a:pt x="51308" y="54787"/>
                  </a:cubicBezTo>
                  <a:lnTo>
                    <a:pt x="45911" y="58978"/>
                  </a:lnTo>
                  <a:cubicBezTo>
                    <a:pt x="49974" y="55866"/>
                    <a:pt x="54356" y="53326"/>
                    <a:pt x="59055" y="51357"/>
                  </a:cubicBezTo>
                  <a:lnTo>
                    <a:pt x="52705" y="54025"/>
                  </a:lnTo>
                  <a:cubicBezTo>
                    <a:pt x="54483" y="53326"/>
                    <a:pt x="56261" y="52628"/>
                    <a:pt x="58103" y="52056"/>
                  </a:cubicBezTo>
                  <a:cubicBezTo>
                    <a:pt x="61468" y="51294"/>
                    <a:pt x="64643" y="49643"/>
                    <a:pt x="67184" y="47294"/>
                  </a:cubicBezTo>
                  <a:cubicBezTo>
                    <a:pt x="70104" y="45452"/>
                    <a:pt x="72454" y="42849"/>
                    <a:pt x="74041" y="39801"/>
                  </a:cubicBezTo>
                  <a:cubicBezTo>
                    <a:pt x="75947" y="36816"/>
                    <a:pt x="77026" y="33419"/>
                    <a:pt x="77216" y="29894"/>
                  </a:cubicBezTo>
                  <a:cubicBezTo>
                    <a:pt x="77978" y="26377"/>
                    <a:pt x="77851" y="22719"/>
                    <a:pt x="76709" y="19290"/>
                  </a:cubicBezTo>
                  <a:lnTo>
                    <a:pt x="74041" y="12940"/>
                  </a:lnTo>
                  <a:cubicBezTo>
                    <a:pt x="71755" y="8978"/>
                    <a:pt x="68453" y="5670"/>
                    <a:pt x="64516" y="3351"/>
                  </a:cubicBezTo>
                  <a:lnTo>
                    <a:pt x="58166" y="685"/>
                  </a:lnTo>
                  <a:cubicBezTo>
                    <a:pt x="53531" y="-585"/>
                    <a:pt x="48641" y="-585"/>
                    <a:pt x="44006" y="685"/>
                  </a:cubicBezTo>
                  <a:cubicBezTo>
                    <a:pt x="39688" y="2126"/>
                    <a:pt x="35433" y="3841"/>
                    <a:pt x="31306" y="5828"/>
                  </a:cubicBezTo>
                  <a:cubicBezTo>
                    <a:pt x="28956" y="6838"/>
                    <a:pt x="26734" y="8006"/>
                    <a:pt x="24574" y="9321"/>
                  </a:cubicBezTo>
                  <a:cubicBezTo>
                    <a:pt x="20701" y="11829"/>
                    <a:pt x="17018" y="14540"/>
                    <a:pt x="13462" y="17449"/>
                  </a:cubicBezTo>
                  <a:cubicBezTo>
                    <a:pt x="11494" y="19042"/>
                    <a:pt x="9589" y="20738"/>
                    <a:pt x="7811" y="22529"/>
                  </a:cubicBezTo>
                  <a:cubicBezTo>
                    <a:pt x="5271" y="24859"/>
                    <a:pt x="3366" y="27812"/>
                    <a:pt x="2286" y="31101"/>
                  </a:cubicBezTo>
                  <a:cubicBezTo>
                    <a:pt x="-762" y="37642"/>
                    <a:pt x="-762" y="45135"/>
                    <a:pt x="2286" y="51675"/>
                  </a:cubicBezTo>
                  <a:cubicBezTo>
                    <a:pt x="3366" y="54977"/>
                    <a:pt x="5271" y="57898"/>
                    <a:pt x="7811" y="60248"/>
                  </a:cubicBezTo>
                  <a:lnTo>
                    <a:pt x="13208" y="64375"/>
                  </a:lnTo>
                  <a:cubicBezTo>
                    <a:pt x="17273" y="66788"/>
                    <a:pt x="21908" y="68058"/>
                    <a:pt x="26670" y="68058"/>
                  </a:cubicBezTo>
                  <a:lnTo>
                    <a:pt x="33719" y="67106"/>
                  </a:lnTo>
                  <a:cubicBezTo>
                    <a:pt x="38164" y="65899"/>
                    <a:pt x="42228" y="63550"/>
                    <a:pt x="45530" y="60248"/>
                  </a:cubicBezTo>
                  <a:close/>
                </a:path>
              </a:pathLst>
            </a:custGeom>
            <a:solidFill>
              <a:srgbClr val="F6FF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7" name="任意多边形: 形状 356"/>
            <p:cNvSpPr/>
            <p:nvPr/>
          </p:nvSpPr>
          <p:spPr>
            <a:xfrm>
              <a:off x="11041189" y="11521575"/>
              <a:ext cx="74996" cy="201727"/>
            </a:xfrm>
            <a:custGeom>
              <a:avLst/>
              <a:gdLst>
                <a:gd name="connsiteX0" fmla="*/ 58166 w 74996"/>
                <a:gd name="connsiteY0" fmla="*/ 3661 h 201727"/>
                <a:gd name="connsiteX1" fmla="*/ 61278 w 74996"/>
                <a:gd name="connsiteY1" fmla="*/ 184255 h 201727"/>
                <a:gd name="connsiteX2" fmla="*/ 3111 w 74996"/>
                <a:gd name="connsiteY2" fmla="*/ 184255 h 201727"/>
                <a:gd name="connsiteX3" fmla="*/ 0 w 74996"/>
                <a:gd name="connsiteY3" fmla="*/ 55667 h 201727"/>
                <a:gd name="connsiteX4" fmla="*/ 58166 w 74996"/>
                <a:gd name="connsiteY4" fmla="*/ 3661 h 2017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996" h="201727">
                  <a:moveTo>
                    <a:pt x="58166" y="3661"/>
                  </a:moveTo>
                  <a:cubicBezTo>
                    <a:pt x="80518" y="34839"/>
                    <a:pt x="79629" y="175111"/>
                    <a:pt x="61278" y="184255"/>
                  </a:cubicBezTo>
                  <a:cubicBezTo>
                    <a:pt x="42926" y="193399"/>
                    <a:pt x="0" y="217910"/>
                    <a:pt x="3111" y="184255"/>
                  </a:cubicBezTo>
                  <a:cubicBezTo>
                    <a:pt x="6223" y="150600"/>
                    <a:pt x="0" y="55667"/>
                    <a:pt x="0" y="55667"/>
                  </a:cubicBezTo>
                  <a:cubicBezTo>
                    <a:pt x="0" y="55667"/>
                    <a:pt x="42863" y="-17802"/>
                    <a:pt x="58166" y="3661"/>
                  </a:cubicBezTo>
                  <a:close/>
                </a:path>
              </a:pathLst>
            </a:custGeom>
            <a:solidFill>
              <a:srgbClr val="5F659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8" name="任意多边形: 形状 357"/>
            <p:cNvSpPr/>
            <p:nvPr/>
          </p:nvSpPr>
          <p:spPr>
            <a:xfrm>
              <a:off x="9878038" y="11819382"/>
              <a:ext cx="193202" cy="126936"/>
            </a:xfrm>
            <a:custGeom>
              <a:avLst/>
              <a:gdLst>
                <a:gd name="connsiteX0" fmla="*/ 58061 w 193202"/>
                <a:gd name="connsiteY0" fmla="*/ -268 h 126936"/>
                <a:gd name="connsiteX1" fmla="*/ 2943 w 193202"/>
                <a:gd name="connsiteY1" fmla="*/ 33387 h 126936"/>
                <a:gd name="connsiteX2" fmla="*/ 189696 w 193202"/>
                <a:gd name="connsiteY2" fmla="*/ 115937 h 126936"/>
                <a:gd name="connsiteX3" fmla="*/ 165249 w 193202"/>
                <a:gd name="connsiteY3" fmla="*/ 60819 h 126936"/>
                <a:gd name="connsiteX4" fmla="*/ 152993 w 193202"/>
                <a:gd name="connsiteY4" fmla="*/ 33260 h 1269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3202" h="126936">
                  <a:moveTo>
                    <a:pt x="58061" y="-268"/>
                  </a:moveTo>
                  <a:cubicBezTo>
                    <a:pt x="58061" y="-268"/>
                    <a:pt x="-15408" y="6082"/>
                    <a:pt x="2943" y="33387"/>
                  </a:cubicBezTo>
                  <a:cubicBezTo>
                    <a:pt x="21294" y="60692"/>
                    <a:pt x="174393" y="158926"/>
                    <a:pt x="189696" y="115937"/>
                  </a:cubicBezTo>
                  <a:cubicBezTo>
                    <a:pt x="205000" y="72947"/>
                    <a:pt x="165249" y="60819"/>
                    <a:pt x="165249" y="60819"/>
                  </a:cubicBezTo>
                  <a:lnTo>
                    <a:pt x="152993" y="33260"/>
                  </a:lnTo>
                </a:path>
              </a:pathLst>
            </a:custGeom>
            <a:solidFill>
              <a:srgbClr val="5F659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59" name="任意多边形: 形状 358"/>
            <p:cNvSpPr/>
            <p:nvPr/>
          </p:nvSpPr>
          <p:spPr>
            <a:xfrm>
              <a:off x="10655300" y="11044872"/>
              <a:ext cx="422719" cy="523494"/>
            </a:xfrm>
            <a:custGeom>
              <a:avLst/>
              <a:gdLst>
                <a:gd name="connsiteX0" fmla="*/ 0 w 422719"/>
                <a:gd name="connsiteY0" fmla="*/ -268 h 523494"/>
                <a:gd name="connsiteX1" fmla="*/ 30607 w 422719"/>
                <a:gd name="connsiteY1" fmla="*/ 385431 h 523494"/>
                <a:gd name="connsiteX2" fmla="*/ 73469 w 422719"/>
                <a:gd name="connsiteY2" fmla="*/ 416038 h 523494"/>
                <a:gd name="connsiteX3" fmla="*/ 422719 w 422719"/>
                <a:gd name="connsiteY3" fmla="*/ 523226 h 523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2719" h="523494">
                  <a:moveTo>
                    <a:pt x="0" y="-268"/>
                  </a:moveTo>
                  <a:cubicBezTo>
                    <a:pt x="0" y="-268"/>
                    <a:pt x="21463" y="357872"/>
                    <a:pt x="30607" y="385431"/>
                  </a:cubicBezTo>
                  <a:cubicBezTo>
                    <a:pt x="39751" y="412990"/>
                    <a:pt x="61214" y="412990"/>
                    <a:pt x="73469" y="416038"/>
                  </a:cubicBezTo>
                  <a:cubicBezTo>
                    <a:pt x="85725" y="419086"/>
                    <a:pt x="422719" y="523226"/>
                    <a:pt x="422719" y="523226"/>
                  </a:cubicBezTo>
                </a:path>
              </a:pathLst>
            </a:custGeom>
            <a:noFill/>
            <a:ln w="10668" cap="flat">
              <a:solidFill>
                <a:srgbClr val="4347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0" name="任意多边形: 形状 359"/>
            <p:cNvSpPr/>
            <p:nvPr/>
          </p:nvSpPr>
          <p:spPr>
            <a:xfrm>
              <a:off x="10037571" y="11032617"/>
              <a:ext cx="330200" cy="814323"/>
            </a:xfrm>
            <a:custGeom>
              <a:avLst/>
              <a:gdLst>
                <a:gd name="connsiteX0" fmla="*/ 330200 w 330200"/>
                <a:gd name="connsiteY0" fmla="*/ -268 h 814323"/>
                <a:gd name="connsiteX1" fmla="*/ 165100 w 330200"/>
                <a:gd name="connsiteY1" fmla="*/ 416038 h 814323"/>
                <a:gd name="connsiteX2" fmla="*/ 0 w 330200"/>
                <a:gd name="connsiteY2" fmla="*/ 814056 h 81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200" h="814323">
                  <a:moveTo>
                    <a:pt x="330200" y="-268"/>
                  </a:moveTo>
                  <a:cubicBezTo>
                    <a:pt x="330200" y="8940"/>
                    <a:pt x="165100" y="416038"/>
                    <a:pt x="165100" y="416038"/>
                  </a:cubicBezTo>
                  <a:cubicBezTo>
                    <a:pt x="109030" y="574216"/>
                    <a:pt x="55944" y="655878"/>
                    <a:pt x="0" y="814056"/>
                  </a:cubicBezTo>
                </a:path>
              </a:pathLst>
            </a:custGeom>
            <a:noFill/>
            <a:ln w="10668" cap="flat">
              <a:solidFill>
                <a:srgbClr val="43477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1" name="任意多边形: 形状 360"/>
            <p:cNvSpPr/>
            <p:nvPr/>
          </p:nvSpPr>
          <p:spPr>
            <a:xfrm>
              <a:off x="10352278" y="10826495"/>
              <a:ext cx="28130" cy="191325"/>
            </a:xfrm>
            <a:custGeom>
              <a:avLst/>
              <a:gdLst>
                <a:gd name="connsiteX0" fmla="*/ 19050 w 28130"/>
                <a:gd name="connsiteY0" fmla="*/ 240 h 191325"/>
                <a:gd name="connsiteX1" fmla="*/ 12700 w 28130"/>
                <a:gd name="connsiteY1" fmla="*/ -268 h 191325"/>
                <a:gd name="connsiteX2" fmla="*/ 0 w 28130"/>
                <a:gd name="connsiteY2" fmla="*/ 141274 h 191325"/>
                <a:gd name="connsiteX3" fmla="*/ 0 w 28130"/>
                <a:gd name="connsiteY3" fmla="*/ 142988 h 191325"/>
                <a:gd name="connsiteX4" fmla="*/ 21209 w 28130"/>
                <a:gd name="connsiteY4" fmla="*/ 158165 h 191325"/>
                <a:gd name="connsiteX5" fmla="*/ 15430 w 28130"/>
                <a:gd name="connsiteY5" fmla="*/ 189915 h 191325"/>
                <a:gd name="connsiteX6" fmla="*/ 21780 w 28130"/>
                <a:gd name="connsiteY6" fmla="*/ 191058 h 191325"/>
                <a:gd name="connsiteX7" fmla="*/ 28130 w 28130"/>
                <a:gd name="connsiteY7" fmla="*/ 155434 h 191325"/>
                <a:gd name="connsiteX8" fmla="*/ 6541 w 28130"/>
                <a:gd name="connsiteY8" fmla="*/ 140004 h 191325"/>
                <a:gd name="connsiteX9" fmla="*/ 19050 w 28130"/>
                <a:gd name="connsiteY9" fmla="*/ 240 h 1913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8130" h="191325">
                  <a:moveTo>
                    <a:pt x="19050" y="240"/>
                  </a:moveTo>
                  <a:cubicBezTo>
                    <a:pt x="16890" y="285"/>
                    <a:pt x="14795" y="113"/>
                    <a:pt x="12700" y="-268"/>
                  </a:cubicBezTo>
                  <a:cubicBezTo>
                    <a:pt x="8191" y="39420"/>
                    <a:pt x="889" y="128891"/>
                    <a:pt x="0" y="141274"/>
                  </a:cubicBezTo>
                  <a:lnTo>
                    <a:pt x="0" y="142988"/>
                  </a:lnTo>
                  <a:lnTo>
                    <a:pt x="21209" y="158165"/>
                  </a:lnTo>
                  <a:lnTo>
                    <a:pt x="15430" y="189915"/>
                  </a:lnTo>
                  <a:lnTo>
                    <a:pt x="21780" y="191058"/>
                  </a:lnTo>
                  <a:lnTo>
                    <a:pt x="28130" y="155434"/>
                  </a:lnTo>
                  <a:lnTo>
                    <a:pt x="6541" y="140004"/>
                  </a:lnTo>
                  <a:cubicBezTo>
                    <a:pt x="10160" y="94093"/>
                    <a:pt x="15748" y="30530"/>
                    <a:pt x="19050" y="240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2" name="任意多边形: 形状 361"/>
            <p:cNvSpPr/>
            <p:nvPr/>
          </p:nvSpPr>
          <p:spPr>
            <a:xfrm>
              <a:off x="10373868" y="10823638"/>
              <a:ext cx="17843" cy="160274"/>
            </a:xfrm>
            <a:custGeom>
              <a:avLst/>
              <a:gdLst>
                <a:gd name="connsiteX0" fmla="*/ 11366 w 17843"/>
                <a:gd name="connsiteY0" fmla="*/ 812 h 160274"/>
                <a:gd name="connsiteX1" fmla="*/ 0 w 17843"/>
                <a:gd name="connsiteY1" fmla="*/ 159562 h 160274"/>
                <a:gd name="connsiteX2" fmla="*/ 6350 w 17843"/>
                <a:gd name="connsiteY2" fmla="*/ 160006 h 160274"/>
                <a:gd name="connsiteX3" fmla="*/ 17843 w 17843"/>
                <a:gd name="connsiteY3" fmla="*/ -268 h 160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843" h="160274">
                  <a:moveTo>
                    <a:pt x="11366" y="812"/>
                  </a:moveTo>
                  <a:cubicBezTo>
                    <a:pt x="8636" y="47421"/>
                    <a:pt x="126" y="158165"/>
                    <a:pt x="0" y="159562"/>
                  </a:cubicBezTo>
                  <a:lnTo>
                    <a:pt x="6350" y="160006"/>
                  </a:lnTo>
                  <a:cubicBezTo>
                    <a:pt x="6794" y="154545"/>
                    <a:pt x="15176" y="45008"/>
                    <a:pt x="17843" y="-268"/>
                  </a:cubicBezTo>
                  <a:close/>
                </a:path>
              </a:pathLst>
            </a:custGeom>
            <a:solidFill>
              <a:srgbClr val="43477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3" name="任意多边形: 形状 362"/>
            <p:cNvSpPr/>
            <p:nvPr/>
          </p:nvSpPr>
          <p:spPr>
            <a:xfrm>
              <a:off x="10481490" y="10818368"/>
              <a:ext cx="241352" cy="90776"/>
            </a:xfrm>
            <a:custGeom>
              <a:avLst/>
              <a:gdLst>
                <a:gd name="connsiteX0" fmla="*/ 11948 w 241352"/>
                <a:gd name="connsiteY0" fmla="*/ -268 h 90776"/>
                <a:gd name="connsiteX1" fmla="*/ 2614 w 241352"/>
                <a:gd name="connsiteY1" fmla="*/ 41642 h 90776"/>
                <a:gd name="connsiteX2" fmla="*/ 233055 w 241352"/>
                <a:gd name="connsiteY2" fmla="*/ 88759 h 90776"/>
                <a:gd name="connsiteX3" fmla="*/ 233055 w 241352"/>
                <a:gd name="connsiteY3" fmla="*/ 46849 h 907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1352" h="90776">
                  <a:moveTo>
                    <a:pt x="11948" y="-268"/>
                  </a:moveTo>
                  <a:cubicBezTo>
                    <a:pt x="11948" y="-268"/>
                    <a:pt x="-6721" y="23290"/>
                    <a:pt x="2614" y="41642"/>
                  </a:cubicBezTo>
                  <a:cubicBezTo>
                    <a:pt x="11948" y="59993"/>
                    <a:pt x="214386" y="99236"/>
                    <a:pt x="233055" y="88759"/>
                  </a:cubicBezTo>
                  <a:cubicBezTo>
                    <a:pt x="251724" y="78282"/>
                    <a:pt x="233055" y="46849"/>
                    <a:pt x="233055" y="46849"/>
                  </a:cubicBezTo>
                  <a:close/>
                </a:path>
              </a:pathLst>
            </a:custGeom>
            <a:solidFill>
              <a:srgbClr val="D451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4" name="任意多边形: 形状 363"/>
            <p:cNvSpPr/>
            <p:nvPr/>
          </p:nvSpPr>
          <p:spPr>
            <a:xfrm>
              <a:off x="10179890" y="10791960"/>
              <a:ext cx="109679" cy="66929"/>
            </a:xfrm>
            <a:custGeom>
              <a:avLst/>
              <a:gdLst>
                <a:gd name="connsiteX0" fmla="*/ 13575 w 109679"/>
                <a:gd name="connsiteY0" fmla="*/ 65700 h 66929"/>
                <a:gd name="connsiteX1" fmla="*/ 16813 w 109679"/>
                <a:gd name="connsiteY1" fmla="*/ 66334 h 66929"/>
                <a:gd name="connsiteX2" fmla="*/ 44816 w 109679"/>
                <a:gd name="connsiteY2" fmla="*/ 57635 h 66929"/>
                <a:gd name="connsiteX3" fmla="*/ 83679 w 109679"/>
                <a:gd name="connsiteY3" fmla="*/ 34521 h 66929"/>
                <a:gd name="connsiteX4" fmla="*/ 106983 w 109679"/>
                <a:gd name="connsiteY4" fmla="*/ 14392 h 66929"/>
                <a:gd name="connsiteX5" fmla="*/ 13575 w 109679"/>
                <a:gd name="connsiteY5" fmla="*/ 65700 h 66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09679" h="66929">
                  <a:moveTo>
                    <a:pt x="13575" y="65700"/>
                  </a:moveTo>
                  <a:lnTo>
                    <a:pt x="16813" y="66334"/>
                  </a:lnTo>
                  <a:cubicBezTo>
                    <a:pt x="26655" y="68049"/>
                    <a:pt x="36244" y="62715"/>
                    <a:pt x="44816" y="57635"/>
                  </a:cubicBezTo>
                  <a:lnTo>
                    <a:pt x="83679" y="34521"/>
                  </a:lnTo>
                  <a:cubicBezTo>
                    <a:pt x="93013" y="29905"/>
                    <a:pt x="101078" y="22977"/>
                    <a:pt x="106983" y="14392"/>
                  </a:cubicBezTo>
                  <a:cubicBezTo>
                    <a:pt x="133843" y="-33487"/>
                    <a:pt x="-50370" y="49888"/>
                    <a:pt x="13575" y="65700"/>
                  </a:cubicBezTo>
                  <a:close/>
                </a:path>
              </a:pathLst>
            </a:custGeom>
            <a:solidFill>
              <a:srgbClr val="D451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5" name="任意多边形: 形状 364"/>
            <p:cNvSpPr/>
            <p:nvPr/>
          </p:nvSpPr>
          <p:spPr>
            <a:xfrm>
              <a:off x="10236658" y="9886507"/>
              <a:ext cx="92378" cy="178178"/>
            </a:xfrm>
            <a:custGeom>
              <a:avLst/>
              <a:gdLst>
                <a:gd name="connsiteX0" fmla="*/ 92378 w 92378"/>
                <a:gd name="connsiteY0" fmla="*/ 6778 h 178178"/>
                <a:gd name="connsiteX1" fmla="*/ 1764 w 92378"/>
                <a:gd name="connsiteY1" fmla="*/ 49577 h 178178"/>
                <a:gd name="connsiteX2" fmla="*/ 37006 w 92378"/>
                <a:gd name="connsiteY2" fmla="*/ 177911 h 178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378" h="178178">
                  <a:moveTo>
                    <a:pt x="92378" y="6778"/>
                  </a:moveTo>
                  <a:cubicBezTo>
                    <a:pt x="92378" y="6778"/>
                    <a:pt x="9320" y="-25925"/>
                    <a:pt x="1764" y="49577"/>
                  </a:cubicBezTo>
                  <a:cubicBezTo>
                    <a:pt x="-5793" y="125079"/>
                    <a:pt x="11860" y="167878"/>
                    <a:pt x="37006" y="177911"/>
                  </a:cubicBezTo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6" name="任意多边形: 形状 365"/>
            <p:cNvSpPr/>
            <p:nvPr/>
          </p:nvSpPr>
          <p:spPr>
            <a:xfrm>
              <a:off x="10318813" y="10113581"/>
              <a:ext cx="103120" cy="160268"/>
            </a:xfrm>
            <a:custGeom>
              <a:avLst/>
              <a:gdLst>
                <a:gd name="connsiteX0" fmla="*/ 77026 w 103120"/>
                <a:gd name="connsiteY0" fmla="*/ -268 h 160268"/>
                <a:gd name="connsiteX1" fmla="*/ 0 w 103120"/>
                <a:gd name="connsiteY1" fmla="*/ 28942 h 160268"/>
                <a:gd name="connsiteX2" fmla="*/ 14033 w 103120"/>
                <a:gd name="connsiteY2" fmla="*/ 107428 h 160268"/>
                <a:gd name="connsiteX3" fmla="*/ 31750 w 103120"/>
                <a:gd name="connsiteY3" fmla="*/ 155815 h 160268"/>
                <a:gd name="connsiteX4" fmla="*/ 71755 w 103120"/>
                <a:gd name="connsiteY4" fmla="*/ 152322 h 160268"/>
                <a:gd name="connsiteX5" fmla="*/ 103060 w 103120"/>
                <a:gd name="connsiteY5" fmla="*/ 90918 h 160268"/>
                <a:gd name="connsiteX6" fmla="*/ 77026 w 103120"/>
                <a:gd name="connsiteY6" fmla="*/ -268 h 160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3120" h="160268">
                  <a:moveTo>
                    <a:pt x="77026" y="-268"/>
                  </a:moveTo>
                  <a:cubicBezTo>
                    <a:pt x="54801" y="16883"/>
                    <a:pt x="28004" y="27050"/>
                    <a:pt x="0" y="28942"/>
                  </a:cubicBezTo>
                  <a:cubicBezTo>
                    <a:pt x="5207" y="54850"/>
                    <a:pt x="12700" y="80314"/>
                    <a:pt x="14033" y="107428"/>
                  </a:cubicBezTo>
                  <a:cubicBezTo>
                    <a:pt x="15049" y="125335"/>
                    <a:pt x="16573" y="146353"/>
                    <a:pt x="31750" y="155815"/>
                  </a:cubicBezTo>
                  <a:cubicBezTo>
                    <a:pt x="43752" y="163308"/>
                    <a:pt x="59817" y="159879"/>
                    <a:pt x="71755" y="152322"/>
                  </a:cubicBezTo>
                  <a:cubicBezTo>
                    <a:pt x="92202" y="138733"/>
                    <a:pt x="104077" y="115454"/>
                    <a:pt x="103060" y="90918"/>
                  </a:cubicBezTo>
                  <a:cubicBezTo>
                    <a:pt x="101536" y="60438"/>
                    <a:pt x="84265" y="30339"/>
                    <a:pt x="77026" y="-268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7" name="任意多边形: 形状 366"/>
            <p:cNvSpPr/>
            <p:nvPr/>
          </p:nvSpPr>
          <p:spPr>
            <a:xfrm>
              <a:off x="10318813" y="10113581"/>
              <a:ext cx="77851" cy="102552"/>
            </a:xfrm>
            <a:custGeom>
              <a:avLst/>
              <a:gdLst>
                <a:gd name="connsiteX0" fmla="*/ 64198 w 77851"/>
                <a:gd name="connsiteY0" fmla="*/ 29323 h 102552"/>
                <a:gd name="connsiteX1" fmla="*/ 77851 w 77851"/>
                <a:gd name="connsiteY1" fmla="*/ 3097 h 102552"/>
                <a:gd name="connsiteX2" fmla="*/ 77026 w 77851"/>
                <a:gd name="connsiteY2" fmla="*/ -268 h 102552"/>
                <a:gd name="connsiteX3" fmla="*/ 0 w 77851"/>
                <a:gd name="connsiteY3" fmla="*/ 28942 h 102552"/>
                <a:gd name="connsiteX4" fmla="*/ 13589 w 77851"/>
                <a:gd name="connsiteY4" fmla="*/ 102284 h 102552"/>
                <a:gd name="connsiteX5" fmla="*/ 64198 w 77851"/>
                <a:gd name="connsiteY5" fmla="*/ 29323 h 1025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7851" h="102552">
                  <a:moveTo>
                    <a:pt x="64198" y="29323"/>
                  </a:moveTo>
                  <a:cubicBezTo>
                    <a:pt x="68199" y="21004"/>
                    <a:pt x="73025" y="12178"/>
                    <a:pt x="77851" y="3097"/>
                  </a:cubicBezTo>
                  <a:cubicBezTo>
                    <a:pt x="77851" y="1954"/>
                    <a:pt x="77280" y="875"/>
                    <a:pt x="77026" y="-268"/>
                  </a:cubicBezTo>
                  <a:cubicBezTo>
                    <a:pt x="54801" y="16883"/>
                    <a:pt x="28004" y="27050"/>
                    <a:pt x="0" y="28942"/>
                  </a:cubicBezTo>
                  <a:cubicBezTo>
                    <a:pt x="5969" y="53097"/>
                    <a:pt x="10541" y="77589"/>
                    <a:pt x="13589" y="102284"/>
                  </a:cubicBezTo>
                  <a:cubicBezTo>
                    <a:pt x="37084" y="83234"/>
                    <a:pt x="51244" y="56628"/>
                    <a:pt x="64198" y="29323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8" name="任意多边形: 形状 367"/>
            <p:cNvSpPr/>
            <p:nvPr/>
          </p:nvSpPr>
          <p:spPr>
            <a:xfrm rot="20641199">
              <a:off x="10382073" y="10071492"/>
              <a:ext cx="82677" cy="76073"/>
            </a:xfrm>
            <a:custGeom>
              <a:avLst/>
              <a:gdLst>
                <a:gd name="connsiteX0" fmla="*/ 82677 w 82677"/>
                <a:gd name="connsiteY0" fmla="*/ 37769 h 76073"/>
                <a:gd name="connsiteX1" fmla="*/ 41338 w 82677"/>
                <a:gd name="connsiteY1" fmla="*/ 75805 h 76073"/>
                <a:gd name="connsiteX2" fmla="*/ 0 w 82677"/>
                <a:gd name="connsiteY2" fmla="*/ 37769 h 76073"/>
                <a:gd name="connsiteX3" fmla="*/ 41338 w 82677"/>
                <a:gd name="connsiteY3" fmla="*/ -268 h 76073"/>
                <a:gd name="connsiteX4" fmla="*/ 82677 w 82677"/>
                <a:gd name="connsiteY4" fmla="*/ 37769 h 760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2677" h="76073">
                  <a:moveTo>
                    <a:pt x="82677" y="37769"/>
                  </a:moveTo>
                  <a:cubicBezTo>
                    <a:pt x="82677" y="58776"/>
                    <a:pt x="64169" y="75805"/>
                    <a:pt x="41338" y="75805"/>
                  </a:cubicBezTo>
                  <a:cubicBezTo>
                    <a:pt x="18508" y="75805"/>
                    <a:pt x="0" y="58776"/>
                    <a:pt x="0" y="37769"/>
                  </a:cubicBezTo>
                  <a:cubicBezTo>
                    <a:pt x="0" y="16762"/>
                    <a:pt x="18508" y="-268"/>
                    <a:pt x="41338" y="-268"/>
                  </a:cubicBezTo>
                  <a:cubicBezTo>
                    <a:pt x="64169" y="-268"/>
                    <a:pt x="82677" y="16762"/>
                    <a:pt x="82677" y="37769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69" name="任意多边形: 形状 368"/>
            <p:cNvSpPr/>
            <p:nvPr/>
          </p:nvSpPr>
          <p:spPr>
            <a:xfrm>
              <a:off x="10239179" y="9938615"/>
              <a:ext cx="178186" cy="236389"/>
            </a:xfrm>
            <a:custGeom>
              <a:avLst/>
              <a:gdLst>
                <a:gd name="connsiteX0" fmla="*/ 118814 w 178186"/>
                <a:gd name="connsiteY0" fmla="*/ 15504 h 236389"/>
                <a:gd name="connsiteX1" fmla="*/ 71569 w 178186"/>
                <a:gd name="connsiteY1" fmla="*/ 1025 h 236389"/>
                <a:gd name="connsiteX2" fmla="*/ 36327 w 178186"/>
                <a:gd name="connsiteY2" fmla="*/ 33284 h 236389"/>
                <a:gd name="connsiteX3" fmla="*/ 6800 w 178186"/>
                <a:gd name="connsiteY3" fmla="*/ 105102 h 236389"/>
                <a:gd name="connsiteX4" fmla="*/ 14356 w 178186"/>
                <a:gd name="connsiteY4" fmla="*/ 200352 h 236389"/>
                <a:gd name="connsiteX5" fmla="*/ 99954 w 178186"/>
                <a:gd name="connsiteY5" fmla="*/ 235277 h 236389"/>
                <a:gd name="connsiteX6" fmla="*/ 178186 w 178186"/>
                <a:gd name="connsiteY6" fmla="*/ 163141 h 236389"/>
                <a:gd name="connsiteX7" fmla="*/ 118814 w 178186"/>
                <a:gd name="connsiteY7" fmla="*/ 15504 h 2363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8186" h="236389">
                  <a:moveTo>
                    <a:pt x="118814" y="15504"/>
                  </a:moveTo>
                  <a:cubicBezTo>
                    <a:pt x="104780" y="4645"/>
                    <a:pt x="88206" y="-3546"/>
                    <a:pt x="71569" y="1025"/>
                  </a:cubicBezTo>
                  <a:cubicBezTo>
                    <a:pt x="54932" y="5598"/>
                    <a:pt x="44773" y="19314"/>
                    <a:pt x="36327" y="33284"/>
                  </a:cubicBezTo>
                  <a:cubicBezTo>
                    <a:pt x="22992" y="55623"/>
                    <a:pt x="13023" y="79829"/>
                    <a:pt x="6800" y="105102"/>
                  </a:cubicBezTo>
                  <a:cubicBezTo>
                    <a:pt x="-1646" y="139646"/>
                    <a:pt x="-5265" y="172603"/>
                    <a:pt x="14356" y="200352"/>
                  </a:cubicBezTo>
                  <a:cubicBezTo>
                    <a:pt x="33977" y="228102"/>
                    <a:pt x="69855" y="239468"/>
                    <a:pt x="99954" y="235277"/>
                  </a:cubicBezTo>
                  <a:cubicBezTo>
                    <a:pt x="139324" y="229689"/>
                    <a:pt x="163454" y="196288"/>
                    <a:pt x="178186" y="163141"/>
                  </a:cubicBezTo>
                  <a:cubicBezTo>
                    <a:pt x="137228" y="139964"/>
                    <a:pt x="110051" y="69733"/>
                    <a:pt x="118814" y="15504"/>
                  </a:cubicBezTo>
                  <a:close/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0" name="任意多边形: 形状 369"/>
            <p:cNvSpPr/>
            <p:nvPr/>
          </p:nvSpPr>
          <p:spPr>
            <a:xfrm>
              <a:off x="10341042" y="9930511"/>
              <a:ext cx="30349" cy="123825"/>
            </a:xfrm>
            <a:custGeom>
              <a:avLst/>
              <a:gdLst>
                <a:gd name="connsiteX0" fmla="*/ 30350 w 30349"/>
                <a:gd name="connsiteY0" fmla="*/ 5765 h 123825"/>
                <a:gd name="connsiteX1" fmla="*/ 20253 w 30349"/>
                <a:gd name="connsiteY1" fmla="*/ -268 h 123825"/>
                <a:gd name="connsiteX2" fmla="*/ 8378 w 30349"/>
                <a:gd name="connsiteY2" fmla="*/ 96189 h 123825"/>
                <a:gd name="connsiteX3" fmla="*/ 23428 w 30349"/>
                <a:gd name="connsiteY3" fmla="*/ 123557 h 123825"/>
                <a:gd name="connsiteX4" fmla="*/ 30350 w 30349"/>
                <a:gd name="connsiteY4" fmla="*/ 5765 h 12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349" h="123825">
                  <a:moveTo>
                    <a:pt x="30350" y="5765"/>
                  </a:moveTo>
                  <a:lnTo>
                    <a:pt x="20253" y="-268"/>
                  </a:lnTo>
                  <a:cubicBezTo>
                    <a:pt x="20253" y="-268"/>
                    <a:pt x="-15879" y="49326"/>
                    <a:pt x="8378" y="96189"/>
                  </a:cubicBezTo>
                  <a:cubicBezTo>
                    <a:pt x="13839" y="106793"/>
                    <a:pt x="18919" y="115810"/>
                    <a:pt x="23428" y="123557"/>
                  </a:cubicBezTo>
                  <a:cubicBezTo>
                    <a:pt x="15681" y="84346"/>
                    <a:pt x="18030" y="43801"/>
                    <a:pt x="30350" y="5765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1" name="任意多边形: 形状 370"/>
            <p:cNvSpPr/>
            <p:nvPr/>
          </p:nvSpPr>
          <p:spPr>
            <a:xfrm>
              <a:off x="10301654" y="10188052"/>
              <a:ext cx="187963" cy="175509"/>
            </a:xfrm>
            <a:custGeom>
              <a:avLst/>
              <a:gdLst>
                <a:gd name="connsiteX0" fmla="*/ 1538 w 187963"/>
                <a:gd name="connsiteY0" fmla="*/ 82741 h 175509"/>
                <a:gd name="connsiteX1" fmla="*/ 38876 w 187963"/>
                <a:gd name="connsiteY1" fmla="*/ 157417 h 175509"/>
                <a:gd name="connsiteX2" fmla="*/ 86691 w 187963"/>
                <a:gd name="connsiteY2" fmla="*/ 172974 h 175509"/>
                <a:gd name="connsiteX3" fmla="*/ 107774 w 187963"/>
                <a:gd name="connsiteY3" fmla="*/ 155068 h 175509"/>
                <a:gd name="connsiteX4" fmla="*/ 143651 w 187963"/>
                <a:gd name="connsiteY4" fmla="*/ 114237 h 175509"/>
                <a:gd name="connsiteX5" fmla="*/ 185053 w 187963"/>
                <a:gd name="connsiteY5" fmla="*/ 109792 h 175509"/>
                <a:gd name="connsiteX6" fmla="*/ 177624 w 187963"/>
                <a:gd name="connsiteY6" fmla="*/ 20511 h 175509"/>
                <a:gd name="connsiteX7" fmla="*/ 160288 w 187963"/>
                <a:gd name="connsiteY7" fmla="*/ 1461 h 175509"/>
                <a:gd name="connsiteX8" fmla="*/ 118632 w 187963"/>
                <a:gd name="connsiteY8" fmla="*/ 13399 h 175509"/>
                <a:gd name="connsiteX9" fmla="*/ 38686 w 187963"/>
                <a:gd name="connsiteY9" fmla="*/ 40005 h 175509"/>
                <a:gd name="connsiteX10" fmla="*/ 1538 w 187963"/>
                <a:gd name="connsiteY10" fmla="*/ 82741 h 175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7963" h="175509">
                  <a:moveTo>
                    <a:pt x="1538" y="82741"/>
                  </a:moveTo>
                  <a:cubicBezTo>
                    <a:pt x="6681" y="110110"/>
                    <a:pt x="23953" y="142812"/>
                    <a:pt x="38876" y="157417"/>
                  </a:cubicBezTo>
                  <a:cubicBezTo>
                    <a:pt x="52021" y="170117"/>
                    <a:pt x="70626" y="179832"/>
                    <a:pt x="86691" y="172974"/>
                  </a:cubicBezTo>
                  <a:cubicBezTo>
                    <a:pt x="94947" y="168612"/>
                    <a:pt x="102122" y="162497"/>
                    <a:pt x="107774" y="155068"/>
                  </a:cubicBezTo>
                  <a:lnTo>
                    <a:pt x="143651" y="114237"/>
                  </a:lnTo>
                  <a:cubicBezTo>
                    <a:pt x="154954" y="101537"/>
                    <a:pt x="177624" y="125730"/>
                    <a:pt x="185053" y="109792"/>
                  </a:cubicBezTo>
                  <a:cubicBezTo>
                    <a:pt x="192483" y="93854"/>
                    <a:pt x="184101" y="36957"/>
                    <a:pt x="177624" y="20511"/>
                  </a:cubicBezTo>
                  <a:cubicBezTo>
                    <a:pt x="174639" y="12078"/>
                    <a:pt x="168416" y="5207"/>
                    <a:pt x="160288" y="1461"/>
                  </a:cubicBezTo>
                  <a:cubicBezTo>
                    <a:pt x="146318" y="-4127"/>
                    <a:pt x="131396" y="4890"/>
                    <a:pt x="118632" y="13399"/>
                  </a:cubicBezTo>
                  <a:cubicBezTo>
                    <a:pt x="94185" y="29718"/>
                    <a:pt x="66689" y="45911"/>
                    <a:pt x="38686" y="40005"/>
                  </a:cubicBezTo>
                  <a:cubicBezTo>
                    <a:pt x="3570" y="32449"/>
                    <a:pt x="-3733" y="54865"/>
                    <a:pt x="1538" y="82741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2" name="任意多边形: 形状 371"/>
            <p:cNvSpPr/>
            <p:nvPr/>
          </p:nvSpPr>
          <p:spPr>
            <a:xfrm>
              <a:off x="10308843" y="10280459"/>
              <a:ext cx="89472" cy="30190"/>
            </a:xfrm>
            <a:custGeom>
              <a:avLst/>
              <a:gdLst>
                <a:gd name="connsiteX0" fmla="*/ 1651 w 89472"/>
                <a:gd name="connsiteY0" fmla="*/ 15543 h 30190"/>
                <a:gd name="connsiteX1" fmla="*/ 33401 w 89472"/>
                <a:gd name="connsiteY1" fmla="*/ 28942 h 30190"/>
                <a:gd name="connsiteX2" fmla="*/ 89472 w 89472"/>
                <a:gd name="connsiteY2" fmla="*/ 10717 h 30190"/>
                <a:gd name="connsiteX3" fmla="*/ 0 w 89472"/>
                <a:gd name="connsiteY3" fmla="*/ -268 h 30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9472" h="30190">
                  <a:moveTo>
                    <a:pt x="1651" y="15543"/>
                  </a:moveTo>
                  <a:cubicBezTo>
                    <a:pt x="1651" y="15543"/>
                    <a:pt x="8001" y="22846"/>
                    <a:pt x="33401" y="28942"/>
                  </a:cubicBezTo>
                  <a:cubicBezTo>
                    <a:pt x="58801" y="35038"/>
                    <a:pt x="89472" y="10717"/>
                    <a:pt x="89472" y="10717"/>
                  </a:cubicBezTo>
                  <a:cubicBezTo>
                    <a:pt x="89472" y="10717"/>
                    <a:pt x="22733" y="33832"/>
                    <a:pt x="0" y="-268"/>
                  </a:cubicBezTo>
                </a:path>
              </a:pathLst>
            </a:custGeom>
            <a:solidFill>
              <a:srgbClr val="FFEBD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3" name="任意多边形: 形状 372"/>
            <p:cNvSpPr/>
            <p:nvPr/>
          </p:nvSpPr>
          <p:spPr>
            <a:xfrm>
              <a:off x="10406005" y="10092667"/>
              <a:ext cx="36518" cy="30671"/>
            </a:xfrm>
            <a:custGeom>
              <a:avLst/>
              <a:gdLst>
                <a:gd name="connsiteX0" fmla="*/ 15869 w 36518"/>
                <a:gd name="connsiteY0" fmla="*/ 9 h 30671"/>
                <a:gd name="connsiteX1" fmla="*/ 36443 w 36518"/>
                <a:gd name="connsiteY1" fmla="*/ 12137 h 30671"/>
                <a:gd name="connsiteX2" fmla="*/ 27870 w 36518"/>
                <a:gd name="connsiteY2" fmla="*/ 28393 h 30671"/>
                <a:gd name="connsiteX3" fmla="*/ 1708 w 36518"/>
                <a:gd name="connsiteY3" fmla="*/ 29282 h 30671"/>
                <a:gd name="connsiteX4" fmla="*/ 1708 w 36518"/>
                <a:gd name="connsiteY4" fmla="*/ 29282 h 30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518" h="30671">
                  <a:moveTo>
                    <a:pt x="15869" y="9"/>
                  </a:moveTo>
                  <a:cubicBezTo>
                    <a:pt x="24759" y="-1547"/>
                    <a:pt x="33522" y="3590"/>
                    <a:pt x="36443" y="12137"/>
                  </a:cubicBezTo>
                  <a:cubicBezTo>
                    <a:pt x="37077" y="18779"/>
                    <a:pt x="33712" y="25173"/>
                    <a:pt x="27870" y="28393"/>
                  </a:cubicBezTo>
                  <a:cubicBezTo>
                    <a:pt x="20377" y="32838"/>
                    <a:pt x="-7055" y="28393"/>
                    <a:pt x="1708" y="29282"/>
                  </a:cubicBezTo>
                  <a:lnTo>
                    <a:pt x="1708" y="29282"/>
                  </a:lnTo>
                </a:path>
              </a:pathLst>
            </a:custGeom>
            <a:solidFill>
              <a:srgbClr val="FFD4C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4" name="任意多边形: 形状 373"/>
            <p:cNvSpPr/>
            <p:nvPr/>
          </p:nvSpPr>
          <p:spPr>
            <a:xfrm>
              <a:off x="10283035" y="10060686"/>
              <a:ext cx="17617" cy="10514"/>
            </a:xfrm>
            <a:custGeom>
              <a:avLst/>
              <a:gdLst>
                <a:gd name="connsiteX0" fmla="*/ 219 w 17617"/>
                <a:gd name="connsiteY0" fmla="*/ -268 h 10514"/>
                <a:gd name="connsiteX1" fmla="*/ 3711 w 17617"/>
                <a:gd name="connsiteY1" fmla="*/ 10083 h 10514"/>
                <a:gd name="connsiteX2" fmla="*/ 16411 w 17617"/>
                <a:gd name="connsiteY2" fmla="*/ 4431 h 10514"/>
                <a:gd name="connsiteX3" fmla="*/ 17618 w 17617"/>
                <a:gd name="connsiteY3" fmla="*/ 1256 h 10514"/>
                <a:gd name="connsiteX4" fmla="*/ 219 w 17617"/>
                <a:gd name="connsiteY4" fmla="*/ -268 h 105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17" h="10514">
                  <a:moveTo>
                    <a:pt x="219" y="-268"/>
                  </a:moveTo>
                  <a:cubicBezTo>
                    <a:pt x="-607" y="4876"/>
                    <a:pt x="981" y="8876"/>
                    <a:pt x="3711" y="10083"/>
                  </a:cubicBezTo>
                  <a:cubicBezTo>
                    <a:pt x="8664" y="10889"/>
                    <a:pt x="13681" y="8673"/>
                    <a:pt x="16411" y="4431"/>
                  </a:cubicBezTo>
                  <a:cubicBezTo>
                    <a:pt x="17046" y="3466"/>
                    <a:pt x="17427" y="2386"/>
                    <a:pt x="17618" y="1256"/>
                  </a:cubicBezTo>
                  <a:cubicBezTo>
                    <a:pt x="11775" y="1561"/>
                    <a:pt x="5934" y="1053"/>
                    <a:pt x="219" y="-268"/>
                  </a:cubicBezTo>
                  <a:close/>
                </a:path>
              </a:pathLst>
            </a:custGeom>
            <a:solidFill>
              <a:srgbClr val="FFA59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5" name="任意多边形: 形状 374"/>
            <p:cNvSpPr/>
            <p:nvPr/>
          </p:nvSpPr>
          <p:spPr>
            <a:xfrm>
              <a:off x="10328829" y="10010027"/>
              <a:ext cx="32517" cy="18063"/>
            </a:xfrm>
            <a:custGeom>
              <a:avLst/>
              <a:gdLst>
                <a:gd name="connsiteX0" fmla="*/ 32465 w 32517"/>
                <a:gd name="connsiteY0" fmla="*/ 16926 h 18063"/>
                <a:gd name="connsiteX1" fmla="*/ 24084 w 32517"/>
                <a:gd name="connsiteY1" fmla="*/ 5115 h 18063"/>
                <a:gd name="connsiteX2" fmla="*/ 906 w 32517"/>
                <a:gd name="connsiteY2" fmla="*/ 2512 h 18063"/>
                <a:gd name="connsiteX3" fmla="*/ 589 w 32517"/>
                <a:gd name="connsiteY3" fmla="*/ 5998 h 18063"/>
                <a:gd name="connsiteX4" fmla="*/ 2366 w 32517"/>
                <a:gd name="connsiteY4" fmla="*/ 6893 h 18063"/>
                <a:gd name="connsiteX5" fmla="*/ 16019 w 32517"/>
                <a:gd name="connsiteY5" fmla="*/ 6893 h 18063"/>
                <a:gd name="connsiteX6" fmla="*/ 30941 w 32517"/>
                <a:gd name="connsiteY6" fmla="*/ 17307 h 18063"/>
                <a:gd name="connsiteX7" fmla="*/ 32465 w 32517"/>
                <a:gd name="connsiteY7" fmla="*/ 16926 h 18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517" h="18063">
                  <a:moveTo>
                    <a:pt x="32465" y="16926"/>
                  </a:moveTo>
                  <a:cubicBezTo>
                    <a:pt x="31196" y="12113"/>
                    <a:pt x="28211" y="7928"/>
                    <a:pt x="24084" y="5115"/>
                  </a:cubicBezTo>
                  <a:cubicBezTo>
                    <a:pt x="17861" y="-936"/>
                    <a:pt x="8336" y="-2003"/>
                    <a:pt x="906" y="2512"/>
                  </a:cubicBezTo>
                  <a:cubicBezTo>
                    <a:pt x="-173" y="3382"/>
                    <a:pt x="-300" y="4944"/>
                    <a:pt x="589" y="5998"/>
                  </a:cubicBezTo>
                  <a:cubicBezTo>
                    <a:pt x="1033" y="6538"/>
                    <a:pt x="1668" y="6862"/>
                    <a:pt x="2366" y="6893"/>
                  </a:cubicBezTo>
                  <a:cubicBezTo>
                    <a:pt x="6939" y="6639"/>
                    <a:pt x="11447" y="6639"/>
                    <a:pt x="16019" y="6893"/>
                  </a:cubicBezTo>
                  <a:cubicBezTo>
                    <a:pt x="21861" y="8862"/>
                    <a:pt x="27068" y="12475"/>
                    <a:pt x="30941" y="17307"/>
                  </a:cubicBezTo>
                  <a:cubicBezTo>
                    <a:pt x="31577" y="18196"/>
                    <a:pt x="32783" y="17752"/>
                    <a:pt x="32465" y="16926"/>
                  </a:cubicBezTo>
                  <a:close/>
                </a:path>
              </a:pathLst>
            </a:custGeom>
            <a:solidFill>
              <a:srgbClr val="24305E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6" name="任意多边形: 形状 375"/>
            <p:cNvSpPr/>
            <p:nvPr/>
          </p:nvSpPr>
          <p:spPr>
            <a:xfrm>
              <a:off x="10244118" y="10034101"/>
              <a:ext cx="25992" cy="12129"/>
            </a:xfrm>
            <a:custGeom>
              <a:avLst/>
              <a:gdLst>
                <a:gd name="connsiteX0" fmla="*/ 25990 w 25992"/>
                <a:gd name="connsiteY0" fmla="*/ 11584 h 12129"/>
                <a:gd name="connsiteX1" fmla="*/ 16021 w 25992"/>
                <a:gd name="connsiteY1" fmla="*/ -100 h 12129"/>
                <a:gd name="connsiteX2" fmla="*/ 273 w 25992"/>
                <a:gd name="connsiteY2" fmla="*/ 6250 h 12129"/>
                <a:gd name="connsiteX3" fmla="*/ 1733 w 25992"/>
                <a:gd name="connsiteY3" fmla="*/ 7711 h 12129"/>
                <a:gd name="connsiteX4" fmla="*/ 15639 w 25992"/>
                <a:gd name="connsiteY4" fmla="*/ 1996 h 12129"/>
                <a:gd name="connsiteX5" fmla="*/ 24784 w 25992"/>
                <a:gd name="connsiteY5" fmla="*/ 11648 h 12129"/>
                <a:gd name="connsiteX6" fmla="*/ 25990 w 25992"/>
                <a:gd name="connsiteY6" fmla="*/ 11267 h 121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5992" h="12129">
                  <a:moveTo>
                    <a:pt x="25990" y="11584"/>
                  </a:moveTo>
                  <a:cubicBezTo>
                    <a:pt x="25546" y="5945"/>
                    <a:pt x="21545" y="1228"/>
                    <a:pt x="16021" y="-100"/>
                  </a:cubicBezTo>
                  <a:cubicBezTo>
                    <a:pt x="9988" y="-951"/>
                    <a:pt x="4019" y="1469"/>
                    <a:pt x="273" y="6250"/>
                  </a:cubicBezTo>
                  <a:cubicBezTo>
                    <a:pt x="-426" y="7139"/>
                    <a:pt x="273" y="8219"/>
                    <a:pt x="1733" y="7711"/>
                  </a:cubicBezTo>
                  <a:cubicBezTo>
                    <a:pt x="6623" y="5615"/>
                    <a:pt x="9289" y="218"/>
                    <a:pt x="15639" y="1996"/>
                  </a:cubicBezTo>
                  <a:cubicBezTo>
                    <a:pt x="20847" y="3456"/>
                    <a:pt x="22688" y="7838"/>
                    <a:pt x="24784" y="11648"/>
                  </a:cubicBezTo>
                  <a:cubicBezTo>
                    <a:pt x="24784" y="12156"/>
                    <a:pt x="26053" y="11648"/>
                    <a:pt x="25990" y="11267"/>
                  </a:cubicBezTo>
                  <a:close/>
                </a:path>
              </a:pathLst>
            </a:custGeom>
            <a:solidFill>
              <a:srgbClr val="5031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7" name="任意多边形: 形状 376"/>
            <p:cNvSpPr/>
            <p:nvPr/>
          </p:nvSpPr>
          <p:spPr>
            <a:xfrm>
              <a:off x="10242384" y="10032942"/>
              <a:ext cx="29438" cy="15253"/>
            </a:xfrm>
            <a:custGeom>
              <a:avLst/>
              <a:gdLst>
                <a:gd name="connsiteX0" fmla="*/ 27153 w 29438"/>
                <a:gd name="connsiteY0" fmla="*/ 14966 h 15253"/>
                <a:gd name="connsiteX1" fmla="*/ 24931 w 29438"/>
                <a:gd name="connsiteY1" fmla="*/ 13886 h 15253"/>
                <a:gd name="connsiteX2" fmla="*/ 24169 w 29438"/>
                <a:gd name="connsiteY2" fmla="*/ 12616 h 15253"/>
                <a:gd name="connsiteX3" fmla="*/ 16739 w 29438"/>
                <a:gd name="connsiteY3" fmla="*/ 4996 h 15253"/>
                <a:gd name="connsiteX4" fmla="*/ 9056 w 29438"/>
                <a:gd name="connsiteY4" fmla="*/ 7536 h 15253"/>
                <a:gd name="connsiteX5" fmla="*/ 4293 w 29438"/>
                <a:gd name="connsiteY5" fmla="*/ 10584 h 15253"/>
                <a:gd name="connsiteX6" fmla="*/ 864 w 29438"/>
                <a:gd name="connsiteY6" fmla="*/ 10203 h 15253"/>
                <a:gd name="connsiteX7" fmla="*/ 420 w 29438"/>
                <a:gd name="connsiteY7" fmla="*/ 7270 h 15253"/>
                <a:gd name="connsiteX8" fmla="*/ 483 w 29438"/>
                <a:gd name="connsiteY8" fmla="*/ 7219 h 15253"/>
                <a:gd name="connsiteX9" fmla="*/ 18263 w 29438"/>
                <a:gd name="connsiteY9" fmla="*/ -84 h 15253"/>
                <a:gd name="connsiteX10" fmla="*/ 29439 w 29438"/>
                <a:gd name="connsiteY10" fmla="*/ 12616 h 15253"/>
                <a:gd name="connsiteX11" fmla="*/ 29439 w 29438"/>
                <a:gd name="connsiteY11" fmla="*/ 12616 h 15253"/>
                <a:gd name="connsiteX12" fmla="*/ 27661 w 29438"/>
                <a:gd name="connsiteY12" fmla="*/ 14775 h 15253"/>
                <a:gd name="connsiteX13" fmla="*/ 8103 w 29438"/>
                <a:gd name="connsiteY13" fmla="*/ 4679 h 15253"/>
                <a:gd name="connsiteX14" fmla="*/ 5563 w 29438"/>
                <a:gd name="connsiteY14" fmla="*/ 6647 h 15253"/>
                <a:gd name="connsiteX15" fmla="*/ 6897 w 29438"/>
                <a:gd name="connsiteY15" fmla="*/ 5631 h 15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438" h="15253">
                  <a:moveTo>
                    <a:pt x="27153" y="14966"/>
                  </a:moveTo>
                  <a:cubicBezTo>
                    <a:pt x="26264" y="15087"/>
                    <a:pt x="25375" y="14661"/>
                    <a:pt x="24931" y="13886"/>
                  </a:cubicBezTo>
                  <a:lnTo>
                    <a:pt x="24169" y="12616"/>
                  </a:lnTo>
                  <a:cubicBezTo>
                    <a:pt x="22391" y="9251"/>
                    <a:pt x="20676" y="6266"/>
                    <a:pt x="16739" y="4996"/>
                  </a:cubicBezTo>
                  <a:cubicBezTo>
                    <a:pt x="13755" y="4107"/>
                    <a:pt x="11913" y="5314"/>
                    <a:pt x="9056" y="7536"/>
                  </a:cubicBezTo>
                  <a:cubicBezTo>
                    <a:pt x="7595" y="8768"/>
                    <a:pt x="6008" y="9797"/>
                    <a:pt x="4293" y="10584"/>
                  </a:cubicBezTo>
                  <a:cubicBezTo>
                    <a:pt x="3150" y="11111"/>
                    <a:pt x="1817" y="10965"/>
                    <a:pt x="864" y="10203"/>
                  </a:cubicBezTo>
                  <a:cubicBezTo>
                    <a:pt x="-89" y="9511"/>
                    <a:pt x="-279" y="8197"/>
                    <a:pt x="420" y="7270"/>
                  </a:cubicBezTo>
                  <a:cubicBezTo>
                    <a:pt x="483" y="7251"/>
                    <a:pt x="483" y="7238"/>
                    <a:pt x="483" y="7219"/>
                  </a:cubicBezTo>
                  <a:cubicBezTo>
                    <a:pt x="4674" y="1751"/>
                    <a:pt x="11469" y="-1036"/>
                    <a:pt x="18263" y="-84"/>
                  </a:cubicBezTo>
                  <a:cubicBezTo>
                    <a:pt x="24359" y="1307"/>
                    <a:pt x="28804" y="6419"/>
                    <a:pt x="29439" y="12616"/>
                  </a:cubicBezTo>
                  <a:lnTo>
                    <a:pt x="29439" y="12616"/>
                  </a:lnTo>
                  <a:cubicBezTo>
                    <a:pt x="29439" y="13677"/>
                    <a:pt x="28677" y="14591"/>
                    <a:pt x="27661" y="14775"/>
                  </a:cubicBezTo>
                  <a:close/>
                  <a:moveTo>
                    <a:pt x="8103" y="4679"/>
                  </a:moveTo>
                  <a:cubicBezTo>
                    <a:pt x="7214" y="5263"/>
                    <a:pt x="6325" y="5924"/>
                    <a:pt x="5563" y="6647"/>
                  </a:cubicBezTo>
                  <a:lnTo>
                    <a:pt x="6897" y="5631"/>
                  </a:ln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8" name="任意多边形: 形状 377"/>
            <p:cNvSpPr/>
            <p:nvPr/>
          </p:nvSpPr>
          <p:spPr>
            <a:xfrm>
              <a:off x="10324352" y="10052150"/>
              <a:ext cx="26147" cy="14758"/>
            </a:xfrm>
            <a:custGeom>
              <a:avLst/>
              <a:gdLst>
                <a:gd name="connsiteX0" fmla="*/ 26148 w 26147"/>
                <a:gd name="connsiteY0" fmla="*/ 13729 h 14758"/>
                <a:gd name="connsiteX1" fmla="*/ 16052 w 26147"/>
                <a:gd name="connsiteY1" fmla="*/ -114 h 14758"/>
                <a:gd name="connsiteX2" fmla="*/ 366 w 26147"/>
                <a:gd name="connsiteY2" fmla="*/ 7506 h 14758"/>
                <a:gd name="connsiteX3" fmla="*/ 304 w 26147"/>
                <a:gd name="connsiteY3" fmla="*/ 9125 h 14758"/>
                <a:gd name="connsiteX4" fmla="*/ 1891 w 26147"/>
                <a:gd name="connsiteY4" fmla="*/ 9220 h 14758"/>
                <a:gd name="connsiteX5" fmla="*/ 15734 w 26147"/>
                <a:gd name="connsiteY5" fmla="*/ 2870 h 14758"/>
                <a:gd name="connsiteX6" fmla="*/ 25005 w 26147"/>
                <a:gd name="connsiteY6" fmla="*/ 14237 h 14758"/>
                <a:gd name="connsiteX7" fmla="*/ 25894 w 26147"/>
                <a:gd name="connsiteY7" fmla="*/ 14364 h 14758"/>
                <a:gd name="connsiteX8" fmla="*/ 26148 w 26147"/>
                <a:gd name="connsiteY8" fmla="*/ 13856 h 14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6147" h="14758">
                  <a:moveTo>
                    <a:pt x="26148" y="13729"/>
                  </a:moveTo>
                  <a:cubicBezTo>
                    <a:pt x="25894" y="7493"/>
                    <a:pt x="21893" y="2020"/>
                    <a:pt x="16052" y="-114"/>
                  </a:cubicBezTo>
                  <a:cubicBezTo>
                    <a:pt x="9765" y="-1003"/>
                    <a:pt x="3541" y="2013"/>
                    <a:pt x="366" y="7506"/>
                  </a:cubicBezTo>
                  <a:cubicBezTo>
                    <a:pt x="-78" y="7925"/>
                    <a:pt x="-141" y="8649"/>
                    <a:pt x="304" y="9125"/>
                  </a:cubicBezTo>
                  <a:cubicBezTo>
                    <a:pt x="684" y="9602"/>
                    <a:pt x="1446" y="9640"/>
                    <a:pt x="1891" y="9220"/>
                  </a:cubicBezTo>
                  <a:cubicBezTo>
                    <a:pt x="6716" y="6871"/>
                    <a:pt x="9320" y="584"/>
                    <a:pt x="15734" y="2870"/>
                  </a:cubicBezTo>
                  <a:cubicBezTo>
                    <a:pt x="20941" y="4649"/>
                    <a:pt x="22782" y="9792"/>
                    <a:pt x="25005" y="14237"/>
                  </a:cubicBezTo>
                  <a:cubicBezTo>
                    <a:pt x="25195" y="14517"/>
                    <a:pt x="25640" y="14573"/>
                    <a:pt x="25894" y="14364"/>
                  </a:cubicBezTo>
                  <a:cubicBezTo>
                    <a:pt x="26084" y="14243"/>
                    <a:pt x="26148" y="14059"/>
                    <a:pt x="26148" y="13856"/>
                  </a:cubicBezTo>
                  <a:close/>
                </a:path>
              </a:pathLst>
            </a:custGeom>
            <a:solidFill>
              <a:srgbClr val="503160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79" name="任意多边形: 形状 378"/>
            <p:cNvSpPr/>
            <p:nvPr/>
          </p:nvSpPr>
          <p:spPr>
            <a:xfrm>
              <a:off x="10322561" y="10050556"/>
              <a:ext cx="29529" cy="17945"/>
            </a:xfrm>
            <a:custGeom>
              <a:avLst/>
              <a:gdLst>
                <a:gd name="connsiteX0" fmla="*/ 27240 w 29529"/>
                <a:gd name="connsiteY0" fmla="*/ 17672 h 17945"/>
                <a:gd name="connsiteX1" fmla="*/ 24954 w 29529"/>
                <a:gd name="connsiteY1" fmla="*/ 16402 h 17945"/>
                <a:gd name="connsiteX2" fmla="*/ 24256 w 29529"/>
                <a:gd name="connsiteY2" fmla="*/ 14878 h 17945"/>
                <a:gd name="connsiteX3" fmla="*/ 16699 w 29529"/>
                <a:gd name="connsiteY3" fmla="*/ 5861 h 17945"/>
                <a:gd name="connsiteX4" fmla="*/ 9016 w 29529"/>
                <a:gd name="connsiteY4" fmla="*/ 8783 h 17945"/>
                <a:gd name="connsiteX5" fmla="*/ 4317 w 29529"/>
                <a:gd name="connsiteY5" fmla="*/ 12275 h 17945"/>
                <a:gd name="connsiteX6" fmla="*/ 824 w 29529"/>
                <a:gd name="connsiteY6" fmla="*/ 11767 h 17945"/>
                <a:gd name="connsiteX7" fmla="*/ 443 w 29529"/>
                <a:gd name="connsiteY7" fmla="*/ 8274 h 17945"/>
                <a:gd name="connsiteX8" fmla="*/ 18159 w 29529"/>
                <a:gd name="connsiteY8" fmla="*/ -44 h 17945"/>
                <a:gd name="connsiteX9" fmla="*/ 29526 w 29529"/>
                <a:gd name="connsiteY9" fmla="*/ 15133 h 17945"/>
                <a:gd name="connsiteX10" fmla="*/ 29526 w 29529"/>
                <a:gd name="connsiteY10" fmla="*/ 15133 h 17945"/>
                <a:gd name="connsiteX11" fmla="*/ 27684 w 29529"/>
                <a:gd name="connsiteY11" fmla="*/ 17546 h 17945"/>
                <a:gd name="connsiteX12" fmla="*/ 7809 w 29529"/>
                <a:gd name="connsiteY12" fmla="*/ 5417 h 17945"/>
                <a:gd name="connsiteX13" fmla="*/ 5270 w 29529"/>
                <a:gd name="connsiteY13" fmla="*/ 7639 h 17945"/>
                <a:gd name="connsiteX14" fmla="*/ 6539 w 29529"/>
                <a:gd name="connsiteY14" fmla="*/ 6496 h 17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529" h="17945">
                  <a:moveTo>
                    <a:pt x="27240" y="17672"/>
                  </a:moveTo>
                  <a:cubicBezTo>
                    <a:pt x="26288" y="17736"/>
                    <a:pt x="25399" y="17241"/>
                    <a:pt x="24954" y="16402"/>
                  </a:cubicBezTo>
                  <a:lnTo>
                    <a:pt x="24256" y="14878"/>
                  </a:lnTo>
                  <a:cubicBezTo>
                    <a:pt x="22414" y="10941"/>
                    <a:pt x="20636" y="7195"/>
                    <a:pt x="16699" y="5861"/>
                  </a:cubicBezTo>
                  <a:cubicBezTo>
                    <a:pt x="12762" y="4528"/>
                    <a:pt x="11873" y="5861"/>
                    <a:pt x="9016" y="8783"/>
                  </a:cubicBezTo>
                  <a:cubicBezTo>
                    <a:pt x="7619" y="10148"/>
                    <a:pt x="6031" y="11322"/>
                    <a:pt x="4317" y="12275"/>
                  </a:cubicBezTo>
                  <a:cubicBezTo>
                    <a:pt x="3174" y="12866"/>
                    <a:pt x="1777" y="12662"/>
                    <a:pt x="824" y="11767"/>
                  </a:cubicBezTo>
                  <a:cubicBezTo>
                    <a:pt x="-129" y="10840"/>
                    <a:pt x="-255" y="9386"/>
                    <a:pt x="443" y="8274"/>
                  </a:cubicBezTo>
                  <a:cubicBezTo>
                    <a:pt x="4063" y="2115"/>
                    <a:pt x="11111" y="-1187"/>
                    <a:pt x="18159" y="-44"/>
                  </a:cubicBezTo>
                  <a:cubicBezTo>
                    <a:pt x="24637" y="2255"/>
                    <a:pt x="29145" y="8243"/>
                    <a:pt x="29526" y="15133"/>
                  </a:cubicBezTo>
                  <a:lnTo>
                    <a:pt x="29526" y="15133"/>
                  </a:lnTo>
                  <a:cubicBezTo>
                    <a:pt x="29590" y="16288"/>
                    <a:pt x="28828" y="17323"/>
                    <a:pt x="27684" y="17546"/>
                  </a:cubicBezTo>
                  <a:close/>
                  <a:moveTo>
                    <a:pt x="7809" y="5417"/>
                  </a:moveTo>
                  <a:cubicBezTo>
                    <a:pt x="6857" y="6052"/>
                    <a:pt x="6031" y="6801"/>
                    <a:pt x="5270" y="7639"/>
                  </a:cubicBezTo>
                  <a:lnTo>
                    <a:pt x="6539" y="6496"/>
                  </a:ln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0" name="任意多边形: 形状 379"/>
            <p:cNvSpPr/>
            <p:nvPr/>
          </p:nvSpPr>
          <p:spPr>
            <a:xfrm>
              <a:off x="10250082" y="9999565"/>
              <a:ext cx="29963" cy="13468"/>
            </a:xfrm>
            <a:custGeom>
              <a:avLst/>
              <a:gdLst>
                <a:gd name="connsiteX0" fmla="*/ 913 w 29963"/>
                <a:gd name="connsiteY0" fmla="*/ 7576 h 13468"/>
                <a:gd name="connsiteX1" fmla="*/ 16153 w 29963"/>
                <a:gd name="connsiteY1" fmla="*/ 6052 h 13468"/>
                <a:gd name="connsiteX2" fmla="*/ 26503 w 29963"/>
                <a:gd name="connsiteY2" fmla="*/ 12910 h 13468"/>
                <a:gd name="connsiteX3" fmla="*/ 29806 w 29963"/>
                <a:gd name="connsiteY3" fmla="*/ 10243 h 13468"/>
                <a:gd name="connsiteX4" fmla="*/ 6819 w 29963"/>
                <a:gd name="connsiteY4" fmla="*/ 1182 h 13468"/>
                <a:gd name="connsiteX5" fmla="*/ 87 w 29963"/>
                <a:gd name="connsiteY5" fmla="*/ 6370 h 13468"/>
                <a:gd name="connsiteX6" fmla="*/ 405 w 29963"/>
                <a:gd name="connsiteY6" fmla="*/ 7487 h 13468"/>
                <a:gd name="connsiteX7" fmla="*/ 913 w 29963"/>
                <a:gd name="connsiteY7" fmla="*/ 7576 h 13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9963" h="13468">
                  <a:moveTo>
                    <a:pt x="913" y="7576"/>
                  </a:moveTo>
                  <a:cubicBezTo>
                    <a:pt x="5675" y="5424"/>
                    <a:pt x="11073" y="4890"/>
                    <a:pt x="16153" y="6052"/>
                  </a:cubicBezTo>
                  <a:cubicBezTo>
                    <a:pt x="19836" y="7944"/>
                    <a:pt x="23328" y="10243"/>
                    <a:pt x="26503" y="12910"/>
                  </a:cubicBezTo>
                  <a:cubicBezTo>
                    <a:pt x="28027" y="13863"/>
                    <a:pt x="30631" y="12339"/>
                    <a:pt x="29806" y="10243"/>
                  </a:cubicBezTo>
                  <a:cubicBezTo>
                    <a:pt x="25996" y="1397"/>
                    <a:pt x="15709" y="-2660"/>
                    <a:pt x="6819" y="1182"/>
                  </a:cubicBezTo>
                  <a:cubicBezTo>
                    <a:pt x="4215" y="2325"/>
                    <a:pt x="1865" y="4109"/>
                    <a:pt x="87" y="6370"/>
                  </a:cubicBezTo>
                  <a:cubicBezTo>
                    <a:pt x="-103" y="6770"/>
                    <a:pt x="24" y="7272"/>
                    <a:pt x="405" y="7487"/>
                  </a:cubicBezTo>
                  <a:cubicBezTo>
                    <a:pt x="596" y="7563"/>
                    <a:pt x="723" y="7595"/>
                    <a:pt x="913" y="7576"/>
                  </a:cubicBezTo>
                  <a:close/>
                </a:path>
              </a:pathLst>
            </a:custGeom>
            <a:solidFill>
              <a:srgbClr val="151C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1" name="任意多边形: 形状 380"/>
            <p:cNvSpPr/>
            <p:nvPr/>
          </p:nvSpPr>
          <p:spPr>
            <a:xfrm rot="17251800">
              <a:off x="10235860" y="10042383"/>
              <a:ext cx="15620" cy="27558"/>
            </a:xfrm>
            <a:custGeom>
              <a:avLst/>
              <a:gdLst>
                <a:gd name="connsiteX0" fmla="*/ 15621 w 15620"/>
                <a:gd name="connsiteY0" fmla="*/ 13512 h 27558"/>
                <a:gd name="connsiteX1" fmla="*/ 7810 w 15620"/>
                <a:gd name="connsiteY1" fmla="*/ 27291 h 27558"/>
                <a:gd name="connsiteX2" fmla="*/ 0 w 15620"/>
                <a:gd name="connsiteY2" fmla="*/ 13512 h 27558"/>
                <a:gd name="connsiteX3" fmla="*/ 7810 w 15620"/>
                <a:gd name="connsiteY3" fmla="*/ -268 h 27558"/>
                <a:gd name="connsiteX4" fmla="*/ 15621 w 15620"/>
                <a:gd name="connsiteY4" fmla="*/ 13512 h 27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620" h="27558">
                  <a:moveTo>
                    <a:pt x="15621" y="13512"/>
                  </a:moveTo>
                  <a:cubicBezTo>
                    <a:pt x="15621" y="21122"/>
                    <a:pt x="12124" y="27291"/>
                    <a:pt x="7810" y="27291"/>
                  </a:cubicBezTo>
                  <a:cubicBezTo>
                    <a:pt x="3497" y="27291"/>
                    <a:pt x="0" y="21122"/>
                    <a:pt x="0" y="13512"/>
                  </a:cubicBezTo>
                  <a:cubicBezTo>
                    <a:pt x="0" y="5901"/>
                    <a:pt x="3497" y="-268"/>
                    <a:pt x="7810" y="-268"/>
                  </a:cubicBezTo>
                  <a:cubicBezTo>
                    <a:pt x="12124" y="-268"/>
                    <a:pt x="15621" y="5902"/>
                    <a:pt x="15621" y="13512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2" name="任意多边形: 形状 381"/>
            <p:cNvSpPr/>
            <p:nvPr/>
          </p:nvSpPr>
          <p:spPr>
            <a:xfrm rot="21331800">
              <a:off x="10349738" y="10069484"/>
              <a:ext cx="27558" cy="15620"/>
            </a:xfrm>
            <a:custGeom>
              <a:avLst/>
              <a:gdLst>
                <a:gd name="connsiteX0" fmla="*/ 27559 w 27558"/>
                <a:gd name="connsiteY0" fmla="*/ 7543 h 15620"/>
                <a:gd name="connsiteX1" fmla="*/ 13779 w 27558"/>
                <a:gd name="connsiteY1" fmla="*/ 15353 h 15620"/>
                <a:gd name="connsiteX2" fmla="*/ -1 w 27558"/>
                <a:gd name="connsiteY2" fmla="*/ 7543 h 15620"/>
                <a:gd name="connsiteX3" fmla="*/ 13779 w 27558"/>
                <a:gd name="connsiteY3" fmla="*/ -268 h 15620"/>
                <a:gd name="connsiteX4" fmla="*/ 27559 w 27558"/>
                <a:gd name="connsiteY4" fmla="*/ 7543 h 15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58" h="15620">
                  <a:moveTo>
                    <a:pt x="27559" y="7543"/>
                  </a:moveTo>
                  <a:cubicBezTo>
                    <a:pt x="27559" y="11856"/>
                    <a:pt x="21390" y="15353"/>
                    <a:pt x="13779" y="15353"/>
                  </a:cubicBezTo>
                  <a:cubicBezTo>
                    <a:pt x="6169" y="15353"/>
                    <a:pt x="-1" y="11856"/>
                    <a:pt x="-1" y="7543"/>
                  </a:cubicBezTo>
                  <a:cubicBezTo>
                    <a:pt x="-1" y="3229"/>
                    <a:pt x="6169" y="-268"/>
                    <a:pt x="13779" y="-268"/>
                  </a:cubicBezTo>
                  <a:cubicBezTo>
                    <a:pt x="21390" y="-268"/>
                    <a:pt x="27559" y="3229"/>
                    <a:pt x="27559" y="7543"/>
                  </a:cubicBezTo>
                  <a:close/>
                </a:path>
              </a:pathLst>
            </a:custGeom>
            <a:solidFill>
              <a:srgbClr val="FFA598">
                <a:alpha val="31000"/>
              </a:srgbClr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3" name="任意多边形: 形状 382"/>
            <p:cNvSpPr/>
            <p:nvPr/>
          </p:nvSpPr>
          <p:spPr>
            <a:xfrm>
              <a:off x="10269581" y="10095990"/>
              <a:ext cx="44942" cy="30038"/>
            </a:xfrm>
            <a:custGeom>
              <a:avLst/>
              <a:gdLst>
                <a:gd name="connsiteX0" fmla="*/ 44533 w 44942"/>
                <a:gd name="connsiteY0" fmla="*/ 2845 h 30038"/>
                <a:gd name="connsiteX1" fmla="*/ 26625 w 44942"/>
                <a:gd name="connsiteY1" fmla="*/ 29356 h 30038"/>
                <a:gd name="connsiteX2" fmla="*/ 83 w 44942"/>
                <a:gd name="connsiteY2" fmla="*/ 11417 h 30038"/>
                <a:gd name="connsiteX3" fmla="*/ 83 w 44942"/>
                <a:gd name="connsiteY3" fmla="*/ 11417 h 30038"/>
                <a:gd name="connsiteX4" fmla="*/ 3067 w 44942"/>
                <a:gd name="connsiteY4" fmla="*/ 6934 h 30038"/>
                <a:gd name="connsiteX5" fmla="*/ 3194 w 44942"/>
                <a:gd name="connsiteY5" fmla="*/ 6909 h 30038"/>
                <a:gd name="connsiteX6" fmla="*/ 39707 w 44942"/>
                <a:gd name="connsiteY6" fmla="*/ -203 h 30038"/>
                <a:gd name="connsiteX7" fmla="*/ 44279 w 44942"/>
                <a:gd name="connsiteY7" fmla="*/ 2908 h 30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942" h="30038">
                  <a:moveTo>
                    <a:pt x="44533" y="2845"/>
                  </a:moveTo>
                  <a:cubicBezTo>
                    <a:pt x="46882" y="15119"/>
                    <a:pt x="38881" y="26988"/>
                    <a:pt x="26625" y="29356"/>
                  </a:cubicBezTo>
                  <a:cubicBezTo>
                    <a:pt x="14307" y="31725"/>
                    <a:pt x="2432" y="23692"/>
                    <a:pt x="83" y="11417"/>
                  </a:cubicBezTo>
                  <a:lnTo>
                    <a:pt x="83" y="11417"/>
                  </a:lnTo>
                  <a:cubicBezTo>
                    <a:pt x="-362" y="9354"/>
                    <a:pt x="1036" y="7347"/>
                    <a:pt x="3067" y="6934"/>
                  </a:cubicBezTo>
                  <a:cubicBezTo>
                    <a:pt x="3131" y="6922"/>
                    <a:pt x="3131" y="6915"/>
                    <a:pt x="3194" y="6909"/>
                  </a:cubicBezTo>
                  <a:lnTo>
                    <a:pt x="39707" y="-203"/>
                  </a:lnTo>
                  <a:cubicBezTo>
                    <a:pt x="41802" y="-591"/>
                    <a:pt x="43834" y="794"/>
                    <a:pt x="44279" y="2908"/>
                  </a:cubicBezTo>
                  <a:close/>
                </a:path>
              </a:pathLst>
            </a:custGeom>
            <a:solidFill>
              <a:srgbClr val="CF383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4" name="任意多边形: 形状 383"/>
            <p:cNvSpPr/>
            <p:nvPr/>
          </p:nvSpPr>
          <p:spPr>
            <a:xfrm>
              <a:off x="10285603" y="10117518"/>
              <a:ext cx="23876" cy="8392"/>
            </a:xfrm>
            <a:custGeom>
              <a:avLst/>
              <a:gdLst>
                <a:gd name="connsiteX0" fmla="*/ 0 w 23876"/>
                <a:gd name="connsiteY0" fmla="*/ 7161 h 8392"/>
                <a:gd name="connsiteX1" fmla="*/ 10604 w 23876"/>
                <a:gd name="connsiteY1" fmla="*/ 7733 h 8392"/>
                <a:gd name="connsiteX2" fmla="*/ 23876 w 23876"/>
                <a:gd name="connsiteY2" fmla="*/ -268 h 8392"/>
                <a:gd name="connsiteX3" fmla="*/ 0 w 23876"/>
                <a:gd name="connsiteY3" fmla="*/ 7161 h 8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876" h="8392">
                  <a:moveTo>
                    <a:pt x="0" y="7161"/>
                  </a:moveTo>
                  <a:cubicBezTo>
                    <a:pt x="3428" y="8209"/>
                    <a:pt x="7048" y="8406"/>
                    <a:pt x="10604" y="7733"/>
                  </a:cubicBezTo>
                  <a:cubicBezTo>
                    <a:pt x="15811" y="6711"/>
                    <a:pt x="20510" y="3878"/>
                    <a:pt x="23876" y="-268"/>
                  </a:cubicBezTo>
                  <a:cubicBezTo>
                    <a:pt x="15430" y="253"/>
                    <a:pt x="7239" y="2799"/>
                    <a:pt x="0" y="7161"/>
                  </a:cubicBezTo>
                  <a:close/>
                </a:path>
              </a:pathLst>
            </a:custGeom>
            <a:solidFill>
              <a:srgbClr val="FFB9A4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5" name="任意多边形: 形状 384"/>
            <p:cNvSpPr/>
            <p:nvPr/>
          </p:nvSpPr>
          <p:spPr>
            <a:xfrm>
              <a:off x="10285285" y="10109941"/>
              <a:ext cx="27432" cy="15991"/>
            </a:xfrm>
            <a:custGeom>
              <a:avLst/>
              <a:gdLst>
                <a:gd name="connsiteX0" fmla="*/ 3937 w 27432"/>
                <a:gd name="connsiteY0" fmla="*/ 6928 h 15991"/>
                <a:gd name="connsiteX1" fmla="*/ 0 w 27432"/>
                <a:gd name="connsiteY1" fmla="*/ 14675 h 15991"/>
                <a:gd name="connsiteX2" fmla="*/ 27432 w 27432"/>
                <a:gd name="connsiteY2" fmla="*/ 1975 h 15991"/>
                <a:gd name="connsiteX3" fmla="*/ 17399 w 27432"/>
                <a:gd name="connsiteY3" fmla="*/ -247 h 15991"/>
                <a:gd name="connsiteX4" fmla="*/ 3937 w 27432"/>
                <a:gd name="connsiteY4" fmla="*/ 6928 h 15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32" h="15991">
                  <a:moveTo>
                    <a:pt x="3937" y="6928"/>
                  </a:moveTo>
                  <a:cubicBezTo>
                    <a:pt x="2222" y="9303"/>
                    <a:pt x="953" y="11913"/>
                    <a:pt x="0" y="14675"/>
                  </a:cubicBezTo>
                  <a:cubicBezTo>
                    <a:pt x="11049" y="18174"/>
                    <a:pt x="22923" y="12662"/>
                    <a:pt x="27432" y="1975"/>
                  </a:cubicBezTo>
                  <a:cubicBezTo>
                    <a:pt x="24321" y="362"/>
                    <a:pt x="20892" y="-406"/>
                    <a:pt x="17399" y="-247"/>
                  </a:cubicBezTo>
                  <a:cubicBezTo>
                    <a:pt x="12065" y="-82"/>
                    <a:pt x="7048" y="2572"/>
                    <a:pt x="3937" y="6928"/>
                  </a:cubicBezTo>
                  <a:close/>
                </a:path>
              </a:pathLst>
            </a:custGeom>
            <a:solidFill>
              <a:srgbClr val="FF665C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6" name="任意多边形: 形状 385"/>
            <p:cNvSpPr/>
            <p:nvPr/>
          </p:nvSpPr>
          <p:spPr>
            <a:xfrm>
              <a:off x="11359324" y="7156450"/>
              <a:ext cx="451611" cy="221043"/>
            </a:xfrm>
            <a:custGeom>
              <a:avLst/>
              <a:gdLst>
                <a:gd name="connsiteX0" fmla="*/ 0 w 451611"/>
                <a:gd name="connsiteY0" fmla="*/ 181864 h 221043"/>
                <a:gd name="connsiteX1" fmla="*/ 146558 w 451611"/>
                <a:gd name="connsiteY1" fmla="*/ 221044 h 221043"/>
                <a:gd name="connsiteX2" fmla="*/ 451612 w 451611"/>
                <a:gd name="connsiteY2" fmla="*/ 0 h 221043"/>
                <a:gd name="connsiteX3" fmla="*/ 0 w 451611"/>
                <a:gd name="connsiteY3" fmla="*/ 181864 h 221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51611" h="221043">
                  <a:moveTo>
                    <a:pt x="0" y="181864"/>
                  </a:moveTo>
                  <a:lnTo>
                    <a:pt x="146558" y="221044"/>
                  </a:lnTo>
                  <a:lnTo>
                    <a:pt x="451612" y="0"/>
                  </a:lnTo>
                  <a:lnTo>
                    <a:pt x="0" y="181864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7" name="任意多边形: 形状 386"/>
            <p:cNvSpPr/>
            <p:nvPr/>
          </p:nvSpPr>
          <p:spPr>
            <a:xfrm>
              <a:off x="11505882" y="7156450"/>
              <a:ext cx="305054" cy="360806"/>
            </a:xfrm>
            <a:custGeom>
              <a:avLst/>
              <a:gdLst>
                <a:gd name="connsiteX0" fmla="*/ 40894 w 305054"/>
                <a:gd name="connsiteY0" fmla="*/ 360807 h 360806"/>
                <a:gd name="connsiteX1" fmla="*/ 0 w 305054"/>
                <a:gd name="connsiteY1" fmla="*/ 221044 h 360806"/>
                <a:gd name="connsiteX2" fmla="*/ 305054 w 305054"/>
                <a:gd name="connsiteY2" fmla="*/ 0 h 360806"/>
                <a:gd name="connsiteX3" fmla="*/ 199010 w 305054"/>
                <a:gd name="connsiteY3" fmla="*/ 252476 h 360806"/>
                <a:gd name="connsiteX4" fmla="*/ 40894 w 305054"/>
                <a:gd name="connsiteY4" fmla="*/ 360807 h 360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5054" h="360806">
                  <a:moveTo>
                    <a:pt x="40894" y="360807"/>
                  </a:moveTo>
                  <a:lnTo>
                    <a:pt x="0" y="221044"/>
                  </a:lnTo>
                  <a:lnTo>
                    <a:pt x="305054" y="0"/>
                  </a:lnTo>
                  <a:lnTo>
                    <a:pt x="199010" y="252476"/>
                  </a:lnTo>
                  <a:lnTo>
                    <a:pt x="40894" y="360807"/>
                  </a:lnTo>
                  <a:close/>
                </a:path>
              </a:pathLst>
            </a:custGeom>
            <a:solidFill>
              <a:srgbClr val="FFE4B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8" name="任意多边形: 形状 387"/>
            <p:cNvSpPr/>
            <p:nvPr/>
          </p:nvSpPr>
          <p:spPr>
            <a:xfrm>
              <a:off x="11613832" y="7156450"/>
              <a:ext cx="197104" cy="267017"/>
            </a:xfrm>
            <a:custGeom>
              <a:avLst/>
              <a:gdLst>
                <a:gd name="connsiteX0" fmla="*/ 183452 w 197104"/>
                <a:gd name="connsiteY0" fmla="*/ 267018 h 267017"/>
                <a:gd name="connsiteX1" fmla="*/ 0 w 197104"/>
                <a:gd name="connsiteY1" fmla="*/ 238062 h 267017"/>
                <a:gd name="connsiteX2" fmla="*/ 197104 w 197104"/>
                <a:gd name="connsiteY2" fmla="*/ 0 h 267017"/>
                <a:gd name="connsiteX3" fmla="*/ 183452 w 197104"/>
                <a:gd name="connsiteY3" fmla="*/ 267018 h 26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7104" h="267017">
                  <a:moveTo>
                    <a:pt x="183452" y="267018"/>
                  </a:moveTo>
                  <a:lnTo>
                    <a:pt x="0" y="238062"/>
                  </a:lnTo>
                  <a:lnTo>
                    <a:pt x="197104" y="0"/>
                  </a:lnTo>
                  <a:lnTo>
                    <a:pt x="183452" y="267018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89" name="任意多边形: 形状 388"/>
            <p:cNvSpPr/>
            <p:nvPr/>
          </p:nvSpPr>
          <p:spPr>
            <a:xfrm>
              <a:off x="11546776" y="7394511"/>
              <a:ext cx="158115" cy="122745"/>
            </a:xfrm>
            <a:custGeom>
              <a:avLst/>
              <a:gdLst>
                <a:gd name="connsiteX0" fmla="*/ 0 w 158115"/>
                <a:gd name="connsiteY0" fmla="*/ 122745 h 122745"/>
                <a:gd name="connsiteX1" fmla="*/ 67056 w 158115"/>
                <a:gd name="connsiteY1" fmla="*/ 0 h 122745"/>
                <a:gd name="connsiteX2" fmla="*/ 158115 w 158115"/>
                <a:gd name="connsiteY2" fmla="*/ 14414 h 122745"/>
                <a:gd name="connsiteX3" fmla="*/ 0 w 158115"/>
                <a:gd name="connsiteY3" fmla="*/ 122745 h 122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8115" h="122745">
                  <a:moveTo>
                    <a:pt x="0" y="122745"/>
                  </a:moveTo>
                  <a:lnTo>
                    <a:pt x="67056" y="0"/>
                  </a:lnTo>
                  <a:lnTo>
                    <a:pt x="158115" y="14414"/>
                  </a:lnTo>
                  <a:lnTo>
                    <a:pt x="0" y="122745"/>
                  </a:lnTo>
                  <a:close/>
                </a:path>
              </a:pathLst>
            </a:custGeom>
            <a:solidFill>
              <a:srgbClr val="FFFA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0" name="任意多边形: 形状 389"/>
            <p:cNvSpPr/>
            <p:nvPr/>
          </p:nvSpPr>
          <p:spPr>
            <a:xfrm>
              <a:off x="10619867" y="8363775"/>
              <a:ext cx="323405" cy="225933"/>
            </a:xfrm>
            <a:custGeom>
              <a:avLst/>
              <a:gdLst>
                <a:gd name="connsiteX0" fmla="*/ 323405 w 323405"/>
                <a:gd name="connsiteY0" fmla="*/ 197802 h 225933"/>
                <a:gd name="connsiteX1" fmla="*/ 218439 w 323405"/>
                <a:gd name="connsiteY1" fmla="*/ 225933 h 225933"/>
                <a:gd name="connsiteX2" fmla="*/ 0 w 323405"/>
                <a:gd name="connsiteY2" fmla="*/ 0 h 225933"/>
                <a:gd name="connsiteX3" fmla="*/ 323405 w 323405"/>
                <a:gd name="connsiteY3" fmla="*/ 197802 h 225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3405" h="225933">
                  <a:moveTo>
                    <a:pt x="323405" y="197802"/>
                  </a:moveTo>
                  <a:lnTo>
                    <a:pt x="218439" y="225933"/>
                  </a:lnTo>
                  <a:lnTo>
                    <a:pt x="0" y="0"/>
                  </a:lnTo>
                  <a:lnTo>
                    <a:pt x="323405" y="197802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1" name="任意多边形: 形状 390"/>
            <p:cNvSpPr/>
            <p:nvPr/>
          </p:nvSpPr>
          <p:spPr>
            <a:xfrm>
              <a:off x="10619867" y="8363775"/>
              <a:ext cx="218439" cy="326008"/>
            </a:xfrm>
            <a:custGeom>
              <a:avLst/>
              <a:gdLst>
                <a:gd name="connsiteX0" fmla="*/ 164528 w 218439"/>
                <a:gd name="connsiteY0" fmla="*/ 326009 h 326008"/>
                <a:gd name="connsiteX1" fmla="*/ 218439 w 218439"/>
                <a:gd name="connsiteY1" fmla="*/ 225933 h 326008"/>
                <a:gd name="connsiteX2" fmla="*/ 0 w 218439"/>
                <a:gd name="connsiteY2" fmla="*/ 0 h 326008"/>
                <a:gd name="connsiteX3" fmla="*/ 75946 w 218439"/>
                <a:gd name="connsiteY3" fmla="*/ 248412 h 326008"/>
                <a:gd name="connsiteX4" fmla="*/ 164528 w 218439"/>
                <a:gd name="connsiteY4" fmla="*/ 326009 h 326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8439" h="326008">
                  <a:moveTo>
                    <a:pt x="164528" y="326009"/>
                  </a:moveTo>
                  <a:lnTo>
                    <a:pt x="218439" y="225933"/>
                  </a:lnTo>
                  <a:lnTo>
                    <a:pt x="0" y="0"/>
                  </a:lnTo>
                  <a:lnTo>
                    <a:pt x="75946" y="248412"/>
                  </a:lnTo>
                  <a:lnTo>
                    <a:pt x="164528" y="326009"/>
                  </a:lnTo>
                  <a:close/>
                </a:path>
              </a:pathLst>
            </a:custGeom>
            <a:solidFill>
              <a:srgbClr val="FFE4B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2" name="任意多边形: 形状 391"/>
            <p:cNvSpPr/>
            <p:nvPr/>
          </p:nvSpPr>
          <p:spPr>
            <a:xfrm>
              <a:off x="10619867" y="8363775"/>
              <a:ext cx="141160" cy="258825"/>
            </a:xfrm>
            <a:custGeom>
              <a:avLst/>
              <a:gdLst>
                <a:gd name="connsiteX0" fmla="*/ 9715 w 141160"/>
                <a:gd name="connsiteY0" fmla="*/ 258826 h 258825"/>
                <a:gd name="connsiteX1" fmla="*/ 141160 w 141160"/>
                <a:gd name="connsiteY1" fmla="*/ 238125 h 258825"/>
                <a:gd name="connsiteX2" fmla="*/ 0 w 141160"/>
                <a:gd name="connsiteY2" fmla="*/ 0 h 258825"/>
                <a:gd name="connsiteX3" fmla="*/ 9715 w 141160"/>
                <a:gd name="connsiteY3" fmla="*/ 258826 h 258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160" h="258825">
                  <a:moveTo>
                    <a:pt x="9715" y="258826"/>
                  </a:moveTo>
                  <a:lnTo>
                    <a:pt x="141160" y="238125"/>
                  </a:lnTo>
                  <a:lnTo>
                    <a:pt x="0" y="0"/>
                  </a:lnTo>
                  <a:lnTo>
                    <a:pt x="9715" y="258826"/>
                  </a:ln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3" name="任意多边形: 形状 392"/>
            <p:cNvSpPr/>
            <p:nvPr/>
          </p:nvSpPr>
          <p:spPr>
            <a:xfrm>
              <a:off x="10695813" y="8601900"/>
              <a:ext cx="88582" cy="87883"/>
            </a:xfrm>
            <a:custGeom>
              <a:avLst/>
              <a:gdLst>
                <a:gd name="connsiteX0" fmla="*/ 88582 w 88582"/>
                <a:gd name="connsiteY0" fmla="*/ 87884 h 87883"/>
                <a:gd name="connsiteX1" fmla="*/ 65215 w 88582"/>
                <a:gd name="connsiteY1" fmla="*/ 0 h 87883"/>
                <a:gd name="connsiteX2" fmla="*/ 0 w 88582"/>
                <a:gd name="connsiteY2" fmla="*/ 10287 h 87883"/>
                <a:gd name="connsiteX3" fmla="*/ 88582 w 88582"/>
                <a:gd name="connsiteY3" fmla="*/ 87884 h 87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582" h="87883">
                  <a:moveTo>
                    <a:pt x="88582" y="87884"/>
                  </a:moveTo>
                  <a:lnTo>
                    <a:pt x="65215" y="0"/>
                  </a:lnTo>
                  <a:lnTo>
                    <a:pt x="0" y="10287"/>
                  </a:lnTo>
                  <a:lnTo>
                    <a:pt x="88582" y="87884"/>
                  </a:lnTo>
                  <a:close/>
                </a:path>
              </a:pathLst>
            </a:custGeom>
            <a:solidFill>
              <a:srgbClr val="FFFAF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4" name="任意多边形: 形状 393"/>
            <p:cNvSpPr/>
            <p:nvPr/>
          </p:nvSpPr>
          <p:spPr>
            <a:xfrm>
              <a:off x="7393318" y="10750490"/>
              <a:ext cx="1106027" cy="792355"/>
            </a:xfrm>
            <a:custGeom>
              <a:avLst/>
              <a:gdLst>
                <a:gd name="connsiteX0" fmla="*/ 831329 w 1106027"/>
                <a:gd name="connsiteY0" fmla="*/ 408858 h 792355"/>
                <a:gd name="connsiteX1" fmla="*/ 883081 w 1106027"/>
                <a:gd name="connsiteY1" fmla="*/ 342437 h 792355"/>
                <a:gd name="connsiteX2" fmla="*/ 957821 w 1106027"/>
                <a:gd name="connsiteY2" fmla="*/ 212072 h 792355"/>
                <a:gd name="connsiteX3" fmla="*/ 1095044 w 1106027"/>
                <a:gd name="connsiteY3" fmla="*/ 37066 h 792355"/>
                <a:gd name="connsiteX4" fmla="*/ 1104696 w 1106027"/>
                <a:gd name="connsiteY4" fmla="*/ 1633 h 792355"/>
                <a:gd name="connsiteX5" fmla="*/ 1082090 w 1106027"/>
                <a:gd name="connsiteY5" fmla="*/ 4871 h 792355"/>
                <a:gd name="connsiteX6" fmla="*/ 859459 w 1106027"/>
                <a:gd name="connsiteY6" fmla="*/ 96692 h 792355"/>
                <a:gd name="connsiteX7" fmla="*/ 688962 w 1106027"/>
                <a:gd name="connsiteY7" fmla="*/ 177083 h 792355"/>
                <a:gd name="connsiteX8" fmla="*/ 528942 w 1106027"/>
                <a:gd name="connsiteY8" fmla="*/ 275254 h 792355"/>
                <a:gd name="connsiteX9" fmla="*/ 225348 w 1106027"/>
                <a:gd name="connsiteY9" fmla="*/ 474009 h 792355"/>
                <a:gd name="connsiteX10" fmla="*/ 28943 w 1106027"/>
                <a:gd name="connsiteY10" fmla="*/ 605391 h 792355"/>
                <a:gd name="connsiteX11" fmla="*/ 4050 w 1106027"/>
                <a:gd name="connsiteY11" fmla="*/ 685591 h 792355"/>
                <a:gd name="connsiteX12" fmla="*/ 19037 w 1106027"/>
                <a:gd name="connsiteY12" fmla="*/ 789414 h 792355"/>
                <a:gd name="connsiteX13" fmla="*/ 144894 w 1106027"/>
                <a:gd name="connsiteY13" fmla="*/ 750488 h 792355"/>
                <a:gd name="connsiteX14" fmla="*/ 313931 w 1106027"/>
                <a:gd name="connsiteY14" fmla="*/ 660001 h 792355"/>
                <a:gd name="connsiteX15" fmla="*/ 445502 w 1106027"/>
                <a:gd name="connsiteY15" fmla="*/ 600946 h 792355"/>
                <a:gd name="connsiteX16" fmla="*/ 605205 w 1106027"/>
                <a:gd name="connsiteY16" fmla="*/ 515411 h 792355"/>
                <a:gd name="connsiteX17" fmla="*/ 771893 w 1106027"/>
                <a:gd name="connsiteY17" fmla="*/ 437116 h 792355"/>
                <a:gd name="connsiteX18" fmla="*/ 831329 w 1106027"/>
                <a:gd name="connsiteY18" fmla="*/ 408858 h 7923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106027" h="792355">
                  <a:moveTo>
                    <a:pt x="831329" y="408858"/>
                  </a:moveTo>
                  <a:cubicBezTo>
                    <a:pt x="853808" y="419971"/>
                    <a:pt x="873938" y="358058"/>
                    <a:pt x="883081" y="342437"/>
                  </a:cubicBezTo>
                  <a:cubicBezTo>
                    <a:pt x="908481" y="299384"/>
                    <a:pt x="932738" y="255315"/>
                    <a:pt x="957821" y="212072"/>
                  </a:cubicBezTo>
                  <a:cubicBezTo>
                    <a:pt x="996746" y="144952"/>
                    <a:pt x="1041451" y="85707"/>
                    <a:pt x="1095044" y="37066"/>
                  </a:cubicBezTo>
                  <a:cubicBezTo>
                    <a:pt x="1104569" y="27935"/>
                    <a:pt x="1108252" y="14320"/>
                    <a:pt x="1104696" y="1633"/>
                  </a:cubicBezTo>
                  <a:cubicBezTo>
                    <a:pt x="1102156" y="-3574"/>
                    <a:pt x="1097712" y="3411"/>
                    <a:pt x="1082090" y="4871"/>
                  </a:cubicBezTo>
                  <a:cubicBezTo>
                    <a:pt x="1006462" y="11729"/>
                    <a:pt x="929182" y="66784"/>
                    <a:pt x="859459" y="96692"/>
                  </a:cubicBezTo>
                  <a:cubicBezTo>
                    <a:pt x="801928" y="121394"/>
                    <a:pt x="744016" y="145524"/>
                    <a:pt x="688962" y="177083"/>
                  </a:cubicBezTo>
                  <a:cubicBezTo>
                    <a:pt x="634923" y="208135"/>
                    <a:pt x="582789" y="243504"/>
                    <a:pt x="528942" y="275254"/>
                  </a:cubicBezTo>
                  <a:cubicBezTo>
                    <a:pt x="425310" y="336341"/>
                    <a:pt x="328218" y="411398"/>
                    <a:pt x="225348" y="474009"/>
                  </a:cubicBezTo>
                  <a:cubicBezTo>
                    <a:pt x="160134" y="513697"/>
                    <a:pt x="87236" y="552495"/>
                    <a:pt x="28943" y="605391"/>
                  </a:cubicBezTo>
                  <a:cubicBezTo>
                    <a:pt x="6718" y="625584"/>
                    <a:pt x="6019" y="652889"/>
                    <a:pt x="4050" y="685591"/>
                  </a:cubicBezTo>
                  <a:cubicBezTo>
                    <a:pt x="2463" y="712261"/>
                    <a:pt x="-10110" y="780333"/>
                    <a:pt x="19037" y="789414"/>
                  </a:cubicBezTo>
                  <a:cubicBezTo>
                    <a:pt x="58152" y="801606"/>
                    <a:pt x="112064" y="769221"/>
                    <a:pt x="144894" y="750488"/>
                  </a:cubicBezTo>
                  <a:cubicBezTo>
                    <a:pt x="200456" y="718738"/>
                    <a:pt x="257479" y="689782"/>
                    <a:pt x="313931" y="660001"/>
                  </a:cubicBezTo>
                  <a:cubicBezTo>
                    <a:pt x="357301" y="637141"/>
                    <a:pt x="401370" y="620948"/>
                    <a:pt x="445502" y="600946"/>
                  </a:cubicBezTo>
                  <a:cubicBezTo>
                    <a:pt x="500176" y="576244"/>
                    <a:pt x="551294" y="542272"/>
                    <a:pt x="605205" y="515411"/>
                  </a:cubicBezTo>
                  <a:cubicBezTo>
                    <a:pt x="660196" y="488043"/>
                    <a:pt x="718235" y="467151"/>
                    <a:pt x="771893" y="437116"/>
                  </a:cubicBezTo>
                  <a:cubicBezTo>
                    <a:pt x="787895" y="428162"/>
                    <a:pt x="810120" y="406064"/>
                    <a:pt x="831329" y="408858"/>
                  </a:cubicBezTo>
                  <a:close/>
                </a:path>
              </a:pathLst>
            </a:custGeom>
            <a:solidFill>
              <a:srgbClr val="FF5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5" name="任意多边形: 形状 394"/>
            <p:cNvSpPr/>
            <p:nvPr/>
          </p:nvSpPr>
          <p:spPr>
            <a:xfrm>
              <a:off x="7389168" y="10744832"/>
              <a:ext cx="1109362" cy="787663"/>
            </a:xfrm>
            <a:custGeom>
              <a:avLst/>
              <a:gdLst>
                <a:gd name="connsiteX0" fmla="*/ 830716 w 1109362"/>
                <a:gd name="connsiteY0" fmla="*/ 404166 h 787663"/>
                <a:gd name="connsiteX1" fmla="*/ 882468 w 1109362"/>
                <a:gd name="connsiteY1" fmla="*/ 337745 h 787663"/>
                <a:gd name="connsiteX2" fmla="*/ 957272 w 1109362"/>
                <a:gd name="connsiteY2" fmla="*/ 207316 h 787663"/>
                <a:gd name="connsiteX3" fmla="*/ 1094432 w 1109362"/>
                <a:gd name="connsiteY3" fmla="*/ 32373 h 787663"/>
                <a:gd name="connsiteX4" fmla="*/ 1081732 w 1109362"/>
                <a:gd name="connsiteY4" fmla="*/ 115 h 787663"/>
                <a:gd name="connsiteX5" fmla="*/ 859482 w 1109362"/>
                <a:gd name="connsiteY5" fmla="*/ 91936 h 787663"/>
                <a:gd name="connsiteX6" fmla="*/ 688984 w 1109362"/>
                <a:gd name="connsiteY6" fmla="*/ 172391 h 787663"/>
                <a:gd name="connsiteX7" fmla="*/ 528964 w 1109362"/>
                <a:gd name="connsiteY7" fmla="*/ 270498 h 787663"/>
                <a:gd name="connsiteX8" fmla="*/ 225307 w 1109362"/>
                <a:gd name="connsiteY8" fmla="*/ 469317 h 787663"/>
                <a:gd name="connsiteX9" fmla="*/ 28965 w 1109362"/>
                <a:gd name="connsiteY9" fmla="*/ 600698 h 787663"/>
                <a:gd name="connsiteX10" fmla="*/ 4073 w 1109362"/>
                <a:gd name="connsiteY10" fmla="*/ 680835 h 787663"/>
                <a:gd name="connsiteX11" fmla="*/ 19059 w 1109362"/>
                <a:gd name="connsiteY11" fmla="*/ 784721 h 787663"/>
                <a:gd name="connsiteX12" fmla="*/ 144852 w 1109362"/>
                <a:gd name="connsiteY12" fmla="*/ 745796 h 787663"/>
                <a:gd name="connsiteX13" fmla="*/ 313953 w 1109362"/>
                <a:gd name="connsiteY13" fmla="*/ 655308 h 787663"/>
                <a:gd name="connsiteX14" fmla="*/ 445525 w 1109362"/>
                <a:gd name="connsiteY14" fmla="*/ 596253 h 787663"/>
                <a:gd name="connsiteX15" fmla="*/ 605164 w 1109362"/>
                <a:gd name="connsiteY15" fmla="*/ 510719 h 787663"/>
                <a:gd name="connsiteX16" fmla="*/ 771915 w 1109362"/>
                <a:gd name="connsiteY16" fmla="*/ 432423 h 787663"/>
                <a:gd name="connsiteX17" fmla="*/ 830716 w 1109362"/>
                <a:gd name="connsiteY17" fmla="*/ 404166 h 787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9362" h="787663">
                  <a:moveTo>
                    <a:pt x="830716" y="404166"/>
                  </a:moveTo>
                  <a:cubicBezTo>
                    <a:pt x="853259" y="415278"/>
                    <a:pt x="873325" y="353366"/>
                    <a:pt x="882468" y="337745"/>
                  </a:cubicBezTo>
                  <a:cubicBezTo>
                    <a:pt x="907868" y="294692"/>
                    <a:pt x="932125" y="250623"/>
                    <a:pt x="957272" y="207316"/>
                  </a:cubicBezTo>
                  <a:cubicBezTo>
                    <a:pt x="996134" y="140260"/>
                    <a:pt x="1040901" y="80951"/>
                    <a:pt x="1094432" y="32373"/>
                  </a:cubicBezTo>
                  <a:cubicBezTo>
                    <a:pt x="1117038" y="11926"/>
                    <a:pt x="1114878" y="-2869"/>
                    <a:pt x="1081732" y="115"/>
                  </a:cubicBezTo>
                  <a:cubicBezTo>
                    <a:pt x="1006103" y="7037"/>
                    <a:pt x="928887" y="62028"/>
                    <a:pt x="859482" y="91936"/>
                  </a:cubicBezTo>
                  <a:cubicBezTo>
                    <a:pt x="801887" y="116638"/>
                    <a:pt x="743975" y="140768"/>
                    <a:pt x="688984" y="172391"/>
                  </a:cubicBezTo>
                  <a:cubicBezTo>
                    <a:pt x="633993" y="204014"/>
                    <a:pt x="582749" y="238812"/>
                    <a:pt x="528964" y="270498"/>
                  </a:cubicBezTo>
                  <a:cubicBezTo>
                    <a:pt x="425332" y="331649"/>
                    <a:pt x="328240" y="406642"/>
                    <a:pt x="225307" y="469317"/>
                  </a:cubicBezTo>
                  <a:cubicBezTo>
                    <a:pt x="160092" y="509004"/>
                    <a:pt x="87258" y="547739"/>
                    <a:pt x="28965" y="600698"/>
                  </a:cubicBezTo>
                  <a:cubicBezTo>
                    <a:pt x="6676" y="620891"/>
                    <a:pt x="6041" y="648196"/>
                    <a:pt x="4073" y="680835"/>
                  </a:cubicBezTo>
                  <a:cubicBezTo>
                    <a:pt x="2486" y="707505"/>
                    <a:pt x="-10151" y="775641"/>
                    <a:pt x="19059" y="784721"/>
                  </a:cubicBezTo>
                  <a:cubicBezTo>
                    <a:pt x="58175" y="796913"/>
                    <a:pt x="112087" y="764528"/>
                    <a:pt x="144852" y="745796"/>
                  </a:cubicBezTo>
                  <a:cubicBezTo>
                    <a:pt x="200478" y="714046"/>
                    <a:pt x="257501" y="685090"/>
                    <a:pt x="313953" y="655308"/>
                  </a:cubicBezTo>
                  <a:cubicBezTo>
                    <a:pt x="357324" y="632448"/>
                    <a:pt x="401392" y="616192"/>
                    <a:pt x="445525" y="596253"/>
                  </a:cubicBezTo>
                  <a:cubicBezTo>
                    <a:pt x="500199" y="571552"/>
                    <a:pt x="551252" y="537579"/>
                    <a:pt x="605164" y="510719"/>
                  </a:cubicBezTo>
                  <a:cubicBezTo>
                    <a:pt x="660218" y="483350"/>
                    <a:pt x="718194" y="462459"/>
                    <a:pt x="771915" y="432423"/>
                  </a:cubicBezTo>
                  <a:cubicBezTo>
                    <a:pt x="787346" y="423470"/>
                    <a:pt x="809571" y="401372"/>
                    <a:pt x="830716" y="404166"/>
                  </a:cubicBezTo>
                  <a:close/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6" name="任意多边形: 形状 395"/>
            <p:cNvSpPr/>
            <p:nvPr/>
          </p:nvSpPr>
          <p:spPr>
            <a:xfrm>
              <a:off x="7364919" y="10714926"/>
              <a:ext cx="1093914" cy="849757"/>
            </a:xfrm>
            <a:custGeom>
              <a:avLst/>
              <a:gdLst>
                <a:gd name="connsiteX0" fmla="*/ 871411 w 1093914"/>
                <a:gd name="connsiteY0" fmla="*/ 437755 h 849757"/>
                <a:gd name="connsiteX1" fmla="*/ 926720 w 1093914"/>
                <a:gd name="connsiteY1" fmla="*/ 242937 h 849757"/>
                <a:gd name="connsiteX2" fmla="*/ 1037781 w 1093914"/>
                <a:gd name="connsiteY2" fmla="*/ 50913 h 849757"/>
                <a:gd name="connsiteX3" fmla="*/ 1093915 w 1093914"/>
                <a:gd name="connsiteY3" fmla="*/ -268 h 849757"/>
                <a:gd name="connsiteX4" fmla="*/ 1005015 w 1093914"/>
                <a:gd name="connsiteY4" fmla="*/ 26593 h 849757"/>
                <a:gd name="connsiteX5" fmla="*/ 760921 w 1093914"/>
                <a:gd name="connsiteY5" fmla="*/ 136384 h 849757"/>
                <a:gd name="connsiteX6" fmla="*/ 485331 w 1093914"/>
                <a:gd name="connsiteY6" fmla="*/ 278053 h 849757"/>
                <a:gd name="connsiteX7" fmla="*/ 332360 w 1093914"/>
                <a:gd name="connsiteY7" fmla="*/ 372477 h 849757"/>
                <a:gd name="connsiteX8" fmla="*/ 151638 w 1093914"/>
                <a:gd name="connsiteY8" fmla="*/ 491413 h 849757"/>
                <a:gd name="connsiteX9" fmla="*/ 69088 w 1093914"/>
                <a:gd name="connsiteY9" fmla="*/ 554913 h 849757"/>
                <a:gd name="connsiteX10" fmla="*/ 15240 w 1093914"/>
                <a:gd name="connsiteY10" fmla="*/ 733221 h 849757"/>
                <a:gd name="connsiteX11" fmla="*/ 636 w 1093914"/>
                <a:gd name="connsiteY11" fmla="*/ 849489 h 849757"/>
                <a:gd name="connsiteX12" fmla="*/ 550546 w 1093914"/>
                <a:gd name="connsiteY12" fmla="*/ 608634 h 849757"/>
                <a:gd name="connsiteX13" fmla="*/ 782765 w 1093914"/>
                <a:gd name="connsiteY13" fmla="*/ 468934 h 849757"/>
                <a:gd name="connsiteX14" fmla="*/ 871411 w 1093914"/>
                <a:gd name="connsiteY14" fmla="*/ 437755 h 849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93914" h="849757">
                  <a:moveTo>
                    <a:pt x="871411" y="437755"/>
                  </a:moveTo>
                  <a:cubicBezTo>
                    <a:pt x="867347" y="378764"/>
                    <a:pt x="905701" y="295388"/>
                    <a:pt x="926720" y="242937"/>
                  </a:cubicBezTo>
                  <a:cubicBezTo>
                    <a:pt x="954660" y="173087"/>
                    <a:pt x="989648" y="106603"/>
                    <a:pt x="1037781" y="50913"/>
                  </a:cubicBezTo>
                  <a:cubicBezTo>
                    <a:pt x="1054418" y="31863"/>
                    <a:pt x="1075119" y="16623"/>
                    <a:pt x="1093915" y="-268"/>
                  </a:cubicBezTo>
                  <a:cubicBezTo>
                    <a:pt x="1066102" y="367"/>
                    <a:pt x="1032320" y="17004"/>
                    <a:pt x="1005015" y="26593"/>
                  </a:cubicBezTo>
                  <a:cubicBezTo>
                    <a:pt x="921512" y="55993"/>
                    <a:pt x="841122" y="97522"/>
                    <a:pt x="760921" y="136384"/>
                  </a:cubicBezTo>
                  <a:cubicBezTo>
                    <a:pt x="668148" y="181342"/>
                    <a:pt x="572262" y="219823"/>
                    <a:pt x="485331" y="278053"/>
                  </a:cubicBezTo>
                  <a:cubicBezTo>
                    <a:pt x="435357" y="311454"/>
                    <a:pt x="384366" y="343140"/>
                    <a:pt x="332360" y="372477"/>
                  </a:cubicBezTo>
                  <a:cubicBezTo>
                    <a:pt x="268860" y="408482"/>
                    <a:pt x="217551" y="465378"/>
                    <a:pt x="151638" y="491413"/>
                  </a:cubicBezTo>
                  <a:cubicBezTo>
                    <a:pt x="120333" y="504113"/>
                    <a:pt x="88138" y="523480"/>
                    <a:pt x="69088" y="554913"/>
                  </a:cubicBezTo>
                  <a:cubicBezTo>
                    <a:pt x="39053" y="604570"/>
                    <a:pt x="26036" y="674928"/>
                    <a:pt x="15240" y="733221"/>
                  </a:cubicBezTo>
                  <a:cubicBezTo>
                    <a:pt x="8446" y="770051"/>
                    <a:pt x="-2793" y="811580"/>
                    <a:pt x="636" y="849489"/>
                  </a:cubicBezTo>
                  <a:cubicBezTo>
                    <a:pt x="187516" y="762812"/>
                    <a:pt x="363729" y="689596"/>
                    <a:pt x="550546" y="608634"/>
                  </a:cubicBezTo>
                  <a:cubicBezTo>
                    <a:pt x="635318" y="571867"/>
                    <a:pt x="698056" y="505954"/>
                    <a:pt x="782765" y="468934"/>
                  </a:cubicBezTo>
                  <a:cubicBezTo>
                    <a:pt x="805181" y="458837"/>
                    <a:pt x="871411" y="437755"/>
                    <a:pt x="871411" y="437755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7" name="任意多边形: 形状 396"/>
            <p:cNvSpPr/>
            <p:nvPr/>
          </p:nvSpPr>
          <p:spPr>
            <a:xfrm>
              <a:off x="7367439" y="10674984"/>
              <a:ext cx="1057804" cy="933577"/>
            </a:xfrm>
            <a:custGeom>
              <a:avLst/>
              <a:gdLst>
                <a:gd name="connsiteX0" fmla="*/ 853461 w 1057804"/>
                <a:gd name="connsiteY0" fmla="*/ 463599 h 933577"/>
                <a:gd name="connsiteX1" fmla="*/ 900768 w 1057804"/>
                <a:gd name="connsiteY1" fmla="*/ 259510 h 933577"/>
                <a:gd name="connsiteX2" fmla="*/ 1003829 w 1057804"/>
                <a:gd name="connsiteY2" fmla="*/ 55548 h 933577"/>
                <a:gd name="connsiteX3" fmla="*/ 1057804 w 1057804"/>
                <a:gd name="connsiteY3" fmla="*/ -268 h 933577"/>
                <a:gd name="connsiteX4" fmla="*/ 970238 w 1057804"/>
                <a:gd name="connsiteY4" fmla="*/ 32054 h 933577"/>
                <a:gd name="connsiteX5" fmla="*/ 731033 w 1057804"/>
                <a:gd name="connsiteY5" fmla="*/ 158101 h 933577"/>
                <a:gd name="connsiteX6" fmla="*/ 461666 w 1057804"/>
                <a:gd name="connsiteY6" fmla="*/ 318629 h 933577"/>
                <a:gd name="connsiteX7" fmla="*/ 312822 w 1057804"/>
                <a:gd name="connsiteY7" fmla="*/ 424103 h 933577"/>
                <a:gd name="connsiteX8" fmla="*/ 137244 w 1057804"/>
                <a:gd name="connsiteY8" fmla="*/ 556246 h 933577"/>
                <a:gd name="connsiteX9" fmla="*/ 57742 w 1057804"/>
                <a:gd name="connsiteY9" fmla="*/ 625779 h 933577"/>
                <a:gd name="connsiteX10" fmla="*/ 11261 w 1057804"/>
                <a:gd name="connsiteY10" fmla="*/ 812659 h 933577"/>
                <a:gd name="connsiteX11" fmla="*/ 1354 w 1057804"/>
                <a:gd name="connsiteY11" fmla="*/ 933309 h 933577"/>
                <a:gd name="connsiteX12" fmla="*/ 540533 w 1057804"/>
                <a:gd name="connsiteY12" fmla="*/ 656195 h 933577"/>
                <a:gd name="connsiteX13" fmla="*/ 786532 w 1057804"/>
                <a:gd name="connsiteY13" fmla="*/ 514908 h 933577"/>
                <a:gd name="connsiteX14" fmla="*/ 853461 w 1057804"/>
                <a:gd name="connsiteY14" fmla="*/ 463599 h 933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57804" h="933577">
                  <a:moveTo>
                    <a:pt x="853461" y="463599"/>
                  </a:moveTo>
                  <a:cubicBezTo>
                    <a:pt x="847111" y="402893"/>
                    <a:pt x="881973" y="314755"/>
                    <a:pt x="900768" y="259510"/>
                  </a:cubicBezTo>
                  <a:cubicBezTo>
                    <a:pt x="926168" y="185851"/>
                    <a:pt x="957918" y="115556"/>
                    <a:pt x="1003829" y="55548"/>
                  </a:cubicBezTo>
                  <a:cubicBezTo>
                    <a:pt x="1019704" y="34721"/>
                    <a:pt x="1039706" y="18210"/>
                    <a:pt x="1057804" y="-268"/>
                  </a:cubicBezTo>
                  <a:cubicBezTo>
                    <a:pt x="1030054" y="1891"/>
                    <a:pt x="997035" y="20751"/>
                    <a:pt x="970238" y="32054"/>
                  </a:cubicBezTo>
                  <a:cubicBezTo>
                    <a:pt x="888068" y="66788"/>
                    <a:pt x="809519" y="113842"/>
                    <a:pt x="731033" y="158101"/>
                  </a:cubicBezTo>
                  <a:cubicBezTo>
                    <a:pt x="640292" y="209282"/>
                    <a:pt x="546121" y="254049"/>
                    <a:pt x="461666" y="318629"/>
                  </a:cubicBezTo>
                  <a:cubicBezTo>
                    <a:pt x="413216" y="355713"/>
                    <a:pt x="363558" y="391083"/>
                    <a:pt x="312822" y="424103"/>
                  </a:cubicBezTo>
                  <a:cubicBezTo>
                    <a:pt x="250719" y="464489"/>
                    <a:pt x="202015" y="525703"/>
                    <a:pt x="137244" y="556246"/>
                  </a:cubicBezTo>
                  <a:cubicBezTo>
                    <a:pt x="106511" y="570597"/>
                    <a:pt x="75332" y="592568"/>
                    <a:pt x="57742" y="625779"/>
                  </a:cubicBezTo>
                  <a:cubicBezTo>
                    <a:pt x="29803" y="678610"/>
                    <a:pt x="19642" y="751953"/>
                    <a:pt x="11261" y="812659"/>
                  </a:cubicBezTo>
                  <a:cubicBezTo>
                    <a:pt x="5990" y="850759"/>
                    <a:pt x="-3535" y="894510"/>
                    <a:pt x="1354" y="933309"/>
                  </a:cubicBezTo>
                  <a:cubicBezTo>
                    <a:pt x="184425" y="834185"/>
                    <a:pt x="357336" y="749159"/>
                    <a:pt x="540533" y="656195"/>
                  </a:cubicBezTo>
                  <a:cubicBezTo>
                    <a:pt x="623654" y="613841"/>
                    <a:pt x="703538" y="557643"/>
                    <a:pt x="786532" y="514908"/>
                  </a:cubicBezTo>
                  <a:cubicBezTo>
                    <a:pt x="808186" y="503922"/>
                    <a:pt x="822155" y="448677"/>
                    <a:pt x="853461" y="463599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8" name="任意多边形: 形状 397"/>
            <p:cNvSpPr/>
            <p:nvPr/>
          </p:nvSpPr>
          <p:spPr>
            <a:xfrm>
              <a:off x="7330813" y="10661967"/>
              <a:ext cx="1005275" cy="935647"/>
            </a:xfrm>
            <a:custGeom>
              <a:avLst/>
              <a:gdLst>
                <a:gd name="connsiteX0" fmla="*/ 866401 w 1005275"/>
                <a:gd name="connsiteY0" fmla="*/ 494207 h 935647"/>
                <a:gd name="connsiteX1" fmla="*/ 1005276 w 1005275"/>
                <a:gd name="connsiteY1" fmla="*/ -268 h 935647"/>
                <a:gd name="connsiteX2" fmla="*/ 855924 w 1005275"/>
                <a:gd name="connsiteY2" fmla="*/ 73709 h 935647"/>
                <a:gd name="connsiteX3" fmla="*/ 604527 w 1005275"/>
                <a:gd name="connsiteY3" fmla="*/ 181024 h 935647"/>
                <a:gd name="connsiteX4" fmla="*/ 353067 w 1005275"/>
                <a:gd name="connsiteY4" fmla="*/ 318058 h 935647"/>
                <a:gd name="connsiteX5" fmla="*/ 154947 w 1005275"/>
                <a:gd name="connsiteY5" fmla="*/ 445058 h 935647"/>
                <a:gd name="connsiteX6" fmla="*/ 1150 w 1005275"/>
                <a:gd name="connsiteY6" fmla="*/ 881112 h 935647"/>
                <a:gd name="connsiteX7" fmla="*/ 7055 w 1005275"/>
                <a:gd name="connsiteY7" fmla="*/ 932738 h 935647"/>
                <a:gd name="connsiteX8" fmla="*/ 114243 w 1005275"/>
                <a:gd name="connsiteY8" fmla="*/ 883970 h 935647"/>
                <a:gd name="connsiteX9" fmla="*/ 274137 w 1005275"/>
                <a:gd name="connsiteY9" fmla="*/ 808659 h 935647"/>
                <a:gd name="connsiteX10" fmla="*/ 405645 w 1005275"/>
                <a:gd name="connsiteY10" fmla="*/ 735253 h 935647"/>
                <a:gd name="connsiteX11" fmla="*/ 702380 w 1005275"/>
                <a:gd name="connsiteY11" fmla="*/ 574471 h 935647"/>
                <a:gd name="connsiteX12" fmla="*/ 866401 w 1005275"/>
                <a:gd name="connsiteY12" fmla="*/ 494207 h 935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05275" h="935647">
                  <a:moveTo>
                    <a:pt x="866401" y="494207"/>
                  </a:moveTo>
                  <a:cubicBezTo>
                    <a:pt x="855924" y="314883"/>
                    <a:pt x="912629" y="138035"/>
                    <a:pt x="1005276" y="-268"/>
                  </a:cubicBezTo>
                  <a:cubicBezTo>
                    <a:pt x="955492" y="3923"/>
                    <a:pt x="902025" y="52882"/>
                    <a:pt x="855924" y="73709"/>
                  </a:cubicBezTo>
                  <a:cubicBezTo>
                    <a:pt x="773374" y="110984"/>
                    <a:pt x="685807" y="138543"/>
                    <a:pt x="604527" y="181024"/>
                  </a:cubicBezTo>
                  <a:cubicBezTo>
                    <a:pt x="519818" y="225474"/>
                    <a:pt x="438729" y="276274"/>
                    <a:pt x="353067" y="318058"/>
                  </a:cubicBezTo>
                  <a:cubicBezTo>
                    <a:pt x="286138" y="350951"/>
                    <a:pt x="210954" y="390702"/>
                    <a:pt x="154947" y="445058"/>
                  </a:cubicBezTo>
                  <a:cubicBezTo>
                    <a:pt x="50617" y="546277"/>
                    <a:pt x="7" y="726616"/>
                    <a:pt x="1150" y="881112"/>
                  </a:cubicBezTo>
                  <a:cubicBezTo>
                    <a:pt x="1150" y="893431"/>
                    <a:pt x="-3867" y="924292"/>
                    <a:pt x="7055" y="932738"/>
                  </a:cubicBezTo>
                  <a:cubicBezTo>
                    <a:pt x="26867" y="948041"/>
                    <a:pt x="97416" y="892224"/>
                    <a:pt x="114243" y="883970"/>
                  </a:cubicBezTo>
                  <a:cubicBezTo>
                    <a:pt x="167203" y="857934"/>
                    <a:pt x="221495" y="834947"/>
                    <a:pt x="274137" y="808659"/>
                  </a:cubicBezTo>
                  <a:cubicBezTo>
                    <a:pt x="319158" y="786179"/>
                    <a:pt x="359671" y="756334"/>
                    <a:pt x="405645" y="735253"/>
                  </a:cubicBezTo>
                  <a:cubicBezTo>
                    <a:pt x="507245" y="688834"/>
                    <a:pt x="605162" y="631684"/>
                    <a:pt x="702380" y="574471"/>
                  </a:cubicBezTo>
                  <a:cubicBezTo>
                    <a:pt x="720986" y="563612"/>
                    <a:pt x="854336" y="509129"/>
                    <a:pt x="866401" y="494207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399" name="任意多边形: 形状 398"/>
            <p:cNvSpPr/>
            <p:nvPr/>
          </p:nvSpPr>
          <p:spPr>
            <a:xfrm>
              <a:off x="6827519" y="10634728"/>
              <a:ext cx="1382522" cy="842134"/>
            </a:xfrm>
            <a:custGeom>
              <a:avLst/>
              <a:gdLst>
                <a:gd name="connsiteX0" fmla="*/ 1372299 w 1382522"/>
                <a:gd name="connsiteY0" fmla="*/ 467851 h 842134"/>
                <a:gd name="connsiteX1" fmla="*/ 1333183 w 1382522"/>
                <a:gd name="connsiteY1" fmla="*/ 373491 h 842134"/>
                <a:gd name="connsiteX2" fmla="*/ 1268857 w 1382522"/>
                <a:gd name="connsiteY2" fmla="*/ 236902 h 842134"/>
                <a:gd name="connsiteX3" fmla="*/ 1059307 w 1382522"/>
                <a:gd name="connsiteY3" fmla="*/ 9762 h 842134"/>
                <a:gd name="connsiteX4" fmla="*/ 974661 w 1382522"/>
                <a:gd name="connsiteY4" fmla="*/ 17700 h 842134"/>
                <a:gd name="connsiteX5" fmla="*/ 763524 w 1382522"/>
                <a:gd name="connsiteY5" fmla="*/ 103171 h 842134"/>
                <a:gd name="connsiteX6" fmla="*/ 483680 w 1382522"/>
                <a:gd name="connsiteY6" fmla="*/ 226488 h 842134"/>
                <a:gd name="connsiteX7" fmla="*/ 212090 w 1382522"/>
                <a:gd name="connsiteY7" fmla="*/ 375459 h 842134"/>
                <a:gd name="connsiteX8" fmla="*/ 0 w 1382522"/>
                <a:gd name="connsiteY8" fmla="*/ 556942 h 842134"/>
                <a:gd name="connsiteX9" fmla="*/ 147066 w 1382522"/>
                <a:gd name="connsiteY9" fmla="*/ 595042 h 842134"/>
                <a:gd name="connsiteX10" fmla="*/ 334963 w 1382522"/>
                <a:gd name="connsiteY10" fmla="*/ 683624 h 842134"/>
                <a:gd name="connsiteX11" fmla="*/ 575818 w 1382522"/>
                <a:gd name="connsiteY11" fmla="*/ 841867 h 842134"/>
                <a:gd name="connsiteX12" fmla="*/ 808737 w 1382522"/>
                <a:gd name="connsiteY12" fmla="*/ 766682 h 842134"/>
                <a:gd name="connsiteX13" fmla="*/ 1142874 w 1382522"/>
                <a:gd name="connsiteY13" fmla="*/ 659622 h 842134"/>
                <a:gd name="connsiteX14" fmla="*/ 1382523 w 1382522"/>
                <a:gd name="connsiteY14" fmla="*/ 525001 h 842134"/>
                <a:gd name="connsiteX15" fmla="*/ 1372299 w 1382522"/>
                <a:gd name="connsiteY15" fmla="*/ 467851 h 842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82522" h="842134">
                  <a:moveTo>
                    <a:pt x="1372299" y="467851"/>
                  </a:moveTo>
                  <a:cubicBezTo>
                    <a:pt x="1354837" y="446769"/>
                    <a:pt x="1345121" y="401367"/>
                    <a:pt x="1333183" y="373491"/>
                  </a:cubicBezTo>
                  <a:cubicBezTo>
                    <a:pt x="1313180" y="326754"/>
                    <a:pt x="1292734" y="281479"/>
                    <a:pt x="1268857" y="236902"/>
                  </a:cubicBezTo>
                  <a:cubicBezTo>
                    <a:pt x="1219962" y="145462"/>
                    <a:pt x="1145794" y="57197"/>
                    <a:pt x="1059307" y="9762"/>
                  </a:cubicBezTo>
                  <a:cubicBezTo>
                    <a:pt x="1022922" y="-10177"/>
                    <a:pt x="1010539" y="3412"/>
                    <a:pt x="974661" y="17700"/>
                  </a:cubicBezTo>
                  <a:cubicBezTo>
                    <a:pt x="904240" y="46085"/>
                    <a:pt x="832739" y="71040"/>
                    <a:pt x="763524" y="103171"/>
                  </a:cubicBezTo>
                  <a:cubicBezTo>
                    <a:pt x="670878" y="146097"/>
                    <a:pt x="576136" y="182292"/>
                    <a:pt x="483680" y="226488"/>
                  </a:cubicBezTo>
                  <a:cubicBezTo>
                    <a:pt x="390144" y="270506"/>
                    <a:pt x="299466" y="320258"/>
                    <a:pt x="212090" y="375459"/>
                  </a:cubicBezTo>
                  <a:cubicBezTo>
                    <a:pt x="131826" y="426704"/>
                    <a:pt x="60706" y="479281"/>
                    <a:pt x="0" y="556942"/>
                  </a:cubicBezTo>
                  <a:cubicBezTo>
                    <a:pt x="48006" y="575992"/>
                    <a:pt x="98552" y="576754"/>
                    <a:pt x="147066" y="595042"/>
                  </a:cubicBezTo>
                  <a:cubicBezTo>
                    <a:pt x="212027" y="619299"/>
                    <a:pt x="272797" y="651430"/>
                    <a:pt x="334963" y="683624"/>
                  </a:cubicBezTo>
                  <a:cubicBezTo>
                    <a:pt x="415290" y="725217"/>
                    <a:pt x="509588" y="775255"/>
                    <a:pt x="575818" y="841867"/>
                  </a:cubicBezTo>
                  <a:cubicBezTo>
                    <a:pt x="645668" y="798686"/>
                    <a:pt x="731774" y="788907"/>
                    <a:pt x="808737" y="766682"/>
                  </a:cubicBezTo>
                  <a:cubicBezTo>
                    <a:pt x="921195" y="734126"/>
                    <a:pt x="1032574" y="698439"/>
                    <a:pt x="1142874" y="659622"/>
                  </a:cubicBezTo>
                  <a:cubicBezTo>
                    <a:pt x="1228725" y="629523"/>
                    <a:pt x="1307592" y="577072"/>
                    <a:pt x="1382523" y="525001"/>
                  </a:cubicBezTo>
                  <a:cubicBezTo>
                    <a:pt x="1378141" y="510142"/>
                    <a:pt x="1367854" y="489632"/>
                    <a:pt x="1372299" y="467851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0" name="任意多边形: 形状 399"/>
            <p:cNvSpPr/>
            <p:nvPr/>
          </p:nvSpPr>
          <p:spPr>
            <a:xfrm>
              <a:off x="6863397" y="10687870"/>
              <a:ext cx="1337754" cy="846172"/>
            </a:xfrm>
            <a:custGeom>
              <a:avLst/>
              <a:gdLst>
                <a:gd name="connsiteX0" fmla="*/ 1337755 w 1337754"/>
                <a:gd name="connsiteY0" fmla="*/ 450905 h 846172"/>
                <a:gd name="connsiteX1" fmla="*/ 1226821 w 1337754"/>
                <a:gd name="connsiteY1" fmla="*/ 245228 h 846172"/>
                <a:gd name="connsiteX2" fmla="*/ 1021588 w 1337754"/>
                <a:gd name="connsiteY2" fmla="*/ 24819 h 846172"/>
                <a:gd name="connsiteX3" fmla="*/ 956184 w 1337754"/>
                <a:gd name="connsiteY3" fmla="*/ 2213 h 846172"/>
                <a:gd name="connsiteX4" fmla="*/ 785622 w 1337754"/>
                <a:gd name="connsiteY4" fmla="*/ 64253 h 846172"/>
                <a:gd name="connsiteX5" fmla="*/ 283972 w 1337754"/>
                <a:gd name="connsiteY5" fmla="*/ 308728 h 846172"/>
                <a:gd name="connsiteX6" fmla="*/ 75438 w 1337754"/>
                <a:gd name="connsiteY6" fmla="*/ 469066 h 846172"/>
                <a:gd name="connsiteX7" fmla="*/ 0 w 1337754"/>
                <a:gd name="connsiteY7" fmla="*/ 558728 h 846172"/>
                <a:gd name="connsiteX8" fmla="*/ 339027 w 1337754"/>
                <a:gd name="connsiteY8" fmla="*/ 681600 h 846172"/>
                <a:gd name="connsiteX9" fmla="*/ 449517 w 1337754"/>
                <a:gd name="connsiteY9" fmla="*/ 782819 h 846172"/>
                <a:gd name="connsiteX10" fmla="*/ 510477 w 1337754"/>
                <a:gd name="connsiteY10" fmla="*/ 845176 h 846172"/>
                <a:gd name="connsiteX11" fmla="*/ 565531 w 1337754"/>
                <a:gd name="connsiteY11" fmla="*/ 824666 h 846172"/>
                <a:gd name="connsiteX12" fmla="*/ 704914 w 1337754"/>
                <a:gd name="connsiteY12" fmla="*/ 782311 h 846172"/>
                <a:gd name="connsiteX13" fmla="*/ 899732 w 1337754"/>
                <a:gd name="connsiteY13" fmla="*/ 709540 h 846172"/>
                <a:gd name="connsiteX14" fmla="*/ 1209993 w 1337754"/>
                <a:gd name="connsiteY14" fmla="*/ 561712 h 846172"/>
                <a:gd name="connsiteX15" fmla="*/ 1301179 w 1337754"/>
                <a:gd name="connsiteY15" fmla="*/ 501831 h 846172"/>
                <a:gd name="connsiteX16" fmla="*/ 1337755 w 1337754"/>
                <a:gd name="connsiteY16" fmla="*/ 450905 h 846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37754" h="846172">
                  <a:moveTo>
                    <a:pt x="1337755" y="450905"/>
                  </a:moveTo>
                  <a:cubicBezTo>
                    <a:pt x="1317117" y="377943"/>
                    <a:pt x="1269937" y="304219"/>
                    <a:pt x="1226821" y="245228"/>
                  </a:cubicBezTo>
                  <a:cubicBezTo>
                    <a:pt x="1165987" y="161852"/>
                    <a:pt x="1099821" y="86478"/>
                    <a:pt x="1021588" y="24819"/>
                  </a:cubicBezTo>
                  <a:cubicBezTo>
                    <a:pt x="996188" y="4754"/>
                    <a:pt x="985266" y="-5280"/>
                    <a:pt x="956184" y="2213"/>
                  </a:cubicBezTo>
                  <a:cubicBezTo>
                    <a:pt x="897636" y="17987"/>
                    <a:pt x="840613" y="38739"/>
                    <a:pt x="785622" y="64253"/>
                  </a:cubicBezTo>
                  <a:cubicBezTo>
                    <a:pt x="616395" y="140834"/>
                    <a:pt x="443103" y="203381"/>
                    <a:pt x="283972" y="308728"/>
                  </a:cubicBezTo>
                  <a:cubicBezTo>
                    <a:pt x="211010" y="357528"/>
                    <a:pt x="141351" y="411090"/>
                    <a:pt x="75438" y="469066"/>
                  </a:cubicBezTo>
                  <a:cubicBezTo>
                    <a:pt x="45466" y="495164"/>
                    <a:pt x="25908" y="527867"/>
                    <a:pt x="0" y="558728"/>
                  </a:cubicBezTo>
                  <a:cubicBezTo>
                    <a:pt x="111506" y="557902"/>
                    <a:pt x="248539" y="600511"/>
                    <a:pt x="339027" y="681600"/>
                  </a:cubicBezTo>
                  <a:cubicBezTo>
                    <a:pt x="376238" y="714937"/>
                    <a:pt x="412242" y="749545"/>
                    <a:pt x="449517" y="782819"/>
                  </a:cubicBezTo>
                  <a:cubicBezTo>
                    <a:pt x="466598" y="798059"/>
                    <a:pt x="491236" y="839270"/>
                    <a:pt x="510477" y="845176"/>
                  </a:cubicBezTo>
                  <a:cubicBezTo>
                    <a:pt x="525844" y="849938"/>
                    <a:pt x="552514" y="830000"/>
                    <a:pt x="565531" y="824666"/>
                  </a:cubicBezTo>
                  <a:cubicBezTo>
                    <a:pt x="610934" y="806187"/>
                    <a:pt x="658241" y="795837"/>
                    <a:pt x="704914" y="782311"/>
                  </a:cubicBezTo>
                  <a:cubicBezTo>
                    <a:pt x="771652" y="763261"/>
                    <a:pt x="835343" y="735956"/>
                    <a:pt x="899732" y="709540"/>
                  </a:cubicBezTo>
                  <a:cubicBezTo>
                    <a:pt x="1006284" y="665788"/>
                    <a:pt x="1107504" y="616068"/>
                    <a:pt x="1209993" y="561712"/>
                  </a:cubicBezTo>
                  <a:cubicBezTo>
                    <a:pt x="1241616" y="543723"/>
                    <a:pt x="1272096" y="523720"/>
                    <a:pt x="1301179" y="501831"/>
                  </a:cubicBezTo>
                  <a:cubicBezTo>
                    <a:pt x="1312926" y="493323"/>
                    <a:pt x="1335659" y="484306"/>
                    <a:pt x="1337755" y="450905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1" name="任意多边形: 形状 400"/>
            <p:cNvSpPr/>
            <p:nvPr/>
          </p:nvSpPr>
          <p:spPr>
            <a:xfrm>
              <a:off x="6856218" y="10776426"/>
              <a:ext cx="1366332" cy="818058"/>
            </a:xfrm>
            <a:custGeom>
              <a:avLst/>
              <a:gdLst>
                <a:gd name="connsiteX0" fmla="*/ 1203392 w 1366332"/>
                <a:gd name="connsiteY0" fmla="*/ 176039 h 818058"/>
                <a:gd name="connsiteX1" fmla="*/ 1359030 w 1366332"/>
                <a:gd name="connsiteY1" fmla="*/ 363301 h 818058"/>
                <a:gd name="connsiteX2" fmla="*/ 1366333 w 1366332"/>
                <a:gd name="connsiteY2" fmla="*/ 391050 h 818058"/>
                <a:gd name="connsiteX3" fmla="*/ 704536 w 1366332"/>
                <a:gd name="connsiteY3" fmla="*/ 714900 h 818058"/>
                <a:gd name="connsiteX4" fmla="*/ 540325 w 1366332"/>
                <a:gd name="connsiteY4" fmla="*/ 785131 h 818058"/>
                <a:gd name="connsiteX5" fmla="*/ 441900 w 1366332"/>
                <a:gd name="connsiteY5" fmla="*/ 802657 h 818058"/>
                <a:gd name="connsiteX6" fmla="*/ 403800 w 1366332"/>
                <a:gd name="connsiteY6" fmla="*/ 749127 h 818058"/>
                <a:gd name="connsiteX7" fmla="*/ 365700 w 1366332"/>
                <a:gd name="connsiteY7" fmla="*/ 700422 h 818058"/>
                <a:gd name="connsiteX8" fmla="*/ 131638 w 1366332"/>
                <a:gd name="connsiteY8" fmla="*/ 591710 h 818058"/>
                <a:gd name="connsiteX9" fmla="*/ 129925 w 1366332"/>
                <a:gd name="connsiteY9" fmla="*/ 591329 h 818058"/>
                <a:gd name="connsiteX10" fmla="*/ 7433 w 1366332"/>
                <a:gd name="connsiteY10" fmla="*/ 583392 h 818058"/>
                <a:gd name="connsiteX11" fmla="*/ 130 w 1366332"/>
                <a:gd name="connsiteY11" fmla="*/ 555642 h 818058"/>
                <a:gd name="connsiteX12" fmla="*/ 712918 w 1366332"/>
                <a:gd name="connsiteY12" fmla="*/ 62057 h 818058"/>
                <a:gd name="connsiteX13" fmla="*/ 962600 w 1366332"/>
                <a:gd name="connsiteY13" fmla="*/ 6177 h 818058"/>
                <a:gd name="connsiteX14" fmla="*/ 1203392 w 1366332"/>
                <a:gd name="connsiteY14" fmla="*/ 176039 h 818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66332" h="818058">
                  <a:moveTo>
                    <a:pt x="1203392" y="176039"/>
                  </a:moveTo>
                  <a:cubicBezTo>
                    <a:pt x="1253303" y="228617"/>
                    <a:pt x="1331599" y="292752"/>
                    <a:pt x="1359030" y="363301"/>
                  </a:cubicBezTo>
                  <a:lnTo>
                    <a:pt x="1366333" y="391050"/>
                  </a:lnTo>
                  <a:cubicBezTo>
                    <a:pt x="1221425" y="465663"/>
                    <a:pt x="847093" y="633430"/>
                    <a:pt x="704536" y="714900"/>
                  </a:cubicBezTo>
                  <a:cubicBezTo>
                    <a:pt x="651640" y="745253"/>
                    <a:pt x="593919" y="757572"/>
                    <a:pt x="540325" y="785131"/>
                  </a:cubicBezTo>
                  <a:cubicBezTo>
                    <a:pt x="505717" y="802911"/>
                    <a:pt x="479619" y="837900"/>
                    <a:pt x="441900" y="802657"/>
                  </a:cubicBezTo>
                  <a:cubicBezTo>
                    <a:pt x="426406" y="788116"/>
                    <a:pt x="415675" y="767859"/>
                    <a:pt x="403800" y="749127"/>
                  </a:cubicBezTo>
                  <a:cubicBezTo>
                    <a:pt x="392624" y="731760"/>
                    <a:pt x="379860" y="715459"/>
                    <a:pt x="365700" y="700422"/>
                  </a:cubicBezTo>
                  <a:cubicBezTo>
                    <a:pt x="308867" y="639399"/>
                    <a:pt x="218507" y="606061"/>
                    <a:pt x="131638" y="591710"/>
                  </a:cubicBezTo>
                  <a:cubicBezTo>
                    <a:pt x="131067" y="591475"/>
                    <a:pt x="130496" y="591342"/>
                    <a:pt x="129925" y="591329"/>
                  </a:cubicBezTo>
                  <a:cubicBezTo>
                    <a:pt x="89919" y="581334"/>
                    <a:pt x="48390" y="578648"/>
                    <a:pt x="7433" y="583392"/>
                  </a:cubicBezTo>
                  <a:cubicBezTo>
                    <a:pt x="-1584" y="583392"/>
                    <a:pt x="130" y="555642"/>
                    <a:pt x="130" y="555642"/>
                  </a:cubicBezTo>
                  <a:cubicBezTo>
                    <a:pt x="209680" y="363999"/>
                    <a:pt x="446027" y="146067"/>
                    <a:pt x="712918" y="62057"/>
                  </a:cubicBezTo>
                  <a:cubicBezTo>
                    <a:pt x="783975" y="39641"/>
                    <a:pt x="891987" y="-19795"/>
                    <a:pt x="962600" y="6177"/>
                  </a:cubicBezTo>
                  <a:cubicBezTo>
                    <a:pt x="962726" y="6304"/>
                    <a:pt x="1141606" y="110634"/>
                    <a:pt x="1203392" y="176039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2" name="任意多边形: 形状 401"/>
            <p:cNvSpPr/>
            <p:nvPr/>
          </p:nvSpPr>
          <p:spPr>
            <a:xfrm>
              <a:off x="6864222" y="10804325"/>
              <a:ext cx="1358328" cy="825792"/>
            </a:xfrm>
            <a:custGeom>
              <a:avLst/>
              <a:gdLst>
                <a:gd name="connsiteX0" fmla="*/ 1202817 w 1358328"/>
                <a:gd name="connsiteY0" fmla="*/ 175763 h 825792"/>
                <a:gd name="connsiteX1" fmla="*/ 1358329 w 1358328"/>
                <a:gd name="connsiteY1" fmla="*/ 363151 h 825792"/>
                <a:gd name="connsiteX2" fmla="*/ 1140778 w 1358328"/>
                <a:gd name="connsiteY2" fmla="*/ 516631 h 825792"/>
                <a:gd name="connsiteX3" fmla="*/ 711962 w 1358328"/>
                <a:gd name="connsiteY3" fmla="*/ 734118 h 825792"/>
                <a:gd name="connsiteX4" fmla="*/ 546862 w 1358328"/>
                <a:gd name="connsiteY4" fmla="*/ 808477 h 825792"/>
                <a:gd name="connsiteX5" fmla="*/ 441706 w 1358328"/>
                <a:gd name="connsiteY5" fmla="*/ 802698 h 825792"/>
                <a:gd name="connsiteX6" fmla="*/ 403606 w 1358328"/>
                <a:gd name="connsiteY6" fmla="*/ 749104 h 825792"/>
                <a:gd name="connsiteX7" fmla="*/ 365506 w 1358328"/>
                <a:gd name="connsiteY7" fmla="*/ 700400 h 825792"/>
                <a:gd name="connsiteX8" fmla="*/ 124206 w 1358328"/>
                <a:gd name="connsiteY8" fmla="*/ 563938 h 825792"/>
                <a:gd name="connsiteX9" fmla="*/ 122492 w 1358328"/>
                <a:gd name="connsiteY9" fmla="*/ 563557 h 825792"/>
                <a:gd name="connsiteX10" fmla="*/ 0 w 1358328"/>
                <a:gd name="connsiteY10" fmla="*/ 555620 h 825792"/>
                <a:gd name="connsiteX11" fmla="*/ 712851 w 1358328"/>
                <a:gd name="connsiteY11" fmla="*/ 62034 h 825792"/>
                <a:gd name="connsiteX12" fmla="*/ 962534 w 1358328"/>
                <a:gd name="connsiteY12" fmla="*/ 6154 h 825792"/>
                <a:gd name="connsiteX13" fmla="*/ 1202817 w 1358328"/>
                <a:gd name="connsiteY13" fmla="*/ 175763 h 825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58328" h="825792">
                  <a:moveTo>
                    <a:pt x="1202817" y="175763"/>
                  </a:moveTo>
                  <a:cubicBezTo>
                    <a:pt x="1252601" y="228468"/>
                    <a:pt x="1330960" y="292476"/>
                    <a:pt x="1358329" y="363151"/>
                  </a:cubicBezTo>
                  <a:cubicBezTo>
                    <a:pt x="1294130" y="419476"/>
                    <a:pt x="1214755" y="478594"/>
                    <a:pt x="1140778" y="516631"/>
                  </a:cubicBezTo>
                  <a:cubicBezTo>
                    <a:pt x="995807" y="591116"/>
                    <a:pt x="854520" y="652521"/>
                    <a:pt x="711962" y="734118"/>
                  </a:cubicBezTo>
                  <a:cubicBezTo>
                    <a:pt x="659067" y="764408"/>
                    <a:pt x="600139" y="780918"/>
                    <a:pt x="546862" y="808477"/>
                  </a:cubicBezTo>
                  <a:cubicBezTo>
                    <a:pt x="512255" y="826447"/>
                    <a:pt x="479361" y="837750"/>
                    <a:pt x="441706" y="802698"/>
                  </a:cubicBezTo>
                  <a:cubicBezTo>
                    <a:pt x="426021" y="788093"/>
                    <a:pt x="415354" y="767837"/>
                    <a:pt x="403606" y="749104"/>
                  </a:cubicBezTo>
                  <a:cubicBezTo>
                    <a:pt x="392494" y="731699"/>
                    <a:pt x="379730" y="715392"/>
                    <a:pt x="365506" y="700400"/>
                  </a:cubicBezTo>
                  <a:cubicBezTo>
                    <a:pt x="303530" y="634042"/>
                    <a:pt x="212154" y="584639"/>
                    <a:pt x="124206" y="563938"/>
                  </a:cubicBezTo>
                  <a:cubicBezTo>
                    <a:pt x="123634" y="563703"/>
                    <a:pt x="123063" y="563570"/>
                    <a:pt x="122492" y="563557"/>
                  </a:cubicBezTo>
                  <a:cubicBezTo>
                    <a:pt x="82486" y="553562"/>
                    <a:pt x="40958" y="550876"/>
                    <a:pt x="0" y="555620"/>
                  </a:cubicBezTo>
                  <a:cubicBezTo>
                    <a:pt x="209550" y="363977"/>
                    <a:pt x="445960" y="146045"/>
                    <a:pt x="712851" y="62034"/>
                  </a:cubicBezTo>
                  <a:cubicBezTo>
                    <a:pt x="783908" y="39619"/>
                    <a:pt x="892048" y="-19754"/>
                    <a:pt x="962534" y="6154"/>
                  </a:cubicBezTo>
                  <a:cubicBezTo>
                    <a:pt x="962089" y="6154"/>
                    <a:pt x="1140905" y="110485"/>
                    <a:pt x="1202817" y="175763"/>
                  </a:cubicBezTo>
                  <a:close/>
                </a:path>
              </a:pathLst>
            </a:custGeom>
            <a:solidFill>
              <a:srgbClr val="FFA44B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3" name="任意多边形: 形状 402"/>
            <p:cNvSpPr/>
            <p:nvPr/>
          </p:nvSpPr>
          <p:spPr>
            <a:xfrm>
              <a:off x="6909752" y="10824962"/>
              <a:ext cx="1288193" cy="786475"/>
            </a:xfrm>
            <a:custGeom>
              <a:avLst/>
              <a:gdLst>
                <a:gd name="connsiteX0" fmla="*/ 1285177 w 1288193"/>
                <a:gd name="connsiteY0" fmla="*/ 347404 h 786475"/>
                <a:gd name="connsiteX1" fmla="*/ 1281113 w 1288193"/>
                <a:gd name="connsiteY1" fmla="*/ 352420 h 786475"/>
                <a:gd name="connsiteX2" fmla="*/ 1072769 w 1288193"/>
                <a:gd name="connsiteY2" fmla="*/ 493200 h 786475"/>
                <a:gd name="connsiteX3" fmla="*/ 922972 w 1288193"/>
                <a:gd name="connsiteY3" fmla="*/ 567368 h 786475"/>
                <a:gd name="connsiteX4" fmla="*/ 666115 w 1288193"/>
                <a:gd name="connsiteY4" fmla="*/ 699448 h 786475"/>
                <a:gd name="connsiteX5" fmla="*/ 579565 w 1288193"/>
                <a:gd name="connsiteY5" fmla="*/ 739071 h 786475"/>
                <a:gd name="connsiteX6" fmla="*/ 509206 w 1288193"/>
                <a:gd name="connsiteY6" fmla="*/ 769996 h 786475"/>
                <a:gd name="connsiteX7" fmla="*/ 407988 w 1288193"/>
                <a:gd name="connsiteY7" fmla="*/ 764281 h 786475"/>
                <a:gd name="connsiteX8" fmla="*/ 378016 w 1288193"/>
                <a:gd name="connsiteY8" fmla="*/ 723705 h 786475"/>
                <a:gd name="connsiteX9" fmla="*/ 371666 w 1288193"/>
                <a:gd name="connsiteY9" fmla="*/ 713100 h 786475"/>
                <a:gd name="connsiteX10" fmla="*/ 335852 w 1288193"/>
                <a:gd name="connsiteY10" fmla="*/ 667189 h 786475"/>
                <a:gd name="connsiteX11" fmla="*/ 29464 w 1288193"/>
                <a:gd name="connsiteY11" fmla="*/ 513964 h 786475"/>
                <a:gd name="connsiteX12" fmla="*/ 1333 w 1288193"/>
                <a:gd name="connsiteY12" fmla="*/ 517583 h 786475"/>
                <a:gd name="connsiteX13" fmla="*/ 0 w 1288193"/>
                <a:gd name="connsiteY13" fmla="*/ 514599 h 786475"/>
                <a:gd name="connsiteX14" fmla="*/ 665797 w 1288193"/>
                <a:gd name="connsiteY14" fmla="*/ 58923 h 786475"/>
                <a:gd name="connsiteX15" fmla="*/ 687705 w 1288193"/>
                <a:gd name="connsiteY15" fmla="*/ 52001 h 786475"/>
                <a:gd name="connsiteX16" fmla="*/ 911479 w 1288193"/>
                <a:gd name="connsiteY16" fmla="*/ 1201 h 786475"/>
                <a:gd name="connsiteX17" fmla="*/ 1284541 w 1288193"/>
                <a:gd name="connsiteY17" fmla="*/ 325051 h 786475"/>
                <a:gd name="connsiteX18" fmla="*/ 1284541 w 1288193"/>
                <a:gd name="connsiteY18" fmla="*/ 325051 h 786475"/>
                <a:gd name="connsiteX19" fmla="*/ 1288034 w 1288193"/>
                <a:gd name="connsiteY19" fmla="*/ 339847 h 786475"/>
                <a:gd name="connsiteX20" fmla="*/ 1285177 w 1288193"/>
                <a:gd name="connsiteY20" fmla="*/ 347404 h 786475"/>
                <a:gd name="connsiteX21" fmla="*/ 6603 w 1288193"/>
                <a:gd name="connsiteY21" fmla="*/ 512504 h 786475"/>
                <a:gd name="connsiteX22" fmla="*/ 29401 w 1288193"/>
                <a:gd name="connsiteY22" fmla="*/ 510408 h 786475"/>
                <a:gd name="connsiteX23" fmla="*/ 337566 w 1288193"/>
                <a:gd name="connsiteY23" fmla="*/ 664523 h 786475"/>
                <a:gd name="connsiteX24" fmla="*/ 373824 w 1288193"/>
                <a:gd name="connsiteY24" fmla="*/ 710941 h 786475"/>
                <a:gd name="connsiteX25" fmla="*/ 380174 w 1288193"/>
                <a:gd name="connsiteY25" fmla="*/ 721545 h 786475"/>
                <a:gd name="connsiteX26" fmla="*/ 409575 w 1288193"/>
                <a:gd name="connsiteY26" fmla="*/ 761424 h 786475"/>
                <a:gd name="connsiteX27" fmla="*/ 507809 w 1288193"/>
                <a:gd name="connsiteY27" fmla="*/ 766694 h 786475"/>
                <a:gd name="connsiteX28" fmla="*/ 578358 w 1288193"/>
                <a:gd name="connsiteY28" fmla="*/ 735643 h 786475"/>
                <a:gd name="connsiteX29" fmla="*/ 664654 w 1288193"/>
                <a:gd name="connsiteY29" fmla="*/ 696145 h 786475"/>
                <a:gd name="connsiteX30" fmla="*/ 921639 w 1288193"/>
                <a:gd name="connsiteY30" fmla="*/ 564002 h 786475"/>
                <a:gd name="connsiteX31" fmla="*/ 1071372 w 1288193"/>
                <a:gd name="connsiteY31" fmla="*/ 489898 h 786475"/>
                <a:gd name="connsiteX32" fmla="*/ 1279144 w 1288193"/>
                <a:gd name="connsiteY32" fmla="*/ 349436 h 786475"/>
                <a:gd name="connsiteX33" fmla="*/ 1284668 w 1288193"/>
                <a:gd name="connsiteY33" fmla="*/ 338640 h 786475"/>
                <a:gd name="connsiteX34" fmla="*/ 1281747 w 1288193"/>
                <a:gd name="connsiteY34" fmla="*/ 326385 h 786475"/>
                <a:gd name="connsiteX35" fmla="*/ 1282891 w 1288193"/>
                <a:gd name="connsiteY35" fmla="*/ 325369 h 786475"/>
                <a:gd name="connsiteX36" fmla="*/ 1281747 w 1288193"/>
                <a:gd name="connsiteY36" fmla="*/ 326385 h 786475"/>
                <a:gd name="connsiteX37" fmla="*/ 910209 w 1288193"/>
                <a:gd name="connsiteY37" fmla="*/ 3932 h 786475"/>
                <a:gd name="connsiteX38" fmla="*/ 687959 w 1288193"/>
                <a:gd name="connsiteY38" fmla="*/ 54732 h 786475"/>
                <a:gd name="connsiteX39" fmla="*/ 666115 w 1288193"/>
                <a:gd name="connsiteY39" fmla="*/ 61653 h 786475"/>
                <a:gd name="connsiteX40" fmla="*/ 6603 w 1288193"/>
                <a:gd name="connsiteY40" fmla="*/ 512757 h 7864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1288193" h="786475">
                  <a:moveTo>
                    <a:pt x="1285177" y="347404"/>
                  </a:moveTo>
                  <a:cubicBezTo>
                    <a:pt x="1284160" y="349302"/>
                    <a:pt x="1282764" y="351004"/>
                    <a:pt x="1281113" y="352420"/>
                  </a:cubicBezTo>
                  <a:cubicBezTo>
                    <a:pt x="1216660" y="406363"/>
                    <a:pt x="1146873" y="453537"/>
                    <a:pt x="1072769" y="493200"/>
                  </a:cubicBezTo>
                  <a:cubicBezTo>
                    <a:pt x="1022477" y="519107"/>
                    <a:pt x="971867" y="543619"/>
                    <a:pt x="922972" y="567368"/>
                  </a:cubicBezTo>
                  <a:cubicBezTo>
                    <a:pt x="838835" y="608198"/>
                    <a:pt x="751522" y="650362"/>
                    <a:pt x="666115" y="699448"/>
                  </a:cubicBezTo>
                  <a:cubicBezTo>
                    <a:pt x="638175" y="714611"/>
                    <a:pt x="609282" y="727851"/>
                    <a:pt x="579565" y="739071"/>
                  </a:cubicBezTo>
                  <a:cubicBezTo>
                    <a:pt x="556133" y="748533"/>
                    <a:pt x="531940" y="758121"/>
                    <a:pt x="509206" y="769996"/>
                  </a:cubicBezTo>
                  <a:cubicBezTo>
                    <a:pt x="478345" y="786062"/>
                    <a:pt x="445135" y="798825"/>
                    <a:pt x="407988" y="764281"/>
                  </a:cubicBezTo>
                  <a:cubicBezTo>
                    <a:pt x="396240" y="752152"/>
                    <a:pt x="386143" y="738506"/>
                    <a:pt x="378016" y="723705"/>
                  </a:cubicBezTo>
                  <a:cubicBezTo>
                    <a:pt x="375856" y="720149"/>
                    <a:pt x="373697" y="716593"/>
                    <a:pt x="371666" y="713100"/>
                  </a:cubicBezTo>
                  <a:cubicBezTo>
                    <a:pt x="361188" y="696704"/>
                    <a:pt x="349186" y="681331"/>
                    <a:pt x="335852" y="667189"/>
                  </a:cubicBezTo>
                  <a:cubicBezTo>
                    <a:pt x="277940" y="605277"/>
                    <a:pt x="85725" y="517964"/>
                    <a:pt x="29464" y="513964"/>
                  </a:cubicBezTo>
                  <a:cubicBezTo>
                    <a:pt x="19939" y="513761"/>
                    <a:pt x="10478" y="514980"/>
                    <a:pt x="1333" y="517583"/>
                  </a:cubicBezTo>
                  <a:lnTo>
                    <a:pt x="0" y="514599"/>
                  </a:lnTo>
                  <a:cubicBezTo>
                    <a:pt x="217488" y="316415"/>
                    <a:pt x="432117" y="132393"/>
                    <a:pt x="665797" y="58923"/>
                  </a:cubicBezTo>
                  <a:lnTo>
                    <a:pt x="687705" y="52001"/>
                  </a:lnTo>
                  <a:cubicBezTo>
                    <a:pt x="762444" y="28126"/>
                    <a:pt x="875347" y="-8006"/>
                    <a:pt x="911479" y="1201"/>
                  </a:cubicBezTo>
                  <a:cubicBezTo>
                    <a:pt x="913955" y="2281"/>
                    <a:pt x="1136396" y="105151"/>
                    <a:pt x="1284541" y="325051"/>
                  </a:cubicBezTo>
                  <a:lnTo>
                    <a:pt x="1284541" y="325051"/>
                  </a:lnTo>
                  <a:cubicBezTo>
                    <a:pt x="1287399" y="329414"/>
                    <a:pt x="1288669" y="334659"/>
                    <a:pt x="1288034" y="339847"/>
                  </a:cubicBezTo>
                  <a:cubicBezTo>
                    <a:pt x="1287590" y="342527"/>
                    <a:pt x="1286637" y="345092"/>
                    <a:pt x="1285177" y="347404"/>
                  </a:cubicBezTo>
                  <a:close/>
                  <a:moveTo>
                    <a:pt x="6603" y="512504"/>
                  </a:moveTo>
                  <a:cubicBezTo>
                    <a:pt x="14097" y="510814"/>
                    <a:pt x="21717" y="510116"/>
                    <a:pt x="29401" y="510408"/>
                  </a:cubicBezTo>
                  <a:cubicBezTo>
                    <a:pt x="87503" y="514472"/>
                    <a:pt x="278003" y="600769"/>
                    <a:pt x="337566" y="664523"/>
                  </a:cubicBezTo>
                  <a:cubicBezTo>
                    <a:pt x="351091" y="678810"/>
                    <a:pt x="363220" y="694355"/>
                    <a:pt x="373824" y="710941"/>
                  </a:cubicBezTo>
                  <a:cubicBezTo>
                    <a:pt x="376047" y="714433"/>
                    <a:pt x="378206" y="717989"/>
                    <a:pt x="380174" y="721545"/>
                  </a:cubicBezTo>
                  <a:cubicBezTo>
                    <a:pt x="388176" y="736081"/>
                    <a:pt x="398081" y="749486"/>
                    <a:pt x="409575" y="761424"/>
                  </a:cubicBezTo>
                  <a:cubicBezTo>
                    <a:pt x="445453" y="794825"/>
                    <a:pt x="476503" y="782950"/>
                    <a:pt x="507809" y="766694"/>
                  </a:cubicBezTo>
                  <a:cubicBezTo>
                    <a:pt x="530669" y="754946"/>
                    <a:pt x="554927" y="745104"/>
                    <a:pt x="578358" y="735643"/>
                  </a:cubicBezTo>
                  <a:cubicBezTo>
                    <a:pt x="608013" y="724467"/>
                    <a:pt x="636841" y="711271"/>
                    <a:pt x="664654" y="696145"/>
                  </a:cubicBezTo>
                  <a:cubicBezTo>
                    <a:pt x="750379" y="647060"/>
                    <a:pt x="837438" y="604832"/>
                    <a:pt x="921639" y="564002"/>
                  </a:cubicBezTo>
                  <a:cubicBezTo>
                    <a:pt x="970534" y="540253"/>
                    <a:pt x="1021080" y="515742"/>
                    <a:pt x="1071372" y="489898"/>
                  </a:cubicBezTo>
                  <a:cubicBezTo>
                    <a:pt x="1145286" y="450318"/>
                    <a:pt x="1214882" y="403252"/>
                    <a:pt x="1279144" y="349436"/>
                  </a:cubicBezTo>
                  <a:cubicBezTo>
                    <a:pt x="1282319" y="346667"/>
                    <a:pt x="1284288" y="342806"/>
                    <a:pt x="1284668" y="338640"/>
                  </a:cubicBezTo>
                  <a:cubicBezTo>
                    <a:pt x="1285177" y="334342"/>
                    <a:pt x="1284097" y="330005"/>
                    <a:pt x="1281747" y="326385"/>
                  </a:cubicBezTo>
                  <a:lnTo>
                    <a:pt x="1282891" y="325369"/>
                  </a:lnTo>
                  <a:lnTo>
                    <a:pt x="1281747" y="326385"/>
                  </a:lnTo>
                  <a:cubicBezTo>
                    <a:pt x="1134110" y="107501"/>
                    <a:pt x="912431" y="4948"/>
                    <a:pt x="910209" y="3932"/>
                  </a:cubicBezTo>
                  <a:cubicBezTo>
                    <a:pt x="874966" y="-4768"/>
                    <a:pt x="757809" y="32634"/>
                    <a:pt x="687959" y="54732"/>
                  </a:cubicBezTo>
                  <a:lnTo>
                    <a:pt x="666115" y="61653"/>
                  </a:lnTo>
                  <a:cubicBezTo>
                    <a:pt x="435228" y="135123"/>
                    <a:pt x="222250" y="316479"/>
                    <a:pt x="6603" y="512757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4" name="任意多边形: 形状 403"/>
            <p:cNvSpPr/>
            <p:nvPr/>
          </p:nvSpPr>
          <p:spPr>
            <a:xfrm>
              <a:off x="6961949" y="10840872"/>
              <a:ext cx="1207560" cy="759411"/>
            </a:xfrm>
            <a:custGeom>
              <a:avLst/>
              <a:gdLst>
                <a:gd name="connsiteX0" fmla="*/ 1205420 w 1207560"/>
                <a:gd name="connsiteY0" fmla="*/ 325525 h 759411"/>
                <a:gd name="connsiteX1" fmla="*/ 1201420 w 1207560"/>
                <a:gd name="connsiteY1" fmla="*/ 330415 h 759411"/>
                <a:gd name="connsiteX2" fmla="*/ 1001268 w 1207560"/>
                <a:gd name="connsiteY2" fmla="*/ 468845 h 759411"/>
                <a:gd name="connsiteX3" fmla="*/ 857504 w 1207560"/>
                <a:gd name="connsiteY3" fmla="*/ 542251 h 759411"/>
                <a:gd name="connsiteX4" fmla="*/ 611124 w 1207560"/>
                <a:gd name="connsiteY4" fmla="*/ 672807 h 759411"/>
                <a:gd name="connsiteX5" fmla="*/ 528130 w 1207560"/>
                <a:gd name="connsiteY5" fmla="*/ 712113 h 759411"/>
                <a:gd name="connsiteX6" fmla="*/ 460629 w 1207560"/>
                <a:gd name="connsiteY6" fmla="*/ 742847 h 759411"/>
                <a:gd name="connsiteX7" fmla="*/ 363982 w 1207560"/>
                <a:gd name="connsiteY7" fmla="*/ 738592 h 759411"/>
                <a:gd name="connsiteX8" fmla="*/ 335788 w 1207560"/>
                <a:gd name="connsiteY8" fmla="*/ 699794 h 759411"/>
                <a:gd name="connsiteX9" fmla="*/ 329438 w 1207560"/>
                <a:gd name="connsiteY9" fmla="*/ 689634 h 759411"/>
                <a:gd name="connsiteX10" fmla="*/ 295656 w 1207560"/>
                <a:gd name="connsiteY10" fmla="*/ 645883 h 759411"/>
                <a:gd name="connsiteX11" fmla="*/ 16256 w 1207560"/>
                <a:gd name="connsiteY11" fmla="*/ 488466 h 759411"/>
                <a:gd name="connsiteX12" fmla="*/ 1397 w 1207560"/>
                <a:gd name="connsiteY12" fmla="*/ 490180 h 759411"/>
                <a:gd name="connsiteX13" fmla="*/ 0 w 1207560"/>
                <a:gd name="connsiteY13" fmla="*/ 487260 h 759411"/>
                <a:gd name="connsiteX14" fmla="*/ 627888 w 1207560"/>
                <a:gd name="connsiteY14" fmla="*/ 59841 h 759411"/>
                <a:gd name="connsiteX15" fmla="*/ 648653 w 1207560"/>
                <a:gd name="connsiteY15" fmla="*/ 52920 h 759411"/>
                <a:gd name="connsiteX16" fmla="*/ 862965 w 1207560"/>
                <a:gd name="connsiteY16" fmla="*/ 913 h 759411"/>
                <a:gd name="connsiteX17" fmla="*/ 1204151 w 1207560"/>
                <a:gd name="connsiteY17" fmla="*/ 303554 h 759411"/>
                <a:gd name="connsiteX18" fmla="*/ 1204151 w 1207560"/>
                <a:gd name="connsiteY18" fmla="*/ 303554 h 759411"/>
                <a:gd name="connsiteX19" fmla="*/ 1207389 w 1207560"/>
                <a:gd name="connsiteY19" fmla="*/ 317588 h 759411"/>
                <a:gd name="connsiteX20" fmla="*/ 1205420 w 1207560"/>
                <a:gd name="connsiteY20" fmla="*/ 325525 h 759411"/>
                <a:gd name="connsiteX21" fmla="*/ 7112 w 1207560"/>
                <a:gd name="connsiteY21" fmla="*/ 485418 h 759411"/>
                <a:gd name="connsiteX22" fmla="*/ 16955 w 1207560"/>
                <a:gd name="connsiteY22" fmla="*/ 485418 h 759411"/>
                <a:gd name="connsiteX23" fmla="*/ 297752 w 1207560"/>
                <a:gd name="connsiteY23" fmla="*/ 643660 h 759411"/>
                <a:gd name="connsiteX24" fmla="*/ 331915 w 1207560"/>
                <a:gd name="connsiteY24" fmla="*/ 688110 h 759411"/>
                <a:gd name="connsiteX25" fmla="*/ 338265 w 1207560"/>
                <a:gd name="connsiteY25" fmla="*/ 698334 h 759411"/>
                <a:gd name="connsiteX26" fmla="*/ 365887 w 1207560"/>
                <a:gd name="connsiteY26" fmla="*/ 736434 h 759411"/>
                <a:gd name="connsiteX27" fmla="*/ 459549 w 1207560"/>
                <a:gd name="connsiteY27" fmla="*/ 740244 h 759411"/>
                <a:gd name="connsiteX28" fmla="*/ 527177 w 1207560"/>
                <a:gd name="connsiteY28" fmla="*/ 709446 h 759411"/>
                <a:gd name="connsiteX29" fmla="*/ 609727 w 1207560"/>
                <a:gd name="connsiteY29" fmla="*/ 670267 h 759411"/>
                <a:gd name="connsiteX30" fmla="*/ 856297 w 1207560"/>
                <a:gd name="connsiteY30" fmla="*/ 539584 h 759411"/>
                <a:gd name="connsiteX31" fmla="*/ 999998 w 1207560"/>
                <a:gd name="connsiteY31" fmla="*/ 466241 h 759411"/>
                <a:gd name="connsiteX32" fmla="*/ 1199642 w 1207560"/>
                <a:gd name="connsiteY32" fmla="*/ 328192 h 759411"/>
                <a:gd name="connsiteX33" fmla="*/ 1204976 w 1207560"/>
                <a:gd name="connsiteY33" fmla="*/ 317524 h 759411"/>
                <a:gd name="connsiteX34" fmla="*/ 1202309 w 1207560"/>
                <a:gd name="connsiteY34" fmla="*/ 305967 h 759411"/>
                <a:gd name="connsiteX35" fmla="*/ 1202309 w 1207560"/>
                <a:gd name="connsiteY35" fmla="*/ 305967 h 759411"/>
                <a:gd name="connsiteX36" fmla="*/ 862647 w 1207560"/>
                <a:gd name="connsiteY36" fmla="*/ 4533 h 759411"/>
                <a:gd name="connsiteX37" fmla="*/ 649922 w 1207560"/>
                <a:gd name="connsiteY37" fmla="*/ 56603 h 759411"/>
                <a:gd name="connsiteX38" fmla="*/ 629158 w 1207560"/>
                <a:gd name="connsiteY38" fmla="*/ 63524 h 759411"/>
                <a:gd name="connsiteX39" fmla="*/ 7112 w 1207560"/>
                <a:gd name="connsiteY39" fmla="*/ 485418 h 759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207560" h="759411">
                  <a:moveTo>
                    <a:pt x="1205420" y="325525"/>
                  </a:moveTo>
                  <a:cubicBezTo>
                    <a:pt x="1204405" y="327379"/>
                    <a:pt x="1203007" y="329037"/>
                    <a:pt x="1201420" y="330415"/>
                  </a:cubicBezTo>
                  <a:cubicBezTo>
                    <a:pt x="1139571" y="383189"/>
                    <a:pt x="1072515" y="429570"/>
                    <a:pt x="1001268" y="468845"/>
                  </a:cubicBezTo>
                  <a:cubicBezTo>
                    <a:pt x="952944" y="494245"/>
                    <a:pt x="904431" y="518692"/>
                    <a:pt x="857504" y="542251"/>
                  </a:cubicBezTo>
                  <a:cubicBezTo>
                    <a:pt x="776795" y="582636"/>
                    <a:pt x="693357" y="624420"/>
                    <a:pt x="611124" y="672807"/>
                  </a:cubicBezTo>
                  <a:cubicBezTo>
                    <a:pt x="584391" y="687761"/>
                    <a:pt x="556641" y="700893"/>
                    <a:pt x="528130" y="712113"/>
                  </a:cubicBezTo>
                  <a:cubicBezTo>
                    <a:pt x="505651" y="721511"/>
                    <a:pt x="482473" y="731163"/>
                    <a:pt x="460629" y="742847"/>
                  </a:cubicBezTo>
                  <a:cubicBezTo>
                    <a:pt x="431038" y="758722"/>
                    <a:pt x="399161" y="771485"/>
                    <a:pt x="363982" y="738592"/>
                  </a:cubicBezTo>
                  <a:cubicBezTo>
                    <a:pt x="352869" y="727004"/>
                    <a:pt x="343344" y="713954"/>
                    <a:pt x="335788" y="699794"/>
                  </a:cubicBezTo>
                  <a:cubicBezTo>
                    <a:pt x="333693" y="696429"/>
                    <a:pt x="331660" y="693000"/>
                    <a:pt x="329438" y="689634"/>
                  </a:cubicBezTo>
                  <a:cubicBezTo>
                    <a:pt x="319595" y="673994"/>
                    <a:pt x="308293" y="659345"/>
                    <a:pt x="295656" y="645883"/>
                  </a:cubicBezTo>
                  <a:cubicBezTo>
                    <a:pt x="238125" y="583843"/>
                    <a:pt x="79057" y="494117"/>
                    <a:pt x="16256" y="488466"/>
                  </a:cubicBezTo>
                  <a:cubicBezTo>
                    <a:pt x="11240" y="487958"/>
                    <a:pt x="6159" y="488542"/>
                    <a:pt x="1397" y="490180"/>
                  </a:cubicBezTo>
                  <a:lnTo>
                    <a:pt x="0" y="487260"/>
                  </a:lnTo>
                  <a:cubicBezTo>
                    <a:pt x="179007" y="321652"/>
                    <a:pt x="389954" y="138391"/>
                    <a:pt x="627888" y="59841"/>
                  </a:cubicBezTo>
                  <a:cubicBezTo>
                    <a:pt x="634238" y="57809"/>
                    <a:pt x="641159" y="55460"/>
                    <a:pt x="648653" y="52920"/>
                  </a:cubicBezTo>
                  <a:cubicBezTo>
                    <a:pt x="720281" y="28980"/>
                    <a:pt x="828484" y="-7278"/>
                    <a:pt x="862965" y="913"/>
                  </a:cubicBezTo>
                  <a:cubicBezTo>
                    <a:pt x="865188" y="1866"/>
                    <a:pt x="1064768" y="93623"/>
                    <a:pt x="1204151" y="303554"/>
                  </a:cubicBezTo>
                  <a:lnTo>
                    <a:pt x="1204151" y="303554"/>
                  </a:lnTo>
                  <a:cubicBezTo>
                    <a:pt x="1206881" y="307701"/>
                    <a:pt x="1208024" y="312673"/>
                    <a:pt x="1207389" y="317588"/>
                  </a:cubicBezTo>
                  <a:cubicBezTo>
                    <a:pt x="1207262" y="320337"/>
                    <a:pt x="1206627" y="323042"/>
                    <a:pt x="1205420" y="325525"/>
                  </a:cubicBezTo>
                  <a:close/>
                  <a:moveTo>
                    <a:pt x="7112" y="485418"/>
                  </a:moveTo>
                  <a:cubicBezTo>
                    <a:pt x="10351" y="485018"/>
                    <a:pt x="13716" y="485018"/>
                    <a:pt x="16955" y="485418"/>
                  </a:cubicBezTo>
                  <a:cubicBezTo>
                    <a:pt x="79883" y="491070"/>
                    <a:pt x="239967" y="581303"/>
                    <a:pt x="297752" y="643660"/>
                  </a:cubicBezTo>
                  <a:cubicBezTo>
                    <a:pt x="310579" y="657319"/>
                    <a:pt x="322008" y="672210"/>
                    <a:pt x="331915" y="688110"/>
                  </a:cubicBezTo>
                  <a:cubicBezTo>
                    <a:pt x="334010" y="691476"/>
                    <a:pt x="336106" y="694904"/>
                    <a:pt x="338265" y="698334"/>
                  </a:cubicBezTo>
                  <a:cubicBezTo>
                    <a:pt x="345694" y="712234"/>
                    <a:pt x="354965" y="725055"/>
                    <a:pt x="365887" y="736434"/>
                  </a:cubicBezTo>
                  <a:cubicBezTo>
                    <a:pt x="399796" y="768184"/>
                    <a:pt x="429387" y="756309"/>
                    <a:pt x="459549" y="740244"/>
                  </a:cubicBezTo>
                  <a:cubicBezTo>
                    <a:pt x="481457" y="728623"/>
                    <a:pt x="504698" y="718844"/>
                    <a:pt x="527177" y="709446"/>
                  </a:cubicBezTo>
                  <a:cubicBezTo>
                    <a:pt x="555561" y="698232"/>
                    <a:pt x="583120" y="685145"/>
                    <a:pt x="609727" y="670267"/>
                  </a:cubicBezTo>
                  <a:cubicBezTo>
                    <a:pt x="692277" y="621816"/>
                    <a:pt x="775526" y="580033"/>
                    <a:pt x="856297" y="539584"/>
                  </a:cubicBezTo>
                  <a:cubicBezTo>
                    <a:pt x="903160" y="516089"/>
                    <a:pt x="951547" y="491768"/>
                    <a:pt x="999998" y="466241"/>
                  </a:cubicBezTo>
                  <a:cubicBezTo>
                    <a:pt x="1070991" y="427042"/>
                    <a:pt x="1137920" y="380795"/>
                    <a:pt x="1199642" y="328192"/>
                  </a:cubicBezTo>
                  <a:cubicBezTo>
                    <a:pt x="1202690" y="325411"/>
                    <a:pt x="1204595" y="321614"/>
                    <a:pt x="1204976" y="317524"/>
                  </a:cubicBezTo>
                  <a:cubicBezTo>
                    <a:pt x="1205420" y="313479"/>
                    <a:pt x="1204468" y="309396"/>
                    <a:pt x="1202309" y="305967"/>
                  </a:cubicBezTo>
                  <a:lnTo>
                    <a:pt x="1202309" y="305967"/>
                  </a:lnTo>
                  <a:cubicBezTo>
                    <a:pt x="1063434" y="96798"/>
                    <a:pt x="864616" y="5422"/>
                    <a:pt x="862647" y="4533"/>
                  </a:cubicBezTo>
                  <a:cubicBezTo>
                    <a:pt x="829119" y="-3405"/>
                    <a:pt x="716979" y="34187"/>
                    <a:pt x="649922" y="56603"/>
                  </a:cubicBezTo>
                  <a:lnTo>
                    <a:pt x="629158" y="63524"/>
                  </a:lnTo>
                  <a:cubicBezTo>
                    <a:pt x="393954" y="140740"/>
                    <a:pt x="184912" y="321207"/>
                    <a:pt x="7112" y="485418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5" name="任意多边形: 形状 404"/>
            <p:cNvSpPr/>
            <p:nvPr/>
          </p:nvSpPr>
          <p:spPr>
            <a:xfrm>
              <a:off x="8211825" y="11141365"/>
              <a:ext cx="36760" cy="28097"/>
            </a:xfrm>
            <a:custGeom>
              <a:avLst/>
              <a:gdLst>
                <a:gd name="connsiteX0" fmla="*/ 1836 w 36760"/>
                <a:gd name="connsiteY0" fmla="*/ 26112 h 28097"/>
                <a:gd name="connsiteX1" fmla="*/ 11742 w 36760"/>
                <a:gd name="connsiteY1" fmla="*/ 27699 h 28097"/>
                <a:gd name="connsiteX2" fmla="*/ 31808 w 36760"/>
                <a:gd name="connsiteY2" fmla="*/ 16841 h 28097"/>
                <a:gd name="connsiteX3" fmla="*/ 36761 w 36760"/>
                <a:gd name="connsiteY3" fmla="*/ 5601 h 28097"/>
                <a:gd name="connsiteX4" fmla="*/ 28316 w 36760"/>
                <a:gd name="connsiteY4" fmla="*/ 1792 h 28097"/>
                <a:gd name="connsiteX5" fmla="*/ 23870 w 36760"/>
                <a:gd name="connsiteY5" fmla="*/ 7252 h 28097"/>
                <a:gd name="connsiteX6" fmla="*/ 9393 w 36760"/>
                <a:gd name="connsiteY6" fmla="*/ 15698 h 28097"/>
                <a:gd name="connsiteX7" fmla="*/ 1201 w 36760"/>
                <a:gd name="connsiteY7" fmla="*/ 25477 h 28097"/>
                <a:gd name="connsiteX8" fmla="*/ 1836 w 36760"/>
                <a:gd name="connsiteY8" fmla="*/ 26112 h 2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760" h="28097">
                  <a:moveTo>
                    <a:pt x="1836" y="26112"/>
                  </a:moveTo>
                  <a:cubicBezTo>
                    <a:pt x="4947" y="27554"/>
                    <a:pt x="8377" y="28106"/>
                    <a:pt x="11742" y="27699"/>
                  </a:cubicBezTo>
                  <a:cubicBezTo>
                    <a:pt x="19743" y="27350"/>
                    <a:pt x="27109" y="23350"/>
                    <a:pt x="31808" y="16841"/>
                  </a:cubicBezTo>
                  <a:cubicBezTo>
                    <a:pt x="34475" y="13628"/>
                    <a:pt x="36190" y="9735"/>
                    <a:pt x="36761" y="5601"/>
                  </a:cubicBezTo>
                  <a:cubicBezTo>
                    <a:pt x="36761" y="-749"/>
                    <a:pt x="32126" y="-1828"/>
                    <a:pt x="28316" y="1792"/>
                  </a:cubicBezTo>
                  <a:cubicBezTo>
                    <a:pt x="26728" y="3512"/>
                    <a:pt x="25204" y="5335"/>
                    <a:pt x="23870" y="7252"/>
                  </a:cubicBezTo>
                  <a:cubicBezTo>
                    <a:pt x="20251" y="11786"/>
                    <a:pt x="15107" y="14796"/>
                    <a:pt x="9393" y="15698"/>
                  </a:cubicBezTo>
                  <a:cubicBezTo>
                    <a:pt x="6091" y="16206"/>
                    <a:pt x="-3307" y="18873"/>
                    <a:pt x="1201" y="25477"/>
                  </a:cubicBezTo>
                  <a:cubicBezTo>
                    <a:pt x="1392" y="25718"/>
                    <a:pt x="1582" y="25934"/>
                    <a:pt x="1836" y="26112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6" name="任意多边形: 形状 405"/>
            <p:cNvSpPr/>
            <p:nvPr/>
          </p:nvSpPr>
          <p:spPr>
            <a:xfrm>
              <a:off x="2017395" y="10331195"/>
              <a:ext cx="156685" cy="158524"/>
            </a:xfrm>
            <a:custGeom>
              <a:avLst/>
              <a:gdLst>
                <a:gd name="connsiteX0" fmla="*/ 0 w 156685"/>
                <a:gd name="connsiteY0" fmla="*/ -268 h 158524"/>
                <a:gd name="connsiteX1" fmla="*/ 46355 w 156685"/>
                <a:gd name="connsiteY1" fmla="*/ 156514 h 158524"/>
                <a:gd name="connsiteX2" fmla="*/ 133541 w 156685"/>
                <a:gd name="connsiteY2" fmla="*/ 132574 h 158524"/>
                <a:gd name="connsiteX3" fmla="*/ 144970 w 156685"/>
                <a:gd name="connsiteY3" fmla="*/ 19608 h 158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6685" h="158524">
                  <a:moveTo>
                    <a:pt x="0" y="-268"/>
                  </a:moveTo>
                  <a:lnTo>
                    <a:pt x="46355" y="156514"/>
                  </a:lnTo>
                  <a:cubicBezTo>
                    <a:pt x="52705" y="157657"/>
                    <a:pt x="101600" y="165975"/>
                    <a:pt x="133541" y="132574"/>
                  </a:cubicBezTo>
                  <a:cubicBezTo>
                    <a:pt x="159575" y="105396"/>
                    <a:pt x="164020" y="61327"/>
                    <a:pt x="144970" y="19608"/>
                  </a:cubicBezTo>
                  <a:close/>
                </a:path>
              </a:pathLst>
            </a:custGeom>
            <a:solidFill>
              <a:srgbClr val="FF6B3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7" name="任意多边形: 形状 406"/>
            <p:cNvSpPr/>
            <p:nvPr/>
          </p:nvSpPr>
          <p:spPr>
            <a:xfrm>
              <a:off x="2063623" y="10351388"/>
              <a:ext cx="746505" cy="714692"/>
            </a:xfrm>
            <a:custGeom>
              <a:avLst/>
              <a:gdLst>
                <a:gd name="connsiteX0" fmla="*/ 746506 w 746505"/>
                <a:gd name="connsiteY0" fmla="*/ 599553 h 714692"/>
                <a:gd name="connsiteX1" fmla="*/ 676656 w 746505"/>
                <a:gd name="connsiteY1" fmla="*/ 694803 h 714692"/>
                <a:gd name="connsiteX2" fmla="*/ 631190 w 746505"/>
                <a:gd name="connsiteY2" fmla="*/ 714425 h 714692"/>
                <a:gd name="connsiteX3" fmla="*/ 0 w 746505"/>
                <a:gd name="connsiteY3" fmla="*/ 136575 h 714692"/>
                <a:gd name="connsiteX4" fmla="*/ 77407 w 746505"/>
                <a:gd name="connsiteY4" fmla="*/ 94347 h 714692"/>
                <a:gd name="connsiteX5" fmla="*/ 98679 w 746505"/>
                <a:gd name="connsiteY5" fmla="*/ -268 h 71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6505" h="714692">
                  <a:moveTo>
                    <a:pt x="746506" y="599553"/>
                  </a:moveTo>
                  <a:cubicBezTo>
                    <a:pt x="735533" y="638720"/>
                    <a:pt x="710711" y="672565"/>
                    <a:pt x="676656" y="694803"/>
                  </a:cubicBezTo>
                  <a:cubicBezTo>
                    <a:pt x="662578" y="703598"/>
                    <a:pt x="647249" y="710215"/>
                    <a:pt x="631190" y="714425"/>
                  </a:cubicBezTo>
                  <a:lnTo>
                    <a:pt x="0" y="136575"/>
                  </a:lnTo>
                  <a:cubicBezTo>
                    <a:pt x="30397" y="133361"/>
                    <a:pt x="58255" y="118166"/>
                    <a:pt x="77407" y="94347"/>
                  </a:cubicBezTo>
                  <a:cubicBezTo>
                    <a:pt x="106870" y="56247"/>
                    <a:pt x="100393" y="10083"/>
                    <a:pt x="98679" y="-26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8" name="任意多边形: 形状 407"/>
            <p:cNvSpPr/>
            <p:nvPr/>
          </p:nvSpPr>
          <p:spPr>
            <a:xfrm>
              <a:off x="2110295" y="10406380"/>
              <a:ext cx="687324" cy="625220"/>
            </a:xfrm>
            <a:custGeom>
              <a:avLst/>
              <a:gdLst>
                <a:gd name="connsiteX0" fmla="*/ 49784 w 687324"/>
                <a:gd name="connsiteY0" fmla="*/ -268 h 625220"/>
                <a:gd name="connsiteX1" fmla="*/ 30734 w 687324"/>
                <a:gd name="connsiteY1" fmla="*/ 39292 h 625220"/>
                <a:gd name="connsiteX2" fmla="*/ 0 w 687324"/>
                <a:gd name="connsiteY2" fmla="*/ 66090 h 625220"/>
                <a:gd name="connsiteX3" fmla="*/ 48895 w 687324"/>
                <a:gd name="connsiteY3" fmla="*/ 110540 h 625220"/>
                <a:gd name="connsiteX4" fmla="*/ 562801 w 687324"/>
                <a:gd name="connsiteY4" fmla="*/ 547991 h 625220"/>
                <a:gd name="connsiteX5" fmla="*/ 649224 w 687324"/>
                <a:gd name="connsiteY5" fmla="*/ 624953 h 625220"/>
                <a:gd name="connsiteX6" fmla="*/ 687324 w 687324"/>
                <a:gd name="connsiteY6" fmla="*/ 575359 h 625220"/>
                <a:gd name="connsiteX7" fmla="*/ 49784 w 687324"/>
                <a:gd name="connsiteY7" fmla="*/ -268 h 6252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87324" h="625220">
                  <a:moveTo>
                    <a:pt x="49784" y="-268"/>
                  </a:moveTo>
                  <a:cubicBezTo>
                    <a:pt x="46171" y="14070"/>
                    <a:pt x="39694" y="27526"/>
                    <a:pt x="30734" y="39292"/>
                  </a:cubicBezTo>
                  <a:cubicBezTo>
                    <a:pt x="22365" y="50170"/>
                    <a:pt x="11913" y="59276"/>
                    <a:pt x="0" y="66090"/>
                  </a:cubicBezTo>
                  <a:cubicBezTo>
                    <a:pt x="16256" y="81012"/>
                    <a:pt x="32639" y="95808"/>
                    <a:pt x="48895" y="110540"/>
                  </a:cubicBezTo>
                  <a:cubicBezTo>
                    <a:pt x="223584" y="252208"/>
                    <a:pt x="394335" y="398766"/>
                    <a:pt x="562801" y="547991"/>
                  </a:cubicBezTo>
                  <a:cubicBezTo>
                    <a:pt x="591630" y="573391"/>
                    <a:pt x="620439" y="599045"/>
                    <a:pt x="649224" y="624953"/>
                  </a:cubicBezTo>
                  <a:cubicBezTo>
                    <a:pt x="664966" y="611002"/>
                    <a:pt x="677901" y="594168"/>
                    <a:pt x="687324" y="575359"/>
                  </a:cubicBezTo>
                  <a:cubicBezTo>
                    <a:pt x="476441" y="381748"/>
                    <a:pt x="264605" y="188898"/>
                    <a:pt x="49784" y="-268"/>
                  </a:cubicBezTo>
                  <a:close/>
                </a:path>
              </a:pathLst>
            </a:custGeom>
            <a:solidFill>
              <a:srgbClr val="90C2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09" name="任意多边形: 形状 408"/>
            <p:cNvSpPr/>
            <p:nvPr/>
          </p:nvSpPr>
          <p:spPr>
            <a:xfrm>
              <a:off x="2017395" y="10331195"/>
              <a:ext cx="49783" cy="53911"/>
            </a:xfrm>
            <a:custGeom>
              <a:avLst/>
              <a:gdLst>
                <a:gd name="connsiteX0" fmla="*/ 0 w 49783"/>
                <a:gd name="connsiteY0" fmla="*/ 0 h 53911"/>
                <a:gd name="connsiteX1" fmla="*/ 15875 w 49783"/>
                <a:gd name="connsiteY1" fmla="*/ 53912 h 53911"/>
                <a:gd name="connsiteX2" fmla="*/ 49784 w 49783"/>
                <a:gd name="connsiteY2" fmla="*/ 6795 h 53911"/>
                <a:gd name="connsiteX3" fmla="*/ 0 w 49783"/>
                <a:gd name="connsiteY3" fmla="*/ 0 h 53911"/>
                <a:gd name="connsiteX4" fmla="*/ 0 w 49783"/>
                <a:gd name="connsiteY4" fmla="*/ 0 h 53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783" h="53911">
                  <a:moveTo>
                    <a:pt x="0" y="0"/>
                  </a:moveTo>
                  <a:lnTo>
                    <a:pt x="15875" y="53912"/>
                  </a:lnTo>
                  <a:lnTo>
                    <a:pt x="49784" y="679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52771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0" name="任意多边形: 形状 409"/>
            <p:cNvSpPr/>
            <p:nvPr/>
          </p:nvSpPr>
          <p:spPr>
            <a:xfrm>
              <a:off x="11455400" y="9502584"/>
              <a:ext cx="515429" cy="666241"/>
            </a:xfrm>
            <a:custGeom>
              <a:avLst/>
              <a:gdLst>
                <a:gd name="connsiteX0" fmla="*/ 0 w 515429"/>
                <a:gd name="connsiteY0" fmla="*/ 665974 h 666241"/>
                <a:gd name="connsiteX1" fmla="*/ 515430 w 515429"/>
                <a:gd name="connsiteY1" fmla="*/ 515098 h 666241"/>
                <a:gd name="connsiteX2" fmla="*/ 364554 w 515429"/>
                <a:gd name="connsiteY2" fmla="*/ -268 h 666241"/>
                <a:gd name="connsiteX3" fmla="*/ 216726 w 515429"/>
                <a:gd name="connsiteY3" fmla="*/ 491667 h 666241"/>
                <a:gd name="connsiteX4" fmla="*/ 334581 w 515429"/>
                <a:gd name="connsiteY4" fmla="*/ 276402 h 666241"/>
                <a:gd name="connsiteX5" fmla="*/ 383413 w 515429"/>
                <a:gd name="connsiteY5" fmla="*/ 443089 h 666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5429" h="666241">
                  <a:moveTo>
                    <a:pt x="0" y="665974"/>
                  </a:moveTo>
                  <a:lnTo>
                    <a:pt x="515430" y="515098"/>
                  </a:lnTo>
                  <a:lnTo>
                    <a:pt x="364554" y="-268"/>
                  </a:lnTo>
                  <a:close/>
                  <a:moveTo>
                    <a:pt x="216726" y="491667"/>
                  </a:moveTo>
                  <a:lnTo>
                    <a:pt x="334581" y="276402"/>
                  </a:lnTo>
                  <a:lnTo>
                    <a:pt x="383413" y="443089"/>
                  </a:lnTo>
                  <a:close/>
                </a:path>
              </a:pathLst>
            </a:custGeom>
            <a:solidFill>
              <a:srgbClr val="FB9D3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1" name="任意多边形: 形状 410"/>
            <p:cNvSpPr/>
            <p:nvPr/>
          </p:nvSpPr>
          <p:spPr>
            <a:xfrm>
              <a:off x="417817" y="10856079"/>
              <a:ext cx="1780102" cy="1131988"/>
            </a:xfrm>
            <a:custGeom>
              <a:avLst/>
              <a:gdLst>
                <a:gd name="connsiteX0" fmla="*/ 442544 w 1780102"/>
                <a:gd name="connsiteY0" fmla="*/ 584828 h 1131988"/>
                <a:gd name="connsiteX1" fmla="*/ 359232 w 1780102"/>
                <a:gd name="connsiteY1" fmla="*/ 489578 h 1131988"/>
                <a:gd name="connsiteX2" fmla="*/ 238582 w 1780102"/>
                <a:gd name="connsiteY2" fmla="*/ 303206 h 1131988"/>
                <a:gd name="connsiteX3" fmla="*/ 17920 w 1780102"/>
                <a:gd name="connsiteY3" fmla="*/ 53206 h 1131988"/>
                <a:gd name="connsiteX4" fmla="*/ 2299 w 1780102"/>
                <a:gd name="connsiteY4" fmla="*/ 2406 h 1131988"/>
                <a:gd name="connsiteX5" fmla="*/ 38684 w 1780102"/>
                <a:gd name="connsiteY5" fmla="*/ 7042 h 1131988"/>
                <a:gd name="connsiteX6" fmla="*/ 396888 w 1780102"/>
                <a:gd name="connsiteY6" fmla="*/ 138106 h 1131988"/>
                <a:gd name="connsiteX7" fmla="*/ 671208 w 1780102"/>
                <a:gd name="connsiteY7" fmla="*/ 252850 h 1131988"/>
                <a:gd name="connsiteX8" fmla="*/ 928700 w 1780102"/>
                <a:gd name="connsiteY8" fmla="*/ 393058 h 1131988"/>
                <a:gd name="connsiteX9" fmla="*/ 1417333 w 1780102"/>
                <a:gd name="connsiteY9" fmla="*/ 676967 h 1131988"/>
                <a:gd name="connsiteX10" fmla="*/ 1733372 w 1780102"/>
                <a:gd name="connsiteY10" fmla="*/ 864610 h 1131988"/>
                <a:gd name="connsiteX11" fmla="*/ 1773504 w 1780102"/>
                <a:gd name="connsiteY11" fmla="*/ 979290 h 1131988"/>
                <a:gd name="connsiteX12" fmla="*/ 1749501 w 1780102"/>
                <a:gd name="connsiteY12" fmla="*/ 1127880 h 1131988"/>
                <a:gd name="connsiteX13" fmla="*/ 1547127 w 1780102"/>
                <a:gd name="connsiteY13" fmla="*/ 1072318 h 1131988"/>
                <a:gd name="connsiteX14" fmla="*/ 1275029 w 1780102"/>
                <a:gd name="connsiteY14" fmla="*/ 943159 h 1131988"/>
                <a:gd name="connsiteX15" fmla="*/ 1063320 w 1780102"/>
                <a:gd name="connsiteY15" fmla="*/ 858894 h 1131988"/>
                <a:gd name="connsiteX16" fmla="*/ 806399 w 1780102"/>
                <a:gd name="connsiteY16" fmla="*/ 736720 h 1131988"/>
                <a:gd name="connsiteX17" fmla="*/ 538112 w 1780102"/>
                <a:gd name="connsiteY17" fmla="*/ 624897 h 1131988"/>
                <a:gd name="connsiteX18" fmla="*/ 442544 w 1780102"/>
                <a:gd name="connsiteY18" fmla="*/ 584828 h 1131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0102" h="1131988">
                  <a:moveTo>
                    <a:pt x="442544" y="584828"/>
                  </a:moveTo>
                  <a:cubicBezTo>
                    <a:pt x="406349" y="600703"/>
                    <a:pt x="373964" y="512248"/>
                    <a:pt x="359232" y="489578"/>
                  </a:cubicBezTo>
                  <a:cubicBezTo>
                    <a:pt x="318656" y="428047"/>
                    <a:pt x="279222" y="364991"/>
                    <a:pt x="238582" y="303206"/>
                  </a:cubicBezTo>
                  <a:cubicBezTo>
                    <a:pt x="176162" y="207511"/>
                    <a:pt x="104153" y="123056"/>
                    <a:pt x="17920" y="53206"/>
                  </a:cubicBezTo>
                  <a:cubicBezTo>
                    <a:pt x="-1130" y="37649"/>
                    <a:pt x="-2400" y="10788"/>
                    <a:pt x="2299" y="2406"/>
                  </a:cubicBezTo>
                  <a:cubicBezTo>
                    <a:pt x="6426" y="-4960"/>
                    <a:pt x="13538" y="5010"/>
                    <a:pt x="38684" y="7042"/>
                  </a:cubicBezTo>
                  <a:cubicBezTo>
                    <a:pt x="160350" y="16757"/>
                    <a:pt x="284683" y="95370"/>
                    <a:pt x="396888" y="138106"/>
                  </a:cubicBezTo>
                  <a:cubicBezTo>
                    <a:pt x="489471" y="173348"/>
                    <a:pt x="582689" y="207956"/>
                    <a:pt x="671208" y="252850"/>
                  </a:cubicBezTo>
                  <a:cubicBezTo>
                    <a:pt x="758266" y="297300"/>
                    <a:pt x="842150" y="347719"/>
                    <a:pt x="928700" y="393058"/>
                  </a:cubicBezTo>
                  <a:cubicBezTo>
                    <a:pt x="1095515" y="480371"/>
                    <a:pt x="1251725" y="587495"/>
                    <a:pt x="1417333" y="676967"/>
                  </a:cubicBezTo>
                  <a:cubicBezTo>
                    <a:pt x="1522298" y="733672"/>
                    <a:pt x="1639583" y="788981"/>
                    <a:pt x="1733372" y="864610"/>
                  </a:cubicBezTo>
                  <a:cubicBezTo>
                    <a:pt x="1769186" y="893502"/>
                    <a:pt x="1770329" y="932491"/>
                    <a:pt x="1773504" y="979290"/>
                  </a:cubicBezTo>
                  <a:cubicBezTo>
                    <a:pt x="1776108" y="1017390"/>
                    <a:pt x="1796428" y="1114800"/>
                    <a:pt x="1749501" y="1127880"/>
                  </a:cubicBezTo>
                  <a:cubicBezTo>
                    <a:pt x="1686636" y="1145343"/>
                    <a:pt x="1599832" y="1099115"/>
                    <a:pt x="1547127" y="1072318"/>
                  </a:cubicBezTo>
                  <a:cubicBezTo>
                    <a:pt x="1457655" y="1026852"/>
                    <a:pt x="1365898" y="985640"/>
                    <a:pt x="1275029" y="943159"/>
                  </a:cubicBezTo>
                  <a:cubicBezTo>
                    <a:pt x="1205179" y="910520"/>
                    <a:pt x="1134377" y="887342"/>
                    <a:pt x="1063320" y="858894"/>
                  </a:cubicBezTo>
                  <a:cubicBezTo>
                    <a:pt x="975373" y="823588"/>
                    <a:pt x="893140" y="775074"/>
                    <a:pt x="806399" y="736720"/>
                  </a:cubicBezTo>
                  <a:cubicBezTo>
                    <a:pt x="717880" y="697604"/>
                    <a:pt x="624535" y="667823"/>
                    <a:pt x="538112" y="624897"/>
                  </a:cubicBezTo>
                  <a:cubicBezTo>
                    <a:pt x="512394" y="612324"/>
                    <a:pt x="476580" y="580764"/>
                    <a:pt x="442544" y="584828"/>
                  </a:cubicBezTo>
                  <a:close/>
                </a:path>
              </a:pathLst>
            </a:custGeom>
            <a:solidFill>
              <a:srgbClr val="FF5B3D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2" name="任意多边形: 形状 411"/>
            <p:cNvSpPr/>
            <p:nvPr/>
          </p:nvSpPr>
          <p:spPr>
            <a:xfrm>
              <a:off x="419352" y="10848177"/>
              <a:ext cx="1786188" cy="1124905"/>
            </a:xfrm>
            <a:custGeom>
              <a:avLst/>
              <a:gdLst>
                <a:gd name="connsiteX0" fmla="*/ 448630 w 1786188"/>
                <a:gd name="connsiteY0" fmla="*/ 577872 h 1124905"/>
                <a:gd name="connsiteX1" fmla="*/ 365254 w 1786188"/>
                <a:gd name="connsiteY1" fmla="*/ 482622 h 1124905"/>
                <a:gd name="connsiteX2" fmla="*/ 244604 w 1786188"/>
                <a:gd name="connsiteY2" fmla="*/ 296186 h 1124905"/>
                <a:gd name="connsiteX3" fmla="*/ 23941 w 1786188"/>
                <a:gd name="connsiteY3" fmla="*/ 46440 h 1124905"/>
                <a:gd name="connsiteX4" fmla="*/ 44769 w 1786188"/>
                <a:gd name="connsiteY4" fmla="*/ 276 h 1124905"/>
                <a:gd name="connsiteX5" fmla="*/ 402910 w 1786188"/>
                <a:gd name="connsiteY5" fmla="*/ 131340 h 1124905"/>
                <a:gd name="connsiteX6" fmla="*/ 677293 w 1786188"/>
                <a:gd name="connsiteY6" fmla="*/ 246084 h 1124905"/>
                <a:gd name="connsiteX7" fmla="*/ 934786 w 1786188"/>
                <a:gd name="connsiteY7" fmla="*/ 386293 h 1124905"/>
                <a:gd name="connsiteX8" fmla="*/ 1423418 w 1786188"/>
                <a:gd name="connsiteY8" fmla="*/ 670201 h 1124905"/>
                <a:gd name="connsiteX9" fmla="*/ 1739394 w 1786188"/>
                <a:gd name="connsiteY9" fmla="*/ 857907 h 1124905"/>
                <a:gd name="connsiteX10" fmla="*/ 1779590 w 1786188"/>
                <a:gd name="connsiteY10" fmla="*/ 972207 h 1124905"/>
                <a:gd name="connsiteX11" fmla="*/ 1755587 w 1786188"/>
                <a:gd name="connsiteY11" fmla="*/ 1120797 h 1124905"/>
                <a:gd name="connsiteX12" fmla="*/ 1553149 w 1786188"/>
                <a:gd name="connsiteY12" fmla="*/ 1065234 h 1124905"/>
                <a:gd name="connsiteX13" fmla="*/ 1281051 w 1786188"/>
                <a:gd name="connsiteY13" fmla="*/ 936075 h 1124905"/>
                <a:gd name="connsiteX14" fmla="*/ 1069406 w 1786188"/>
                <a:gd name="connsiteY14" fmla="*/ 851811 h 1124905"/>
                <a:gd name="connsiteX15" fmla="*/ 812421 w 1786188"/>
                <a:gd name="connsiteY15" fmla="*/ 729637 h 1124905"/>
                <a:gd name="connsiteX16" fmla="*/ 544197 w 1786188"/>
                <a:gd name="connsiteY16" fmla="*/ 617877 h 1124905"/>
                <a:gd name="connsiteX17" fmla="*/ 448630 w 1786188"/>
                <a:gd name="connsiteY17" fmla="*/ 577872 h 1124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86188" h="1124905">
                  <a:moveTo>
                    <a:pt x="448630" y="577872"/>
                  </a:moveTo>
                  <a:cubicBezTo>
                    <a:pt x="412435" y="593811"/>
                    <a:pt x="379986" y="505291"/>
                    <a:pt x="365254" y="482622"/>
                  </a:cubicBezTo>
                  <a:cubicBezTo>
                    <a:pt x="324677" y="421090"/>
                    <a:pt x="285308" y="358035"/>
                    <a:pt x="244604" y="296186"/>
                  </a:cubicBezTo>
                  <a:cubicBezTo>
                    <a:pt x="182184" y="200809"/>
                    <a:pt x="110238" y="115846"/>
                    <a:pt x="23941" y="46440"/>
                  </a:cubicBezTo>
                  <a:cubicBezTo>
                    <a:pt x="-12317" y="17231"/>
                    <a:pt x="-8952" y="-3979"/>
                    <a:pt x="44769" y="276"/>
                  </a:cubicBezTo>
                  <a:cubicBezTo>
                    <a:pt x="166435" y="9991"/>
                    <a:pt x="290769" y="88668"/>
                    <a:pt x="402910" y="131340"/>
                  </a:cubicBezTo>
                  <a:cubicBezTo>
                    <a:pt x="495556" y="166582"/>
                    <a:pt x="588711" y="201190"/>
                    <a:pt x="677293" y="246084"/>
                  </a:cubicBezTo>
                  <a:cubicBezTo>
                    <a:pt x="764288" y="290534"/>
                    <a:pt x="848172" y="341334"/>
                    <a:pt x="934786" y="386293"/>
                  </a:cubicBezTo>
                  <a:cubicBezTo>
                    <a:pt x="1101537" y="473605"/>
                    <a:pt x="1257810" y="580730"/>
                    <a:pt x="1423418" y="670201"/>
                  </a:cubicBezTo>
                  <a:cubicBezTo>
                    <a:pt x="1528384" y="726906"/>
                    <a:pt x="1645668" y="782278"/>
                    <a:pt x="1739394" y="857907"/>
                  </a:cubicBezTo>
                  <a:cubicBezTo>
                    <a:pt x="1775271" y="886800"/>
                    <a:pt x="1776351" y="925788"/>
                    <a:pt x="1779590" y="972207"/>
                  </a:cubicBezTo>
                  <a:cubicBezTo>
                    <a:pt x="1782193" y="1010307"/>
                    <a:pt x="1802513" y="1107716"/>
                    <a:pt x="1755587" y="1120797"/>
                  </a:cubicBezTo>
                  <a:cubicBezTo>
                    <a:pt x="1692658" y="1138259"/>
                    <a:pt x="1605917" y="1092031"/>
                    <a:pt x="1553149" y="1065234"/>
                  </a:cubicBezTo>
                  <a:cubicBezTo>
                    <a:pt x="1463677" y="1019832"/>
                    <a:pt x="1371920" y="978557"/>
                    <a:pt x="1281051" y="936075"/>
                  </a:cubicBezTo>
                  <a:cubicBezTo>
                    <a:pt x="1211201" y="903437"/>
                    <a:pt x="1140399" y="880259"/>
                    <a:pt x="1069406" y="851811"/>
                  </a:cubicBezTo>
                  <a:cubicBezTo>
                    <a:pt x="981458" y="816568"/>
                    <a:pt x="899225" y="767991"/>
                    <a:pt x="812421" y="729637"/>
                  </a:cubicBezTo>
                  <a:cubicBezTo>
                    <a:pt x="723902" y="690584"/>
                    <a:pt x="630557" y="660803"/>
                    <a:pt x="544197" y="617877"/>
                  </a:cubicBezTo>
                  <a:cubicBezTo>
                    <a:pt x="518480" y="605368"/>
                    <a:pt x="482666" y="573871"/>
                    <a:pt x="448630" y="577872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3" name="任意多边形: 形状 412"/>
            <p:cNvSpPr/>
            <p:nvPr/>
          </p:nvSpPr>
          <p:spPr>
            <a:xfrm>
              <a:off x="483362" y="10805350"/>
              <a:ext cx="1760017" cy="1213421"/>
            </a:xfrm>
            <a:custGeom>
              <a:avLst/>
              <a:gdLst>
                <a:gd name="connsiteX0" fmla="*/ 358203 w 1760017"/>
                <a:gd name="connsiteY0" fmla="*/ 625969 h 1213421"/>
                <a:gd name="connsiteX1" fmla="*/ 269303 w 1760017"/>
                <a:gd name="connsiteY1" fmla="*/ 347331 h 1213421"/>
                <a:gd name="connsiteX2" fmla="*/ 90424 w 1760017"/>
                <a:gd name="connsiteY2" fmla="*/ 72884 h 1213421"/>
                <a:gd name="connsiteX3" fmla="*/ 0 w 1760017"/>
                <a:gd name="connsiteY3" fmla="*/ -268 h 1213421"/>
                <a:gd name="connsiteX4" fmla="*/ 142938 w 1760017"/>
                <a:gd name="connsiteY4" fmla="*/ 37832 h 1213421"/>
                <a:gd name="connsiteX5" fmla="*/ 535750 w 1760017"/>
                <a:gd name="connsiteY5" fmla="*/ 194614 h 1213421"/>
                <a:gd name="connsiteX6" fmla="*/ 979234 w 1760017"/>
                <a:gd name="connsiteY6" fmla="*/ 396797 h 1213421"/>
                <a:gd name="connsiteX7" fmla="*/ 1225423 w 1760017"/>
                <a:gd name="connsiteY7" fmla="*/ 531735 h 1213421"/>
                <a:gd name="connsiteX8" fmla="*/ 1516253 w 1760017"/>
                <a:gd name="connsiteY8" fmla="*/ 701597 h 1213421"/>
                <a:gd name="connsiteX9" fmla="*/ 1648587 w 1760017"/>
                <a:gd name="connsiteY9" fmla="*/ 791958 h 1213421"/>
                <a:gd name="connsiteX10" fmla="*/ 1735392 w 1760017"/>
                <a:gd name="connsiteY10" fmla="*/ 1046910 h 1213421"/>
                <a:gd name="connsiteX11" fmla="*/ 1759014 w 1760017"/>
                <a:gd name="connsiteY11" fmla="*/ 1213154 h 1213421"/>
                <a:gd name="connsiteX12" fmla="*/ 874141 w 1760017"/>
                <a:gd name="connsiteY12" fmla="*/ 869364 h 1213421"/>
                <a:gd name="connsiteX13" fmla="*/ 500507 w 1760017"/>
                <a:gd name="connsiteY13" fmla="*/ 669657 h 1213421"/>
                <a:gd name="connsiteX14" fmla="*/ 358203 w 1760017"/>
                <a:gd name="connsiteY14" fmla="*/ 625969 h 1213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60017" h="1213421">
                  <a:moveTo>
                    <a:pt x="358203" y="625969"/>
                  </a:moveTo>
                  <a:cubicBezTo>
                    <a:pt x="364553" y="541641"/>
                    <a:pt x="302831" y="422324"/>
                    <a:pt x="269303" y="347331"/>
                  </a:cubicBezTo>
                  <a:cubicBezTo>
                    <a:pt x="224218" y="247382"/>
                    <a:pt x="167703" y="152449"/>
                    <a:pt x="90424" y="72884"/>
                  </a:cubicBezTo>
                  <a:cubicBezTo>
                    <a:pt x="63563" y="45261"/>
                    <a:pt x="30353" y="23926"/>
                    <a:pt x="0" y="-268"/>
                  </a:cubicBezTo>
                  <a:cubicBezTo>
                    <a:pt x="44831" y="621"/>
                    <a:pt x="99187" y="24307"/>
                    <a:pt x="142938" y="37832"/>
                  </a:cubicBezTo>
                  <a:cubicBezTo>
                    <a:pt x="277305" y="79805"/>
                    <a:pt x="406654" y="139432"/>
                    <a:pt x="535750" y="194614"/>
                  </a:cubicBezTo>
                  <a:cubicBezTo>
                    <a:pt x="684975" y="258748"/>
                    <a:pt x="839279" y="313676"/>
                    <a:pt x="979234" y="396797"/>
                  </a:cubicBezTo>
                  <a:cubicBezTo>
                    <a:pt x="1059625" y="444549"/>
                    <a:pt x="1141667" y="489825"/>
                    <a:pt x="1225423" y="531735"/>
                  </a:cubicBezTo>
                  <a:cubicBezTo>
                    <a:pt x="1327912" y="583107"/>
                    <a:pt x="1410145" y="664386"/>
                    <a:pt x="1516253" y="701597"/>
                  </a:cubicBezTo>
                  <a:cubicBezTo>
                    <a:pt x="1566608" y="719251"/>
                    <a:pt x="1617853" y="747381"/>
                    <a:pt x="1648587" y="791958"/>
                  </a:cubicBezTo>
                  <a:cubicBezTo>
                    <a:pt x="1696911" y="862951"/>
                    <a:pt x="1717929" y="963408"/>
                    <a:pt x="1735392" y="1046910"/>
                  </a:cubicBezTo>
                  <a:cubicBezTo>
                    <a:pt x="1746377" y="1099615"/>
                    <a:pt x="1764474" y="1158988"/>
                    <a:pt x="1759014" y="1213154"/>
                  </a:cubicBezTo>
                  <a:cubicBezTo>
                    <a:pt x="1458277" y="1089456"/>
                    <a:pt x="1174814" y="984998"/>
                    <a:pt x="874141" y="869364"/>
                  </a:cubicBezTo>
                  <a:cubicBezTo>
                    <a:pt x="737806" y="816914"/>
                    <a:pt x="636778" y="722679"/>
                    <a:pt x="500507" y="669657"/>
                  </a:cubicBezTo>
                  <a:cubicBezTo>
                    <a:pt x="464693" y="656385"/>
                    <a:pt x="358203" y="625969"/>
                    <a:pt x="358203" y="625969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4" name="任意多边形: 形状 413"/>
            <p:cNvSpPr/>
            <p:nvPr/>
          </p:nvSpPr>
          <p:spPr>
            <a:xfrm>
              <a:off x="537146" y="10748009"/>
              <a:ext cx="1702580" cy="1334135"/>
            </a:xfrm>
            <a:custGeom>
              <a:avLst/>
              <a:gdLst>
                <a:gd name="connsiteX0" fmla="*/ 329121 w 1702580"/>
                <a:gd name="connsiteY0" fmla="*/ 662926 h 1334135"/>
                <a:gd name="connsiteX1" fmla="*/ 252921 w 1702580"/>
                <a:gd name="connsiteY1" fmla="*/ 371143 h 1334135"/>
                <a:gd name="connsiteX2" fmla="*/ 86868 w 1702580"/>
                <a:gd name="connsiteY2" fmla="*/ 79424 h 1334135"/>
                <a:gd name="connsiteX3" fmla="*/ 0 w 1702580"/>
                <a:gd name="connsiteY3" fmla="*/ -268 h 1334135"/>
                <a:gd name="connsiteX4" fmla="*/ 140907 w 1702580"/>
                <a:gd name="connsiteY4" fmla="*/ 45897 h 1334135"/>
                <a:gd name="connsiteX5" fmla="*/ 525844 w 1702580"/>
                <a:gd name="connsiteY5" fmla="*/ 225855 h 1334135"/>
                <a:gd name="connsiteX6" fmla="*/ 959231 w 1702580"/>
                <a:gd name="connsiteY6" fmla="*/ 455027 h 1334135"/>
                <a:gd name="connsiteX7" fmla="*/ 1198817 w 1702580"/>
                <a:gd name="connsiteY7" fmla="*/ 605713 h 1334135"/>
                <a:gd name="connsiteX8" fmla="*/ 1481392 w 1702580"/>
                <a:gd name="connsiteY8" fmla="*/ 794498 h 1334135"/>
                <a:gd name="connsiteX9" fmla="*/ 1609344 w 1702580"/>
                <a:gd name="connsiteY9" fmla="*/ 893876 h 1334135"/>
                <a:gd name="connsiteX10" fmla="*/ 1684338 w 1702580"/>
                <a:gd name="connsiteY10" fmla="*/ 1161084 h 1334135"/>
                <a:gd name="connsiteX11" fmla="*/ 1700403 w 1702580"/>
                <a:gd name="connsiteY11" fmla="*/ 1333867 h 1334135"/>
                <a:gd name="connsiteX12" fmla="*/ 832803 w 1702580"/>
                <a:gd name="connsiteY12" fmla="*/ 938135 h 1334135"/>
                <a:gd name="connsiteX13" fmla="*/ 436944 w 1702580"/>
                <a:gd name="connsiteY13" fmla="*/ 736396 h 1334135"/>
                <a:gd name="connsiteX14" fmla="*/ 329121 w 1702580"/>
                <a:gd name="connsiteY14" fmla="*/ 662926 h 1334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702580" h="1334135">
                  <a:moveTo>
                    <a:pt x="329121" y="662926"/>
                  </a:moveTo>
                  <a:cubicBezTo>
                    <a:pt x="339471" y="576122"/>
                    <a:pt x="283146" y="450074"/>
                    <a:pt x="252921" y="371143"/>
                  </a:cubicBezTo>
                  <a:cubicBezTo>
                    <a:pt x="212471" y="265797"/>
                    <a:pt x="160528" y="165213"/>
                    <a:pt x="86868" y="79424"/>
                  </a:cubicBezTo>
                  <a:cubicBezTo>
                    <a:pt x="61468" y="49707"/>
                    <a:pt x="29147" y="26148"/>
                    <a:pt x="0" y="-268"/>
                  </a:cubicBezTo>
                  <a:cubicBezTo>
                    <a:pt x="44450" y="2717"/>
                    <a:pt x="97854" y="29767"/>
                    <a:pt x="140907" y="45897"/>
                  </a:cubicBezTo>
                  <a:cubicBezTo>
                    <a:pt x="273114" y="95363"/>
                    <a:pt x="399479" y="162610"/>
                    <a:pt x="525844" y="225855"/>
                  </a:cubicBezTo>
                  <a:cubicBezTo>
                    <a:pt x="671894" y="298944"/>
                    <a:pt x="823405" y="362761"/>
                    <a:pt x="959231" y="455027"/>
                  </a:cubicBezTo>
                  <a:cubicBezTo>
                    <a:pt x="1037336" y="508049"/>
                    <a:pt x="1117156" y="558532"/>
                    <a:pt x="1198817" y="605713"/>
                  </a:cubicBezTo>
                  <a:cubicBezTo>
                    <a:pt x="1298766" y="663434"/>
                    <a:pt x="1377125" y="751191"/>
                    <a:pt x="1481392" y="794498"/>
                  </a:cubicBezTo>
                  <a:cubicBezTo>
                    <a:pt x="1530795" y="815009"/>
                    <a:pt x="1581023" y="846378"/>
                    <a:pt x="1609344" y="893876"/>
                  </a:cubicBezTo>
                  <a:cubicBezTo>
                    <a:pt x="1654366" y="969377"/>
                    <a:pt x="1670749" y="1074216"/>
                    <a:pt x="1684338" y="1161084"/>
                  </a:cubicBezTo>
                  <a:cubicBezTo>
                    <a:pt x="1692910" y="1216011"/>
                    <a:pt x="1708277" y="1278114"/>
                    <a:pt x="1700403" y="1333867"/>
                  </a:cubicBezTo>
                  <a:cubicBezTo>
                    <a:pt x="1405827" y="1192326"/>
                    <a:pt x="1127633" y="1071358"/>
                    <a:pt x="832803" y="938135"/>
                  </a:cubicBezTo>
                  <a:cubicBezTo>
                    <a:pt x="699072" y="877747"/>
                    <a:pt x="570548" y="797419"/>
                    <a:pt x="436944" y="736396"/>
                  </a:cubicBezTo>
                  <a:cubicBezTo>
                    <a:pt x="402082" y="720711"/>
                    <a:pt x="379540" y="641717"/>
                    <a:pt x="329121" y="662926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5" name="任意多边形: 形状 414"/>
            <p:cNvSpPr/>
            <p:nvPr/>
          </p:nvSpPr>
          <p:spPr>
            <a:xfrm>
              <a:off x="680529" y="10729531"/>
              <a:ext cx="1617766" cy="1337050"/>
            </a:xfrm>
            <a:custGeom>
              <a:avLst/>
              <a:gdLst>
                <a:gd name="connsiteX0" fmla="*/ 223901 w 1617766"/>
                <a:gd name="connsiteY0" fmla="*/ 706804 h 1337050"/>
                <a:gd name="connsiteX1" fmla="*/ 0 w 1617766"/>
                <a:gd name="connsiteY1" fmla="*/ -268 h 1337050"/>
                <a:gd name="connsiteX2" fmla="*/ 240348 w 1617766"/>
                <a:gd name="connsiteY2" fmla="*/ 105333 h 1337050"/>
                <a:gd name="connsiteX3" fmla="*/ 644779 w 1617766"/>
                <a:gd name="connsiteY3" fmla="*/ 258495 h 1337050"/>
                <a:gd name="connsiteX4" fmla="*/ 1049465 w 1617766"/>
                <a:gd name="connsiteY4" fmla="*/ 454138 h 1337050"/>
                <a:gd name="connsiteX5" fmla="*/ 1368235 w 1617766"/>
                <a:gd name="connsiteY5" fmla="*/ 635621 h 1337050"/>
                <a:gd name="connsiteX6" fmla="*/ 1615885 w 1617766"/>
                <a:gd name="connsiteY6" fmla="*/ 1259127 h 1337050"/>
                <a:gd name="connsiteX7" fmla="*/ 1606487 w 1617766"/>
                <a:gd name="connsiteY7" fmla="*/ 1332978 h 1337050"/>
                <a:gd name="connsiteX8" fmla="*/ 1433957 w 1617766"/>
                <a:gd name="connsiteY8" fmla="*/ 1263128 h 1337050"/>
                <a:gd name="connsiteX9" fmla="*/ 1176719 w 1617766"/>
                <a:gd name="connsiteY9" fmla="*/ 1155622 h 1337050"/>
                <a:gd name="connsiteX10" fmla="*/ 965137 w 1617766"/>
                <a:gd name="connsiteY10" fmla="*/ 1050847 h 1337050"/>
                <a:gd name="connsiteX11" fmla="*/ 487617 w 1617766"/>
                <a:gd name="connsiteY11" fmla="*/ 821232 h 1337050"/>
                <a:gd name="connsiteX12" fmla="*/ 223901 w 1617766"/>
                <a:gd name="connsiteY12" fmla="*/ 706804 h 1337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17766" h="1337050">
                  <a:moveTo>
                    <a:pt x="223901" y="706804"/>
                  </a:moveTo>
                  <a:cubicBezTo>
                    <a:pt x="240602" y="450264"/>
                    <a:pt x="149098" y="197471"/>
                    <a:pt x="0" y="-268"/>
                  </a:cubicBezTo>
                  <a:cubicBezTo>
                    <a:pt x="80074" y="5701"/>
                    <a:pt x="166116" y="75932"/>
                    <a:pt x="240348" y="105333"/>
                  </a:cubicBezTo>
                  <a:cubicBezTo>
                    <a:pt x="373317" y="158545"/>
                    <a:pt x="513969" y="197852"/>
                    <a:pt x="644779" y="258495"/>
                  </a:cubicBezTo>
                  <a:cubicBezTo>
                    <a:pt x="781113" y="321995"/>
                    <a:pt x="911479" y="394067"/>
                    <a:pt x="1049465" y="454138"/>
                  </a:cubicBezTo>
                  <a:cubicBezTo>
                    <a:pt x="1157097" y="501064"/>
                    <a:pt x="1278065" y="557897"/>
                    <a:pt x="1368235" y="635621"/>
                  </a:cubicBezTo>
                  <a:cubicBezTo>
                    <a:pt x="1536192" y="780274"/>
                    <a:pt x="1617790" y="1038147"/>
                    <a:pt x="1615885" y="1259127"/>
                  </a:cubicBezTo>
                  <a:cubicBezTo>
                    <a:pt x="1615885" y="1276781"/>
                    <a:pt x="1624013" y="1320849"/>
                    <a:pt x="1606487" y="1332978"/>
                  </a:cubicBezTo>
                  <a:cubicBezTo>
                    <a:pt x="1574737" y="1354949"/>
                    <a:pt x="1461008" y="1275129"/>
                    <a:pt x="1433957" y="1263128"/>
                  </a:cubicBezTo>
                  <a:cubicBezTo>
                    <a:pt x="1348740" y="1225917"/>
                    <a:pt x="1261428" y="1193278"/>
                    <a:pt x="1176719" y="1155622"/>
                  </a:cubicBezTo>
                  <a:cubicBezTo>
                    <a:pt x="1104202" y="1123491"/>
                    <a:pt x="1039050" y="1080883"/>
                    <a:pt x="965137" y="1050847"/>
                  </a:cubicBezTo>
                  <a:cubicBezTo>
                    <a:pt x="801878" y="984617"/>
                    <a:pt x="644081" y="902956"/>
                    <a:pt x="487617" y="821232"/>
                  </a:cubicBezTo>
                  <a:cubicBezTo>
                    <a:pt x="458089" y="805864"/>
                    <a:pt x="243459" y="728077"/>
                    <a:pt x="223901" y="706804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6" name="任意多边形: 形状 415"/>
            <p:cNvSpPr/>
            <p:nvPr/>
          </p:nvSpPr>
          <p:spPr>
            <a:xfrm>
              <a:off x="883919" y="10689802"/>
              <a:ext cx="2223769" cy="1203747"/>
            </a:xfrm>
            <a:custGeom>
              <a:avLst/>
              <a:gdLst>
                <a:gd name="connsiteX0" fmla="*/ 16256 w 2223769"/>
                <a:gd name="connsiteY0" fmla="*/ 669825 h 1203747"/>
                <a:gd name="connsiteX1" fmla="*/ 79057 w 2223769"/>
                <a:gd name="connsiteY1" fmla="*/ 534761 h 1203747"/>
                <a:gd name="connsiteX2" fmla="*/ 182372 w 2223769"/>
                <a:gd name="connsiteY2" fmla="*/ 339371 h 1203747"/>
                <a:gd name="connsiteX3" fmla="*/ 518922 w 2223769"/>
                <a:gd name="connsiteY3" fmla="*/ 14188 h 1203747"/>
                <a:gd name="connsiteX4" fmla="*/ 655130 w 2223769"/>
                <a:gd name="connsiteY4" fmla="*/ 25427 h 1203747"/>
                <a:gd name="connsiteX5" fmla="*/ 994855 w 2223769"/>
                <a:gd name="connsiteY5" fmla="*/ 147347 h 1203747"/>
                <a:gd name="connsiteX6" fmla="*/ 1445133 w 2223769"/>
                <a:gd name="connsiteY6" fmla="*/ 323369 h 1203747"/>
                <a:gd name="connsiteX7" fmla="*/ 1882140 w 2223769"/>
                <a:gd name="connsiteY7" fmla="*/ 536094 h 1203747"/>
                <a:gd name="connsiteX8" fmla="*/ 2223770 w 2223769"/>
                <a:gd name="connsiteY8" fmla="*/ 795492 h 1203747"/>
                <a:gd name="connsiteX9" fmla="*/ 1987233 w 2223769"/>
                <a:gd name="connsiteY9" fmla="*/ 849848 h 1203747"/>
                <a:gd name="connsiteX10" fmla="*/ 1685163 w 2223769"/>
                <a:gd name="connsiteY10" fmla="*/ 976848 h 1203747"/>
                <a:gd name="connsiteX11" fmla="*/ 1297813 w 2223769"/>
                <a:gd name="connsiteY11" fmla="*/ 1203480 h 1203747"/>
                <a:gd name="connsiteX12" fmla="*/ 923163 w 2223769"/>
                <a:gd name="connsiteY12" fmla="*/ 1096228 h 1203747"/>
                <a:gd name="connsiteX13" fmla="*/ 385635 w 2223769"/>
                <a:gd name="connsiteY13" fmla="*/ 943828 h 1203747"/>
                <a:gd name="connsiteX14" fmla="*/ 0 w 2223769"/>
                <a:gd name="connsiteY14" fmla="*/ 751677 h 1203747"/>
                <a:gd name="connsiteX15" fmla="*/ 16256 w 2223769"/>
                <a:gd name="connsiteY15" fmla="*/ 669825 h 1203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223769" h="1203747">
                  <a:moveTo>
                    <a:pt x="16256" y="669825"/>
                  </a:moveTo>
                  <a:cubicBezTo>
                    <a:pt x="44387" y="639599"/>
                    <a:pt x="59944" y="574575"/>
                    <a:pt x="79057" y="534761"/>
                  </a:cubicBezTo>
                  <a:cubicBezTo>
                    <a:pt x="111189" y="467959"/>
                    <a:pt x="144082" y="403062"/>
                    <a:pt x="182372" y="339371"/>
                  </a:cubicBezTo>
                  <a:cubicBezTo>
                    <a:pt x="260985" y="208498"/>
                    <a:pt x="380175" y="82133"/>
                    <a:pt x="518922" y="14188"/>
                  </a:cubicBezTo>
                  <a:cubicBezTo>
                    <a:pt x="577406" y="-14387"/>
                    <a:pt x="597408" y="4790"/>
                    <a:pt x="655130" y="25427"/>
                  </a:cubicBezTo>
                  <a:cubicBezTo>
                    <a:pt x="768413" y="65940"/>
                    <a:pt x="883730" y="101627"/>
                    <a:pt x="994855" y="147347"/>
                  </a:cubicBezTo>
                  <a:cubicBezTo>
                    <a:pt x="1143825" y="208688"/>
                    <a:pt x="1296353" y="260314"/>
                    <a:pt x="1445133" y="323369"/>
                  </a:cubicBezTo>
                  <a:cubicBezTo>
                    <a:pt x="1594771" y="385822"/>
                    <a:pt x="1740681" y="456846"/>
                    <a:pt x="1882140" y="536094"/>
                  </a:cubicBezTo>
                  <a:cubicBezTo>
                    <a:pt x="2011680" y="609310"/>
                    <a:pt x="2125980" y="684430"/>
                    <a:pt x="2223770" y="795492"/>
                  </a:cubicBezTo>
                  <a:cubicBezTo>
                    <a:pt x="2146554" y="822352"/>
                    <a:pt x="2065020" y="823876"/>
                    <a:pt x="1987233" y="849848"/>
                  </a:cubicBezTo>
                  <a:cubicBezTo>
                    <a:pt x="1882712" y="884646"/>
                    <a:pt x="1785049" y="930683"/>
                    <a:pt x="1685163" y="976848"/>
                  </a:cubicBezTo>
                  <a:cubicBezTo>
                    <a:pt x="1556004" y="1036474"/>
                    <a:pt x="1404366" y="1108102"/>
                    <a:pt x="1297813" y="1203480"/>
                  </a:cubicBezTo>
                  <a:cubicBezTo>
                    <a:pt x="1185228" y="1141821"/>
                    <a:pt x="1046861" y="1128041"/>
                    <a:pt x="923163" y="1096228"/>
                  </a:cubicBezTo>
                  <a:cubicBezTo>
                    <a:pt x="742233" y="1049873"/>
                    <a:pt x="563055" y="999073"/>
                    <a:pt x="385635" y="943828"/>
                  </a:cubicBezTo>
                  <a:cubicBezTo>
                    <a:pt x="247460" y="900902"/>
                    <a:pt x="120523" y="826099"/>
                    <a:pt x="0" y="751677"/>
                  </a:cubicBezTo>
                  <a:cubicBezTo>
                    <a:pt x="6985" y="730341"/>
                    <a:pt x="23432" y="701004"/>
                    <a:pt x="16256" y="669825"/>
                  </a:cubicBezTo>
                  <a:close/>
                </a:path>
              </a:pathLst>
            </a:custGeom>
            <a:solidFill>
              <a:srgbClr val="FFFDFA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7" name="任意多边形: 形状 416"/>
            <p:cNvSpPr/>
            <p:nvPr/>
          </p:nvSpPr>
          <p:spPr>
            <a:xfrm>
              <a:off x="898080" y="10765663"/>
              <a:ext cx="2151951" cy="1209319"/>
            </a:xfrm>
            <a:custGeom>
              <a:avLst/>
              <a:gdLst>
                <a:gd name="connsiteX0" fmla="*/ 0 w 2151951"/>
                <a:gd name="connsiteY0" fmla="*/ 645717 h 1209319"/>
                <a:gd name="connsiteX1" fmla="*/ 178245 w 2151951"/>
                <a:gd name="connsiteY1" fmla="*/ 351395 h 1209319"/>
                <a:gd name="connsiteX2" fmla="*/ 508127 w 2151951"/>
                <a:gd name="connsiteY2" fmla="*/ 35673 h 1209319"/>
                <a:gd name="connsiteX3" fmla="*/ 613220 w 2151951"/>
                <a:gd name="connsiteY3" fmla="*/ 3288 h 1209319"/>
                <a:gd name="connsiteX4" fmla="*/ 887667 w 2151951"/>
                <a:gd name="connsiteY4" fmla="*/ 91680 h 1209319"/>
                <a:gd name="connsiteX5" fmla="*/ 1694688 w 2151951"/>
                <a:gd name="connsiteY5" fmla="*/ 440930 h 1209319"/>
                <a:gd name="connsiteX6" fmla="*/ 2030540 w 2151951"/>
                <a:gd name="connsiteY6" fmla="*/ 669530 h 1209319"/>
                <a:gd name="connsiteX7" fmla="*/ 2151952 w 2151951"/>
                <a:gd name="connsiteY7" fmla="*/ 797609 h 1209319"/>
                <a:gd name="connsiteX8" fmla="*/ 1606741 w 2151951"/>
                <a:gd name="connsiteY8" fmla="*/ 973822 h 1209319"/>
                <a:gd name="connsiteX9" fmla="*/ 1428941 w 2151951"/>
                <a:gd name="connsiteY9" fmla="*/ 1118665 h 1209319"/>
                <a:gd name="connsiteX10" fmla="*/ 1330960 w 2151951"/>
                <a:gd name="connsiteY10" fmla="*/ 1208010 h 1209319"/>
                <a:gd name="connsiteX11" fmla="*/ 1242060 w 2151951"/>
                <a:gd name="connsiteY11" fmla="*/ 1178800 h 1209319"/>
                <a:gd name="connsiteX12" fmla="*/ 1017842 w 2151951"/>
                <a:gd name="connsiteY12" fmla="*/ 1118348 h 1209319"/>
                <a:gd name="connsiteX13" fmla="*/ 704342 w 2151951"/>
                <a:gd name="connsiteY13" fmla="*/ 1014526 h 1209319"/>
                <a:gd name="connsiteX14" fmla="*/ 205169 w 2151951"/>
                <a:gd name="connsiteY14" fmla="*/ 803451 h 1209319"/>
                <a:gd name="connsiteX15" fmla="*/ 58357 w 2151951"/>
                <a:gd name="connsiteY15" fmla="*/ 717917 h 1209319"/>
                <a:gd name="connsiteX16" fmla="*/ 0 w 2151951"/>
                <a:gd name="connsiteY16" fmla="*/ 645717 h 1209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151951" h="1209319">
                  <a:moveTo>
                    <a:pt x="0" y="645717"/>
                  </a:moveTo>
                  <a:cubicBezTo>
                    <a:pt x="33147" y="541323"/>
                    <a:pt x="108966" y="435850"/>
                    <a:pt x="178245" y="351395"/>
                  </a:cubicBezTo>
                  <a:cubicBezTo>
                    <a:pt x="275971" y="232078"/>
                    <a:pt x="382524" y="124573"/>
                    <a:pt x="508127" y="35673"/>
                  </a:cubicBezTo>
                  <a:cubicBezTo>
                    <a:pt x="548958" y="6907"/>
                    <a:pt x="566420" y="-7444"/>
                    <a:pt x="613220" y="3288"/>
                  </a:cubicBezTo>
                  <a:cubicBezTo>
                    <a:pt x="706857" y="25576"/>
                    <a:pt x="798620" y="55129"/>
                    <a:pt x="887667" y="91680"/>
                  </a:cubicBezTo>
                  <a:cubicBezTo>
                    <a:pt x="1160018" y="201090"/>
                    <a:pt x="1438847" y="290308"/>
                    <a:pt x="1694688" y="440930"/>
                  </a:cubicBezTo>
                  <a:cubicBezTo>
                    <a:pt x="1811369" y="509942"/>
                    <a:pt x="1923542" y="586294"/>
                    <a:pt x="2030540" y="669530"/>
                  </a:cubicBezTo>
                  <a:cubicBezTo>
                    <a:pt x="2078736" y="706804"/>
                    <a:pt x="2110232" y="753477"/>
                    <a:pt x="2151952" y="797609"/>
                  </a:cubicBezTo>
                  <a:cubicBezTo>
                    <a:pt x="1972628" y="796593"/>
                    <a:pt x="1752283" y="857744"/>
                    <a:pt x="1606741" y="973822"/>
                  </a:cubicBezTo>
                  <a:cubicBezTo>
                    <a:pt x="1546924" y="1021574"/>
                    <a:pt x="1489139" y="1071104"/>
                    <a:pt x="1428941" y="1118665"/>
                  </a:cubicBezTo>
                  <a:cubicBezTo>
                    <a:pt x="1401445" y="1140573"/>
                    <a:pt x="1361885" y="1199501"/>
                    <a:pt x="1330960" y="1208010"/>
                  </a:cubicBezTo>
                  <a:cubicBezTo>
                    <a:pt x="1306195" y="1214804"/>
                    <a:pt x="1263333" y="1186420"/>
                    <a:pt x="1242060" y="1178800"/>
                  </a:cubicBezTo>
                  <a:cubicBezTo>
                    <a:pt x="1169035" y="1152384"/>
                    <a:pt x="1092899" y="1137652"/>
                    <a:pt x="1017842" y="1118348"/>
                  </a:cubicBezTo>
                  <a:cubicBezTo>
                    <a:pt x="910463" y="1090789"/>
                    <a:pt x="807974" y="1052181"/>
                    <a:pt x="704342" y="1014526"/>
                  </a:cubicBezTo>
                  <a:cubicBezTo>
                    <a:pt x="532892" y="952105"/>
                    <a:pt x="370015" y="881176"/>
                    <a:pt x="205169" y="803451"/>
                  </a:cubicBezTo>
                  <a:cubicBezTo>
                    <a:pt x="153226" y="778940"/>
                    <a:pt x="106490" y="748143"/>
                    <a:pt x="58357" y="717917"/>
                  </a:cubicBezTo>
                  <a:cubicBezTo>
                    <a:pt x="39942" y="706423"/>
                    <a:pt x="3620" y="693533"/>
                    <a:pt x="0" y="645717"/>
                  </a:cubicBezTo>
                  <a:close/>
                </a:path>
              </a:pathLst>
            </a:custGeom>
            <a:solidFill>
              <a:srgbClr val="FFF4E8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8" name="任意多边形: 形状 417"/>
            <p:cNvSpPr/>
            <p:nvPr/>
          </p:nvSpPr>
          <p:spPr>
            <a:xfrm>
              <a:off x="863600" y="10892642"/>
              <a:ext cx="2197707" cy="1169480"/>
            </a:xfrm>
            <a:custGeom>
              <a:avLst/>
              <a:gdLst>
                <a:gd name="connsiteX0" fmla="*/ 261938 w 2197707"/>
                <a:gd name="connsiteY0" fmla="*/ 252038 h 1169480"/>
                <a:gd name="connsiteX1" fmla="*/ 11874 w 2197707"/>
                <a:gd name="connsiteY1" fmla="*/ 520198 h 1169480"/>
                <a:gd name="connsiteX2" fmla="*/ 0 w 2197707"/>
                <a:gd name="connsiteY2" fmla="*/ 559886 h 1169480"/>
                <a:gd name="connsiteX3" fmla="*/ 1064959 w 2197707"/>
                <a:gd name="connsiteY3" fmla="*/ 1022357 h 1169480"/>
                <a:gd name="connsiteX4" fmla="*/ 1329182 w 2197707"/>
                <a:gd name="connsiteY4" fmla="*/ 1122560 h 1169480"/>
                <a:gd name="connsiteX5" fmla="*/ 1487424 w 2197707"/>
                <a:gd name="connsiteY5" fmla="*/ 1147515 h 1169480"/>
                <a:gd name="connsiteX6" fmla="*/ 1548638 w 2197707"/>
                <a:gd name="connsiteY6" fmla="*/ 1070871 h 1169480"/>
                <a:gd name="connsiteX7" fmla="*/ 1609725 w 2197707"/>
                <a:gd name="connsiteY7" fmla="*/ 1001021 h 1169480"/>
                <a:gd name="connsiteX8" fmla="*/ 1986089 w 2197707"/>
                <a:gd name="connsiteY8" fmla="*/ 845191 h 1169480"/>
                <a:gd name="connsiteX9" fmla="*/ 1988884 w 2197707"/>
                <a:gd name="connsiteY9" fmla="*/ 844684 h 1169480"/>
                <a:gd name="connsiteX10" fmla="*/ 2185734 w 2197707"/>
                <a:gd name="connsiteY10" fmla="*/ 833127 h 1169480"/>
                <a:gd name="connsiteX11" fmla="*/ 2197481 w 2197707"/>
                <a:gd name="connsiteY11" fmla="*/ 793439 h 1169480"/>
                <a:gd name="connsiteX12" fmla="*/ 1050290 w 2197707"/>
                <a:gd name="connsiteY12" fmla="*/ 88589 h 1169480"/>
                <a:gd name="connsiteX13" fmla="*/ 648652 w 2197707"/>
                <a:gd name="connsiteY13" fmla="*/ 9023 h 1169480"/>
                <a:gd name="connsiteX14" fmla="*/ 261938 w 2197707"/>
                <a:gd name="connsiteY14" fmla="*/ 252038 h 1169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7707" h="1169480">
                  <a:moveTo>
                    <a:pt x="261938" y="252038"/>
                  </a:moveTo>
                  <a:cubicBezTo>
                    <a:pt x="181801" y="327413"/>
                    <a:pt x="55880" y="419170"/>
                    <a:pt x="11874" y="520198"/>
                  </a:cubicBezTo>
                  <a:lnTo>
                    <a:pt x="0" y="559886"/>
                  </a:lnTo>
                  <a:cubicBezTo>
                    <a:pt x="233172" y="666312"/>
                    <a:pt x="835533" y="905834"/>
                    <a:pt x="1064959" y="1022357"/>
                  </a:cubicBezTo>
                  <a:cubicBezTo>
                    <a:pt x="1150048" y="1065663"/>
                    <a:pt x="1242759" y="1083189"/>
                    <a:pt x="1329182" y="1122560"/>
                  </a:cubicBezTo>
                  <a:cubicBezTo>
                    <a:pt x="1384872" y="1147960"/>
                    <a:pt x="1426845" y="1197998"/>
                    <a:pt x="1487424" y="1147515"/>
                  </a:cubicBezTo>
                  <a:cubicBezTo>
                    <a:pt x="1512443" y="1126687"/>
                    <a:pt x="1529652" y="1097668"/>
                    <a:pt x="1548638" y="1070871"/>
                  </a:cubicBezTo>
                  <a:cubicBezTo>
                    <a:pt x="1566761" y="1045725"/>
                    <a:pt x="1587214" y="1022357"/>
                    <a:pt x="1609725" y="1001021"/>
                  </a:cubicBezTo>
                  <a:cubicBezTo>
                    <a:pt x="1701165" y="913645"/>
                    <a:pt x="1846326" y="865829"/>
                    <a:pt x="1986089" y="845191"/>
                  </a:cubicBezTo>
                  <a:cubicBezTo>
                    <a:pt x="1986985" y="844855"/>
                    <a:pt x="1987931" y="844684"/>
                    <a:pt x="1988884" y="844684"/>
                  </a:cubicBezTo>
                  <a:cubicBezTo>
                    <a:pt x="2053457" y="830314"/>
                    <a:pt x="2119922" y="826415"/>
                    <a:pt x="2185734" y="833127"/>
                  </a:cubicBezTo>
                  <a:cubicBezTo>
                    <a:pt x="2200339" y="833508"/>
                    <a:pt x="2197481" y="793439"/>
                    <a:pt x="2197481" y="793439"/>
                  </a:cubicBezTo>
                  <a:cubicBezTo>
                    <a:pt x="1860360" y="519564"/>
                    <a:pt x="1479931" y="208159"/>
                    <a:pt x="1050290" y="88589"/>
                  </a:cubicBezTo>
                  <a:cubicBezTo>
                    <a:pt x="935990" y="56839"/>
                    <a:pt x="762191" y="-28315"/>
                    <a:pt x="648652" y="9023"/>
                  </a:cubicBezTo>
                  <a:cubicBezTo>
                    <a:pt x="648843" y="9023"/>
                    <a:pt x="361315" y="158439"/>
                    <a:pt x="261938" y="252038"/>
                  </a:cubicBezTo>
                  <a:close/>
                </a:path>
              </a:pathLst>
            </a:custGeom>
            <a:solidFill>
              <a:srgbClr val="FFEBD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19" name="任意多边形: 形状 418"/>
            <p:cNvSpPr/>
            <p:nvPr/>
          </p:nvSpPr>
          <p:spPr>
            <a:xfrm>
              <a:off x="863663" y="10932438"/>
              <a:ext cx="2185733" cy="1180407"/>
            </a:xfrm>
            <a:custGeom>
              <a:avLst/>
              <a:gdLst>
                <a:gd name="connsiteX0" fmla="*/ 250000 w 2185733"/>
                <a:gd name="connsiteY0" fmla="*/ 251802 h 1180407"/>
                <a:gd name="connsiteX1" fmla="*/ 0 w 2185733"/>
                <a:gd name="connsiteY1" fmla="*/ 520090 h 1180407"/>
                <a:gd name="connsiteX2" fmla="*/ 350139 w 2185733"/>
                <a:gd name="connsiteY2" fmla="*/ 739292 h 1180407"/>
                <a:gd name="connsiteX3" fmla="*/ 1040194 w 2185733"/>
                <a:gd name="connsiteY3" fmla="*/ 1049743 h 1180407"/>
                <a:gd name="connsiteX4" fmla="*/ 1306386 w 2185733"/>
                <a:gd name="connsiteY4" fmla="*/ 1155916 h 1180407"/>
                <a:gd name="connsiteX5" fmla="*/ 1475486 w 2185733"/>
                <a:gd name="connsiteY5" fmla="*/ 1147533 h 1180407"/>
                <a:gd name="connsiteX6" fmla="*/ 1536827 w 2185733"/>
                <a:gd name="connsiteY6" fmla="*/ 1070825 h 1180407"/>
                <a:gd name="connsiteX7" fmla="*/ 1597914 w 2185733"/>
                <a:gd name="connsiteY7" fmla="*/ 1000975 h 1180407"/>
                <a:gd name="connsiteX8" fmla="*/ 1986090 w 2185733"/>
                <a:gd name="connsiteY8" fmla="*/ 805459 h 1180407"/>
                <a:gd name="connsiteX9" fmla="*/ 1988884 w 2185733"/>
                <a:gd name="connsiteY9" fmla="*/ 804951 h 1180407"/>
                <a:gd name="connsiteX10" fmla="*/ 2185734 w 2185733"/>
                <a:gd name="connsiteY10" fmla="*/ 793394 h 1180407"/>
                <a:gd name="connsiteX11" fmla="*/ 1038543 w 2185733"/>
                <a:gd name="connsiteY11" fmla="*/ 88544 h 1180407"/>
                <a:gd name="connsiteX12" fmla="*/ 636905 w 2185733"/>
                <a:gd name="connsiteY12" fmla="*/ 8978 h 1180407"/>
                <a:gd name="connsiteX13" fmla="*/ 250000 w 2185733"/>
                <a:gd name="connsiteY13" fmla="*/ 251802 h 11804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5733" h="1180407">
                  <a:moveTo>
                    <a:pt x="250000" y="251802"/>
                  </a:moveTo>
                  <a:cubicBezTo>
                    <a:pt x="169926" y="327304"/>
                    <a:pt x="43942" y="418871"/>
                    <a:pt x="0" y="520090"/>
                  </a:cubicBezTo>
                  <a:cubicBezTo>
                    <a:pt x="103378" y="600544"/>
                    <a:pt x="231140" y="685190"/>
                    <a:pt x="350139" y="739292"/>
                  </a:cubicBezTo>
                  <a:cubicBezTo>
                    <a:pt x="583438" y="845654"/>
                    <a:pt x="810768" y="933221"/>
                    <a:pt x="1040194" y="1049743"/>
                  </a:cubicBezTo>
                  <a:cubicBezTo>
                    <a:pt x="1125284" y="1093050"/>
                    <a:pt x="1220153" y="1116545"/>
                    <a:pt x="1306386" y="1155916"/>
                  </a:cubicBezTo>
                  <a:cubicBezTo>
                    <a:pt x="1362012" y="1181316"/>
                    <a:pt x="1414971" y="1197698"/>
                    <a:pt x="1475486" y="1147533"/>
                  </a:cubicBezTo>
                  <a:cubicBezTo>
                    <a:pt x="1500886" y="1126579"/>
                    <a:pt x="1517841" y="1097622"/>
                    <a:pt x="1536827" y="1070825"/>
                  </a:cubicBezTo>
                  <a:cubicBezTo>
                    <a:pt x="1554906" y="1045616"/>
                    <a:pt x="1575359" y="1022248"/>
                    <a:pt x="1597914" y="1000975"/>
                  </a:cubicBezTo>
                  <a:cubicBezTo>
                    <a:pt x="1697546" y="906043"/>
                    <a:pt x="1844421" y="835177"/>
                    <a:pt x="1986090" y="805459"/>
                  </a:cubicBezTo>
                  <a:cubicBezTo>
                    <a:pt x="1986985" y="805122"/>
                    <a:pt x="1987931" y="804951"/>
                    <a:pt x="1988884" y="804951"/>
                  </a:cubicBezTo>
                  <a:cubicBezTo>
                    <a:pt x="2053457" y="790580"/>
                    <a:pt x="2119922" y="786682"/>
                    <a:pt x="2185734" y="793394"/>
                  </a:cubicBezTo>
                  <a:cubicBezTo>
                    <a:pt x="1848549" y="519582"/>
                    <a:pt x="1468184" y="208114"/>
                    <a:pt x="1038543" y="88544"/>
                  </a:cubicBezTo>
                  <a:cubicBezTo>
                    <a:pt x="924243" y="56794"/>
                    <a:pt x="750253" y="-28233"/>
                    <a:pt x="636905" y="8978"/>
                  </a:cubicBezTo>
                  <a:cubicBezTo>
                    <a:pt x="637032" y="8915"/>
                    <a:pt x="349187" y="158330"/>
                    <a:pt x="250000" y="251802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0" name="任意多边形: 形状 419"/>
            <p:cNvSpPr/>
            <p:nvPr/>
          </p:nvSpPr>
          <p:spPr>
            <a:xfrm>
              <a:off x="903801" y="10961549"/>
              <a:ext cx="2072062" cy="1124530"/>
            </a:xfrm>
            <a:custGeom>
              <a:avLst/>
              <a:gdLst>
                <a:gd name="connsiteX0" fmla="*/ 248 w 2072062"/>
                <a:gd name="connsiteY0" fmla="*/ 486407 h 1124530"/>
                <a:gd name="connsiteX1" fmla="*/ 5900 w 2072062"/>
                <a:gd name="connsiteY1" fmla="*/ 465262 h 1124530"/>
                <a:gd name="connsiteX2" fmla="*/ 5900 w 2072062"/>
                <a:gd name="connsiteY2" fmla="*/ 465262 h 1124530"/>
                <a:gd name="connsiteX3" fmla="*/ 605530 w 2072062"/>
                <a:gd name="connsiteY3" fmla="*/ 1712 h 1124530"/>
                <a:gd name="connsiteX4" fmla="*/ 965575 w 2072062"/>
                <a:gd name="connsiteY4" fmla="*/ 74356 h 1124530"/>
                <a:gd name="connsiteX5" fmla="*/ 1000754 w 2072062"/>
                <a:gd name="connsiteY5" fmla="*/ 84262 h 1124530"/>
                <a:gd name="connsiteX6" fmla="*/ 2072063 w 2072062"/>
                <a:gd name="connsiteY6" fmla="*/ 735137 h 1124530"/>
                <a:gd name="connsiteX7" fmla="*/ 2069967 w 2072062"/>
                <a:gd name="connsiteY7" fmla="*/ 739391 h 1124530"/>
                <a:gd name="connsiteX8" fmla="*/ 2024692 w 2072062"/>
                <a:gd name="connsiteY8" fmla="*/ 734311 h 1124530"/>
                <a:gd name="connsiteX9" fmla="*/ 1532059 w 2072062"/>
                <a:gd name="connsiteY9" fmla="*/ 953831 h 1124530"/>
                <a:gd name="connsiteX10" fmla="*/ 1474464 w 2072062"/>
                <a:gd name="connsiteY10" fmla="*/ 1019554 h 1124530"/>
                <a:gd name="connsiteX11" fmla="*/ 1463923 w 2072062"/>
                <a:gd name="connsiteY11" fmla="*/ 1034730 h 1124530"/>
                <a:gd name="connsiteX12" fmla="*/ 1415854 w 2072062"/>
                <a:gd name="connsiteY12" fmla="*/ 1092832 h 1124530"/>
                <a:gd name="connsiteX13" fmla="*/ 1253040 w 2072062"/>
                <a:gd name="connsiteY13" fmla="*/ 1101151 h 1124530"/>
                <a:gd name="connsiteX14" fmla="*/ 1139756 w 2072062"/>
                <a:gd name="connsiteY14" fmla="*/ 1056701 h 1124530"/>
                <a:gd name="connsiteX15" fmla="*/ 1000500 w 2072062"/>
                <a:gd name="connsiteY15" fmla="*/ 1000059 h 1124530"/>
                <a:gd name="connsiteX16" fmla="*/ 587242 w 2072062"/>
                <a:gd name="connsiteY16" fmla="*/ 811464 h 1124530"/>
                <a:gd name="connsiteX17" fmla="*/ 345942 w 2072062"/>
                <a:gd name="connsiteY17" fmla="*/ 705673 h 1124530"/>
                <a:gd name="connsiteX18" fmla="*/ 10726 w 2072062"/>
                <a:gd name="connsiteY18" fmla="*/ 504505 h 1124530"/>
                <a:gd name="connsiteX19" fmla="*/ 4376 w 2072062"/>
                <a:gd name="connsiteY19" fmla="*/ 497329 h 1124530"/>
                <a:gd name="connsiteX20" fmla="*/ 248 w 2072062"/>
                <a:gd name="connsiteY20" fmla="*/ 486407 h 1124530"/>
                <a:gd name="connsiteX21" fmla="*/ 999421 w 2072062"/>
                <a:gd name="connsiteY21" fmla="*/ 89088 h 1124530"/>
                <a:gd name="connsiteX22" fmla="*/ 964305 w 2072062"/>
                <a:gd name="connsiteY22" fmla="*/ 79182 h 1124530"/>
                <a:gd name="connsiteX23" fmla="*/ 606800 w 2072062"/>
                <a:gd name="connsiteY23" fmla="*/ 6474 h 1124530"/>
                <a:gd name="connsiteX24" fmla="*/ 9519 w 2072062"/>
                <a:gd name="connsiteY24" fmla="*/ 468183 h 1124530"/>
                <a:gd name="connsiteX25" fmla="*/ 7678 w 2072062"/>
                <a:gd name="connsiteY25" fmla="*/ 466722 h 1124530"/>
                <a:gd name="connsiteX26" fmla="*/ 9519 w 2072062"/>
                <a:gd name="connsiteY26" fmla="*/ 468183 h 1124530"/>
                <a:gd name="connsiteX27" fmla="*/ 4884 w 2072062"/>
                <a:gd name="connsiteY27" fmla="*/ 485709 h 1124530"/>
                <a:gd name="connsiteX28" fmla="*/ 13710 w 2072062"/>
                <a:gd name="connsiteY28" fmla="*/ 501139 h 1124530"/>
                <a:gd name="connsiteX29" fmla="*/ 348101 w 2072062"/>
                <a:gd name="connsiteY29" fmla="*/ 701799 h 1124530"/>
                <a:gd name="connsiteX30" fmla="*/ 589084 w 2072062"/>
                <a:gd name="connsiteY30" fmla="*/ 807590 h 1124530"/>
                <a:gd name="connsiteX31" fmla="*/ 1002596 w 2072062"/>
                <a:gd name="connsiteY31" fmla="*/ 996249 h 1124530"/>
                <a:gd name="connsiteX32" fmla="*/ 1141407 w 2072062"/>
                <a:gd name="connsiteY32" fmla="*/ 1052637 h 1124530"/>
                <a:gd name="connsiteX33" fmla="*/ 1255008 w 2072062"/>
                <a:gd name="connsiteY33" fmla="*/ 1097087 h 1124530"/>
                <a:gd name="connsiteX34" fmla="*/ 1412996 w 2072062"/>
                <a:gd name="connsiteY34" fmla="*/ 1089404 h 1124530"/>
                <a:gd name="connsiteX35" fmla="*/ 1460177 w 2072062"/>
                <a:gd name="connsiteY35" fmla="*/ 1032254 h 1124530"/>
                <a:gd name="connsiteX36" fmla="*/ 1470718 w 2072062"/>
                <a:gd name="connsiteY36" fmla="*/ 1016950 h 1124530"/>
                <a:gd name="connsiteX37" fmla="*/ 1528947 w 2072062"/>
                <a:gd name="connsiteY37" fmla="*/ 950529 h 1124530"/>
                <a:gd name="connsiteX38" fmla="*/ 2024247 w 2072062"/>
                <a:gd name="connsiteY38" fmla="*/ 729676 h 1124530"/>
                <a:gd name="connsiteX39" fmla="*/ 2060950 w 2072062"/>
                <a:gd name="connsiteY39" fmla="*/ 732724 h 1124530"/>
                <a:gd name="connsiteX40" fmla="*/ 999421 w 2072062"/>
                <a:gd name="connsiteY40" fmla="*/ 89088 h 1124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072062" h="1124530">
                  <a:moveTo>
                    <a:pt x="248" y="486407"/>
                  </a:moveTo>
                  <a:cubicBezTo>
                    <a:pt x="-749" y="478889"/>
                    <a:pt x="1283" y="471282"/>
                    <a:pt x="5900" y="465262"/>
                  </a:cubicBezTo>
                  <a:lnTo>
                    <a:pt x="5900" y="465262"/>
                  </a:lnTo>
                  <a:cubicBezTo>
                    <a:pt x="243898" y="150937"/>
                    <a:pt x="601593" y="3426"/>
                    <a:pt x="605530" y="1712"/>
                  </a:cubicBezTo>
                  <a:cubicBezTo>
                    <a:pt x="663633" y="-10988"/>
                    <a:pt x="845370" y="40256"/>
                    <a:pt x="965575" y="74356"/>
                  </a:cubicBezTo>
                  <a:lnTo>
                    <a:pt x="1000754" y="84262"/>
                  </a:lnTo>
                  <a:cubicBezTo>
                    <a:pt x="1376230" y="189037"/>
                    <a:pt x="1721733" y="452117"/>
                    <a:pt x="2072063" y="735137"/>
                  </a:cubicBezTo>
                  <a:lnTo>
                    <a:pt x="2069967" y="739391"/>
                  </a:lnTo>
                  <a:cubicBezTo>
                    <a:pt x="2055165" y="735689"/>
                    <a:pt x="2039944" y="733981"/>
                    <a:pt x="2024692" y="734311"/>
                  </a:cubicBezTo>
                  <a:cubicBezTo>
                    <a:pt x="1934141" y="740090"/>
                    <a:pt x="1625086" y="865185"/>
                    <a:pt x="1532059" y="953831"/>
                  </a:cubicBezTo>
                  <a:cubicBezTo>
                    <a:pt x="1510793" y="973834"/>
                    <a:pt x="1491508" y="995868"/>
                    <a:pt x="1474464" y="1019554"/>
                  </a:cubicBezTo>
                  <a:cubicBezTo>
                    <a:pt x="1470908" y="1024570"/>
                    <a:pt x="1467416" y="1029650"/>
                    <a:pt x="1463923" y="1034730"/>
                  </a:cubicBezTo>
                  <a:cubicBezTo>
                    <a:pt x="1449826" y="1055368"/>
                    <a:pt x="1435285" y="1076640"/>
                    <a:pt x="1415854" y="1092832"/>
                  </a:cubicBezTo>
                  <a:cubicBezTo>
                    <a:pt x="1356164" y="1142299"/>
                    <a:pt x="1302697" y="1124074"/>
                    <a:pt x="1253040" y="1101151"/>
                  </a:cubicBezTo>
                  <a:cubicBezTo>
                    <a:pt x="1216400" y="1084450"/>
                    <a:pt x="1177475" y="1070481"/>
                    <a:pt x="1139756" y="1056701"/>
                  </a:cubicBezTo>
                  <a:cubicBezTo>
                    <a:pt x="1092201" y="1040762"/>
                    <a:pt x="1045687" y="1021840"/>
                    <a:pt x="1000500" y="1000059"/>
                  </a:cubicBezTo>
                  <a:cubicBezTo>
                    <a:pt x="862642" y="930209"/>
                    <a:pt x="722624" y="869757"/>
                    <a:pt x="587242" y="811464"/>
                  </a:cubicBezTo>
                  <a:cubicBezTo>
                    <a:pt x="508502" y="777618"/>
                    <a:pt x="427159" y="742566"/>
                    <a:pt x="345942" y="705673"/>
                  </a:cubicBezTo>
                  <a:cubicBezTo>
                    <a:pt x="242310" y="658302"/>
                    <a:pt x="110992" y="579371"/>
                    <a:pt x="10726" y="504505"/>
                  </a:cubicBezTo>
                  <a:cubicBezTo>
                    <a:pt x="8205" y="502505"/>
                    <a:pt x="6052" y="500079"/>
                    <a:pt x="4376" y="497329"/>
                  </a:cubicBezTo>
                  <a:cubicBezTo>
                    <a:pt x="2274" y="494008"/>
                    <a:pt x="870" y="490294"/>
                    <a:pt x="248" y="486407"/>
                  </a:cubicBezTo>
                  <a:close/>
                  <a:moveTo>
                    <a:pt x="999421" y="89088"/>
                  </a:moveTo>
                  <a:lnTo>
                    <a:pt x="964305" y="79182"/>
                  </a:lnTo>
                  <a:cubicBezTo>
                    <a:pt x="851783" y="47432"/>
                    <a:pt x="663442" y="-6035"/>
                    <a:pt x="606800" y="6474"/>
                  </a:cubicBezTo>
                  <a:cubicBezTo>
                    <a:pt x="603244" y="7935"/>
                    <a:pt x="246755" y="154937"/>
                    <a:pt x="9519" y="468183"/>
                  </a:cubicBezTo>
                  <a:lnTo>
                    <a:pt x="7678" y="466722"/>
                  </a:lnTo>
                  <a:lnTo>
                    <a:pt x="9519" y="468183"/>
                  </a:lnTo>
                  <a:cubicBezTo>
                    <a:pt x="5728" y="473187"/>
                    <a:pt x="4064" y="479486"/>
                    <a:pt x="4884" y="485709"/>
                  </a:cubicBezTo>
                  <a:cubicBezTo>
                    <a:pt x="5639" y="491830"/>
                    <a:pt x="8821" y="497387"/>
                    <a:pt x="13710" y="501139"/>
                  </a:cubicBezTo>
                  <a:cubicBezTo>
                    <a:pt x="113532" y="575815"/>
                    <a:pt x="244723" y="654555"/>
                    <a:pt x="348101" y="701799"/>
                  </a:cubicBezTo>
                  <a:cubicBezTo>
                    <a:pt x="429064" y="738693"/>
                    <a:pt x="510407" y="773681"/>
                    <a:pt x="589084" y="807590"/>
                  </a:cubicBezTo>
                  <a:cubicBezTo>
                    <a:pt x="724529" y="865884"/>
                    <a:pt x="864610" y="926145"/>
                    <a:pt x="1002596" y="996249"/>
                  </a:cubicBezTo>
                  <a:cubicBezTo>
                    <a:pt x="1047636" y="1017966"/>
                    <a:pt x="1093998" y="1036762"/>
                    <a:pt x="1141407" y="1052637"/>
                  </a:cubicBezTo>
                  <a:cubicBezTo>
                    <a:pt x="1179126" y="1066162"/>
                    <a:pt x="1218178" y="1080132"/>
                    <a:pt x="1255008" y="1097087"/>
                  </a:cubicBezTo>
                  <a:cubicBezTo>
                    <a:pt x="1305300" y="1120328"/>
                    <a:pt x="1355275" y="1137219"/>
                    <a:pt x="1412996" y="1089404"/>
                  </a:cubicBezTo>
                  <a:cubicBezTo>
                    <a:pt x="1432046" y="1073719"/>
                    <a:pt x="1446270" y="1052700"/>
                    <a:pt x="1460177" y="1032254"/>
                  </a:cubicBezTo>
                  <a:cubicBezTo>
                    <a:pt x="1463669" y="1027110"/>
                    <a:pt x="1467162" y="1022030"/>
                    <a:pt x="1470718" y="1016950"/>
                  </a:cubicBezTo>
                  <a:cubicBezTo>
                    <a:pt x="1487920" y="992947"/>
                    <a:pt x="1507421" y="970722"/>
                    <a:pt x="1528947" y="950529"/>
                  </a:cubicBezTo>
                  <a:cubicBezTo>
                    <a:pt x="1624705" y="859279"/>
                    <a:pt x="1931029" y="735645"/>
                    <a:pt x="2024247" y="729676"/>
                  </a:cubicBezTo>
                  <a:cubicBezTo>
                    <a:pt x="2036560" y="729238"/>
                    <a:pt x="2048879" y="730260"/>
                    <a:pt x="2060950" y="732724"/>
                  </a:cubicBezTo>
                  <a:cubicBezTo>
                    <a:pt x="1713986" y="452244"/>
                    <a:pt x="1371277" y="192783"/>
                    <a:pt x="999421" y="89088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1" name="任意多边形: 形状 420"/>
            <p:cNvSpPr/>
            <p:nvPr/>
          </p:nvSpPr>
          <p:spPr>
            <a:xfrm>
              <a:off x="948243" y="10984623"/>
              <a:ext cx="1942593" cy="1085665"/>
            </a:xfrm>
            <a:custGeom>
              <a:avLst/>
              <a:gdLst>
                <a:gd name="connsiteX0" fmla="*/ 256 w 1942593"/>
                <a:gd name="connsiteY0" fmla="*/ 454888 h 1085665"/>
                <a:gd name="connsiteX1" fmla="*/ 5399 w 1942593"/>
                <a:gd name="connsiteY1" fmla="*/ 434758 h 1085665"/>
                <a:gd name="connsiteX2" fmla="*/ 5399 w 1942593"/>
                <a:gd name="connsiteY2" fmla="*/ 434758 h 1085665"/>
                <a:gd name="connsiteX3" fmla="*/ 553912 w 1942593"/>
                <a:gd name="connsiteY3" fmla="*/ 1434 h 1085665"/>
                <a:gd name="connsiteX4" fmla="*/ 898717 w 1942593"/>
                <a:gd name="connsiteY4" fmla="*/ 75602 h 1085665"/>
                <a:gd name="connsiteX5" fmla="*/ 932118 w 1942593"/>
                <a:gd name="connsiteY5" fmla="*/ 85508 h 1085665"/>
                <a:gd name="connsiteX6" fmla="*/ 1942594 w 1942593"/>
                <a:gd name="connsiteY6" fmla="*/ 695934 h 1085665"/>
                <a:gd name="connsiteX7" fmla="*/ 1940308 w 1942593"/>
                <a:gd name="connsiteY7" fmla="*/ 700125 h 1085665"/>
                <a:gd name="connsiteX8" fmla="*/ 1916368 w 1942593"/>
                <a:gd name="connsiteY8" fmla="*/ 697775 h 1085665"/>
                <a:gd name="connsiteX9" fmla="*/ 1467677 w 1942593"/>
                <a:gd name="connsiteY9" fmla="*/ 923200 h 1085665"/>
                <a:gd name="connsiteX10" fmla="*/ 1413449 w 1942593"/>
                <a:gd name="connsiteY10" fmla="*/ 985938 h 1085665"/>
                <a:gd name="connsiteX11" fmla="*/ 1403542 w 1942593"/>
                <a:gd name="connsiteY11" fmla="*/ 1000480 h 1085665"/>
                <a:gd name="connsiteX12" fmla="*/ 1358204 w 1942593"/>
                <a:gd name="connsiteY12" fmla="*/ 1055915 h 1085665"/>
                <a:gd name="connsiteX13" fmla="*/ 1202692 w 1942593"/>
                <a:gd name="connsiteY13" fmla="*/ 1062265 h 1085665"/>
                <a:gd name="connsiteX14" fmla="*/ 1094171 w 1942593"/>
                <a:gd name="connsiteY14" fmla="*/ 1018450 h 1085665"/>
                <a:gd name="connsiteX15" fmla="*/ 960821 w 1942593"/>
                <a:gd name="connsiteY15" fmla="*/ 962316 h 1085665"/>
                <a:gd name="connsiteX16" fmla="*/ 564326 w 1942593"/>
                <a:gd name="connsiteY16" fmla="*/ 775880 h 1085665"/>
                <a:gd name="connsiteX17" fmla="*/ 332996 w 1942593"/>
                <a:gd name="connsiteY17" fmla="*/ 671105 h 1085665"/>
                <a:gd name="connsiteX18" fmla="*/ 10924 w 1942593"/>
                <a:gd name="connsiteY18" fmla="*/ 473366 h 1085665"/>
                <a:gd name="connsiteX19" fmla="*/ 4574 w 1942593"/>
                <a:gd name="connsiteY19" fmla="*/ 466381 h 1085665"/>
                <a:gd name="connsiteX20" fmla="*/ 256 w 1942593"/>
                <a:gd name="connsiteY20" fmla="*/ 454888 h 1085665"/>
                <a:gd name="connsiteX21" fmla="*/ 930785 w 1942593"/>
                <a:gd name="connsiteY21" fmla="*/ 90080 h 1085665"/>
                <a:gd name="connsiteX22" fmla="*/ 897321 w 1942593"/>
                <a:gd name="connsiteY22" fmla="*/ 80238 h 1085665"/>
                <a:gd name="connsiteX23" fmla="*/ 555119 w 1942593"/>
                <a:gd name="connsiteY23" fmla="*/ 6006 h 1085665"/>
                <a:gd name="connsiteX24" fmla="*/ 9019 w 1942593"/>
                <a:gd name="connsiteY24" fmla="*/ 437806 h 1085665"/>
                <a:gd name="connsiteX25" fmla="*/ 9019 w 1942593"/>
                <a:gd name="connsiteY25" fmla="*/ 437806 h 1085665"/>
                <a:gd name="connsiteX26" fmla="*/ 13400 w 1942593"/>
                <a:gd name="connsiteY26" fmla="*/ 469556 h 1085665"/>
                <a:gd name="connsiteX27" fmla="*/ 334710 w 1942593"/>
                <a:gd name="connsiteY27" fmla="*/ 666787 h 1085665"/>
                <a:gd name="connsiteX28" fmla="*/ 565914 w 1942593"/>
                <a:gd name="connsiteY28" fmla="*/ 771499 h 1085665"/>
                <a:gd name="connsiteX29" fmla="*/ 962662 w 1942593"/>
                <a:gd name="connsiteY29" fmla="*/ 958062 h 1085665"/>
                <a:gd name="connsiteX30" fmla="*/ 1096012 w 1942593"/>
                <a:gd name="connsiteY30" fmla="*/ 1014006 h 1085665"/>
                <a:gd name="connsiteX31" fmla="*/ 1204914 w 1942593"/>
                <a:gd name="connsiteY31" fmla="*/ 1057947 h 1085665"/>
                <a:gd name="connsiteX32" fmla="*/ 1355473 w 1942593"/>
                <a:gd name="connsiteY32" fmla="*/ 1052423 h 1085665"/>
                <a:gd name="connsiteX33" fmla="*/ 1399923 w 1942593"/>
                <a:gd name="connsiteY33" fmla="*/ 997940 h 1085665"/>
                <a:gd name="connsiteX34" fmla="*/ 1409829 w 1942593"/>
                <a:gd name="connsiteY34" fmla="*/ 983335 h 1085665"/>
                <a:gd name="connsiteX35" fmla="*/ 1464756 w 1942593"/>
                <a:gd name="connsiteY35" fmla="*/ 919835 h 1085665"/>
                <a:gd name="connsiteX36" fmla="*/ 1916242 w 1942593"/>
                <a:gd name="connsiteY36" fmla="*/ 693076 h 1085665"/>
                <a:gd name="connsiteX37" fmla="*/ 1932117 w 1942593"/>
                <a:gd name="connsiteY37" fmla="*/ 693521 h 1085665"/>
                <a:gd name="connsiteX38" fmla="*/ 930785 w 1942593"/>
                <a:gd name="connsiteY38" fmla="*/ 90080 h 10856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942593" h="1085665">
                  <a:moveTo>
                    <a:pt x="256" y="454888"/>
                  </a:moveTo>
                  <a:cubicBezTo>
                    <a:pt x="-722" y="447763"/>
                    <a:pt x="1126" y="440543"/>
                    <a:pt x="5399" y="434758"/>
                  </a:cubicBezTo>
                  <a:lnTo>
                    <a:pt x="5399" y="434758"/>
                  </a:lnTo>
                  <a:cubicBezTo>
                    <a:pt x="229427" y="134276"/>
                    <a:pt x="550293" y="2958"/>
                    <a:pt x="553912" y="1434"/>
                  </a:cubicBezTo>
                  <a:cubicBezTo>
                    <a:pt x="609284" y="-10313"/>
                    <a:pt x="783465" y="41376"/>
                    <a:pt x="898717" y="75602"/>
                  </a:cubicBezTo>
                  <a:lnTo>
                    <a:pt x="932118" y="85508"/>
                  </a:lnTo>
                  <a:cubicBezTo>
                    <a:pt x="1314833" y="197459"/>
                    <a:pt x="1654367" y="459269"/>
                    <a:pt x="1942594" y="695934"/>
                  </a:cubicBezTo>
                  <a:lnTo>
                    <a:pt x="1940308" y="700125"/>
                  </a:lnTo>
                  <a:cubicBezTo>
                    <a:pt x="1932548" y="697826"/>
                    <a:pt x="1924427" y="697026"/>
                    <a:pt x="1916368" y="697775"/>
                  </a:cubicBezTo>
                  <a:cubicBezTo>
                    <a:pt x="1815911" y="705903"/>
                    <a:pt x="1560133" y="834427"/>
                    <a:pt x="1467677" y="923200"/>
                  </a:cubicBezTo>
                  <a:cubicBezTo>
                    <a:pt x="1447573" y="942250"/>
                    <a:pt x="1429406" y="963269"/>
                    <a:pt x="1413449" y="985938"/>
                  </a:cubicBezTo>
                  <a:cubicBezTo>
                    <a:pt x="1410083" y="990701"/>
                    <a:pt x="1407099" y="995590"/>
                    <a:pt x="1403542" y="1000480"/>
                  </a:cubicBezTo>
                  <a:cubicBezTo>
                    <a:pt x="1390271" y="1020165"/>
                    <a:pt x="1376618" y="1040548"/>
                    <a:pt x="1358204" y="1055915"/>
                  </a:cubicBezTo>
                  <a:cubicBezTo>
                    <a:pt x="1301625" y="1103032"/>
                    <a:pt x="1250254" y="1084807"/>
                    <a:pt x="1202692" y="1062265"/>
                  </a:cubicBezTo>
                  <a:cubicBezTo>
                    <a:pt x="1167577" y="1045756"/>
                    <a:pt x="1130239" y="1031849"/>
                    <a:pt x="1094171" y="1018450"/>
                  </a:cubicBezTo>
                  <a:cubicBezTo>
                    <a:pt x="1048590" y="1002575"/>
                    <a:pt x="1004051" y="983779"/>
                    <a:pt x="960821" y="962316"/>
                  </a:cubicBezTo>
                  <a:cubicBezTo>
                    <a:pt x="828486" y="893228"/>
                    <a:pt x="694121" y="833538"/>
                    <a:pt x="564326" y="775880"/>
                  </a:cubicBezTo>
                  <a:cubicBezTo>
                    <a:pt x="488825" y="742289"/>
                    <a:pt x="410783" y="707618"/>
                    <a:pt x="332996" y="671105"/>
                  </a:cubicBezTo>
                  <a:cubicBezTo>
                    <a:pt x="233618" y="624306"/>
                    <a:pt x="107126" y="546645"/>
                    <a:pt x="10924" y="473366"/>
                  </a:cubicBezTo>
                  <a:cubicBezTo>
                    <a:pt x="8397" y="471448"/>
                    <a:pt x="6244" y="469080"/>
                    <a:pt x="4574" y="466381"/>
                  </a:cubicBezTo>
                  <a:cubicBezTo>
                    <a:pt x="2275" y="462933"/>
                    <a:pt x="796" y="458996"/>
                    <a:pt x="256" y="454888"/>
                  </a:cubicBezTo>
                  <a:close/>
                  <a:moveTo>
                    <a:pt x="930785" y="90080"/>
                  </a:moveTo>
                  <a:lnTo>
                    <a:pt x="897321" y="80238"/>
                  </a:lnTo>
                  <a:cubicBezTo>
                    <a:pt x="789371" y="48488"/>
                    <a:pt x="609031" y="-5360"/>
                    <a:pt x="555119" y="6006"/>
                  </a:cubicBezTo>
                  <a:cubicBezTo>
                    <a:pt x="551944" y="7340"/>
                    <a:pt x="232285" y="138277"/>
                    <a:pt x="9019" y="437806"/>
                  </a:cubicBezTo>
                  <a:lnTo>
                    <a:pt x="9019" y="437806"/>
                  </a:lnTo>
                  <a:cubicBezTo>
                    <a:pt x="1678" y="447839"/>
                    <a:pt x="3615" y="461885"/>
                    <a:pt x="13400" y="469556"/>
                  </a:cubicBezTo>
                  <a:cubicBezTo>
                    <a:pt x="109412" y="542708"/>
                    <a:pt x="235650" y="620115"/>
                    <a:pt x="334710" y="666787"/>
                  </a:cubicBezTo>
                  <a:cubicBezTo>
                    <a:pt x="412371" y="703300"/>
                    <a:pt x="490476" y="737971"/>
                    <a:pt x="565914" y="771499"/>
                  </a:cubicBezTo>
                  <a:cubicBezTo>
                    <a:pt x="695835" y="829220"/>
                    <a:pt x="830201" y="888910"/>
                    <a:pt x="962662" y="958062"/>
                  </a:cubicBezTo>
                  <a:cubicBezTo>
                    <a:pt x="1005905" y="979461"/>
                    <a:pt x="1050438" y="998131"/>
                    <a:pt x="1096012" y="1014006"/>
                  </a:cubicBezTo>
                  <a:cubicBezTo>
                    <a:pt x="1132207" y="1027468"/>
                    <a:pt x="1169608" y="1041374"/>
                    <a:pt x="1204914" y="1057947"/>
                  </a:cubicBezTo>
                  <a:cubicBezTo>
                    <a:pt x="1253174" y="1080934"/>
                    <a:pt x="1300990" y="1097762"/>
                    <a:pt x="1355473" y="1052423"/>
                  </a:cubicBezTo>
                  <a:cubicBezTo>
                    <a:pt x="1373317" y="1037437"/>
                    <a:pt x="1386842" y="1017370"/>
                    <a:pt x="1399923" y="997940"/>
                  </a:cubicBezTo>
                  <a:cubicBezTo>
                    <a:pt x="1403225" y="993050"/>
                    <a:pt x="1406273" y="988161"/>
                    <a:pt x="1409829" y="983335"/>
                  </a:cubicBezTo>
                  <a:cubicBezTo>
                    <a:pt x="1426034" y="960411"/>
                    <a:pt x="1444430" y="939202"/>
                    <a:pt x="1464756" y="919835"/>
                  </a:cubicBezTo>
                  <a:cubicBezTo>
                    <a:pt x="1557721" y="830554"/>
                    <a:pt x="1815086" y="701331"/>
                    <a:pt x="1916242" y="693076"/>
                  </a:cubicBezTo>
                  <a:cubicBezTo>
                    <a:pt x="1921531" y="692657"/>
                    <a:pt x="1926859" y="692803"/>
                    <a:pt x="1932117" y="693521"/>
                  </a:cubicBezTo>
                  <a:cubicBezTo>
                    <a:pt x="1645731" y="458698"/>
                    <a:pt x="1309308" y="200824"/>
                    <a:pt x="930785" y="90080"/>
                  </a:cubicBezTo>
                  <a:close/>
                </a:path>
              </a:pathLst>
            </a:custGeom>
            <a:solidFill>
              <a:srgbClr val="FFFFFF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422" name="任意多边形: 形状 421"/>
            <p:cNvSpPr/>
            <p:nvPr/>
          </p:nvSpPr>
          <p:spPr>
            <a:xfrm>
              <a:off x="821816" y="11415171"/>
              <a:ext cx="59281" cy="40032"/>
            </a:xfrm>
            <a:custGeom>
              <a:avLst/>
              <a:gdLst>
                <a:gd name="connsiteX0" fmla="*/ 56198 w 59281"/>
                <a:gd name="connsiteY0" fmla="*/ 37294 h 40032"/>
                <a:gd name="connsiteX1" fmla="*/ 40323 w 59281"/>
                <a:gd name="connsiteY1" fmla="*/ 39580 h 40032"/>
                <a:gd name="connsiteX2" fmla="*/ 7938 w 59281"/>
                <a:gd name="connsiteY2" fmla="*/ 24023 h 40032"/>
                <a:gd name="connsiteX3" fmla="*/ 0 w 59281"/>
                <a:gd name="connsiteY3" fmla="*/ 8020 h 40032"/>
                <a:gd name="connsiteX4" fmla="*/ 13589 w 59281"/>
                <a:gd name="connsiteY4" fmla="*/ 2560 h 40032"/>
                <a:gd name="connsiteX5" fmla="*/ 20701 w 59281"/>
                <a:gd name="connsiteY5" fmla="*/ 10370 h 40032"/>
                <a:gd name="connsiteX6" fmla="*/ 44006 w 59281"/>
                <a:gd name="connsiteY6" fmla="*/ 22372 h 40032"/>
                <a:gd name="connsiteX7" fmla="*/ 57213 w 59281"/>
                <a:gd name="connsiteY7" fmla="*/ 36342 h 40032"/>
                <a:gd name="connsiteX8" fmla="*/ 56198 w 59281"/>
                <a:gd name="connsiteY8" fmla="*/ 37294 h 400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281" h="40032">
                  <a:moveTo>
                    <a:pt x="56198" y="37294"/>
                  </a:moveTo>
                  <a:cubicBezTo>
                    <a:pt x="51181" y="39370"/>
                    <a:pt x="45720" y="40158"/>
                    <a:pt x="40323" y="39580"/>
                  </a:cubicBezTo>
                  <a:cubicBezTo>
                    <a:pt x="27800" y="39269"/>
                    <a:pt x="16008" y="33605"/>
                    <a:pt x="7938" y="24023"/>
                  </a:cubicBezTo>
                  <a:cubicBezTo>
                    <a:pt x="3734" y="19609"/>
                    <a:pt x="972" y="14034"/>
                    <a:pt x="0" y="8020"/>
                  </a:cubicBezTo>
                  <a:cubicBezTo>
                    <a:pt x="0" y="-679"/>
                    <a:pt x="7429" y="-2584"/>
                    <a:pt x="13589" y="2560"/>
                  </a:cubicBezTo>
                  <a:cubicBezTo>
                    <a:pt x="16154" y="4979"/>
                    <a:pt x="18536" y="7589"/>
                    <a:pt x="20701" y="10370"/>
                  </a:cubicBezTo>
                  <a:cubicBezTo>
                    <a:pt x="26803" y="16999"/>
                    <a:pt x="35065" y="21254"/>
                    <a:pt x="44006" y="22372"/>
                  </a:cubicBezTo>
                  <a:cubicBezTo>
                    <a:pt x="49340" y="23133"/>
                    <a:pt x="64834" y="26943"/>
                    <a:pt x="57213" y="36342"/>
                  </a:cubicBezTo>
                  <a:cubicBezTo>
                    <a:pt x="56921" y="36710"/>
                    <a:pt x="56579" y="37027"/>
                    <a:pt x="56198" y="37294"/>
                  </a:cubicBezTo>
                  <a:close/>
                </a:path>
              </a:pathLst>
            </a:custGeom>
            <a:solidFill>
              <a:srgbClr val="E35136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</a:t>
            </a:r>
            <a:r>
              <a:rPr lang="en-US" altLang="zh-CN" dirty="0"/>
              <a:t>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6" r:id="rId3"/>
    <p:sldLayoutId id="2147483651" r:id="rId4"/>
    <p:sldLayoutId id="2147483654" r:id="rId5"/>
    <p:sldLayoutId id="2147483655" r:id="rId6"/>
    <p:sldLayoutId id="2147483657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975dbb6b144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3c64ae71f24bfc" /><Relationship Type="http://schemas.openxmlformats.org/officeDocument/2006/relationships/tags" Target="/ppt/tags/tag15722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03bad50931cc43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3a032f0ef1a4da8" /><Relationship Type="http://schemas.openxmlformats.org/officeDocument/2006/relationships/image" Target="/ppt/media/image57.png" Id="rId8" /><Relationship Type="http://schemas.openxmlformats.org/officeDocument/2006/relationships/image" Target="/ppt/media/image56.svg" Id="rId7" /><Relationship Type="http://schemas.openxmlformats.org/officeDocument/2006/relationships/tags" Target="/ppt/tags/tag11823.xml" Id="rId1" /><Relationship Type="http://schemas.openxmlformats.org/officeDocument/2006/relationships/image" Target="/ppt/media/image5522.png" Id="rId6" /><Relationship Type="http://schemas.openxmlformats.org/officeDocument/2006/relationships/image" Target="/ppt/media/image5422.svg" Id="rId5" /><Relationship Type="http://schemas.openxmlformats.org/officeDocument/2006/relationships/image" Target="/ppt/media/image5333.png" Id="rId4" /><Relationship Type="http://schemas.openxmlformats.org/officeDocument/2006/relationships/image" Target="/ppt/media/image5833.svg" Id="rId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aa76e0642ac457a" /><Relationship Type="http://schemas.openxmlformats.org/officeDocument/2006/relationships/tags" Target="/ppt/tags/tag24724.xml" Id="rId1" /><Relationship Type="http://schemas.openxmlformats.org/officeDocument/2006/relationships/image" Target="/ppt/media/image1222.jpg" Id="rI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7932141b98042ef" /><Relationship Type="http://schemas.openxmlformats.org/officeDocument/2006/relationships/tags" Target="/ppt/tags/tag2025.xml" Id="rId1" /><Relationship Type="http://schemas.openxmlformats.org/officeDocument/2006/relationships/image" Target="/ppt/media/image223.jpg" Id="rId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e9084f1c7574a8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097dfaa00c423a" /><Relationship Type="http://schemas.openxmlformats.org/officeDocument/2006/relationships/tags" Target="/ppt/tags/tag25826.xml" Id="rId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12458de3aca4cd2" /><Relationship Type="http://schemas.openxmlformats.org/officeDocument/2006/relationships/tags" Target="/ppt/tags/tag1627.xml" Id="rI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adcb2f077e348b2" /><Relationship Type="http://schemas.openxmlformats.org/officeDocument/2006/relationships/tags" Target="/ppt/tags/tag1828.xml" Id="rI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1160e561bf144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a601234ed3f4e6c" /><Relationship Type="http://schemas.openxmlformats.org/officeDocument/2006/relationships/tags" Target="/ppt/tags/tag17429.xml" Id="rId1" /><Relationship Type="http://schemas.openxmlformats.org/officeDocument/2006/relationships/image" Target="/ppt/media/image3524.jpg" Id="rId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59492a95a5844ca" /><Relationship Type="http://schemas.openxmlformats.org/officeDocument/2006/relationships/tags" Target="/ppt/tags/tag76210.xml" Id="rId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824267d81c470a" /><Relationship Type="http://schemas.openxmlformats.org/officeDocument/2006/relationships/tags" Target="/ppt/tags/tag46211.xml" Id="rId1" /><Relationship Type="http://schemas.openxmlformats.org/officeDocument/2006/relationships/image" Target="/ppt/media/image174.png" Id="rId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fc30212227049e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6b5329f8014472b" /><Relationship Type="http://schemas.openxmlformats.org/officeDocument/2006/relationships/tags" Target="/ppt/tags/tag3212.xml" Id="rId1" /><Relationship Type="http://schemas.openxmlformats.org/officeDocument/2006/relationships/image" Target="/ppt/media/image25.png" Id="rId5" /><Relationship Type="http://schemas.openxmlformats.org/officeDocument/2006/relationships/image" Target="/ppt/media/image125.jpeg" Id="rId4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ad9671a845e418d" /><Relationship Type="http://schemas.openxmlformats.org/officeDocument/2006/relationships/tags" Target="/ppt/tags/tag127213.xml" Id="rId1" /><Relationship Type="http://schemas.openxmlformats.org/officeDocument/2006/relationships/image" Target="/ppt/media/image1626.jpg" Id="rId6" /><Relationship Type="http://schemas.openxmlformats.org/officeDocument/2006/relationships/image" Target="/ppt/media/image1737.jpg" Id="rId5" /><Relationship Type="http://schemas.openxmlformats.org/officeDocument/2006/relationships/image" Target="/ppt/media/image3248.jpg" Id="rId4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85dde30ec50421a" /><Relationship Type="http://schemas.openxmlformats.org/officeDocument/2006/relationships/tags" Target="/ppt/tags/tag82214.xml" Id="rId1" /><Relationship Type="http://schemas.openxmlformats.org/officeDocument/2006/relationships/image" Target="/ppt/media/image2229.jpg" Id="rId4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e737a9859664b0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00df7fd777441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3c64ae71f24bfc" /><Relationship Type="http://schemas.openxmlformats.org/officeDocument/2006/relationships/tags" Target="/ppt/tags/tag15722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3c64ae71f24bfc" /><Relationship Type="http://schemas.openxmlformats.org/officeDocument/2006/relationships/tags" Target="/ppt/tags/tag15722.xml" Id="rId1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3c64ae71f24bfc" /><Relationship Type="http://schemas.openxmlformats.org/officeDocument/2006/relationships/tags" Target="/ppt/tags/tag15722.xml" Id="rId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f3c64ae71f24bfc" /><Relationship Type="http://schemas.openxmlformats.org/officeDocument/2006/relationships/tags" Target="/ppt/tags/tag15722.xml" Id="rId1" /></Relationships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ctr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ChatGPT是助手还是替身？</a:t>
            </a:r>
            <a:endParaRPr lang="en-US" dirty="0"/>
          </a:p>
        </p:txBody>
      </p:sp>
      <p:sp>
        <p:nvSpPr>
          <p:cNvPr id="3" name=""/>
          <p:cNvSpPr>
            <a:spLocks noGrp="1"/>
          </p:cNvSpPr>
          <p:nvPr>
            <p:ph type="subTitle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探讨人工智能在人类生活中的角色定位与边界</a:t>
            </a:r>
            <a:endParaRPr lang="en-US" dirty="0"/>
          </a:p>
        </p:txBody>
      </p:sp>
      <p:sp>
        <p:nvSpPr>
          <p:cNvPr id="4" name="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作者:xxx</a:t>
            </a:r>
            <a:endParaRPr lang="en-US" dirty="0"/>
          </a:p>
        </p:txBody>
      </p:sp>
      <p:sp>
        <p:nvSpPr>
          <p:cNvPr id="5" name="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http://www.xxx.com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ded7e5-59ad-4bbb-b5fc-a2d44e37f558.source.5.zh-Hans.pptx">
            <a:extLst>
              <a:ext uri="{FF2B5EF4-FFF2-40B4-BE49-F238E27FC236}">
                <a16:creationId id="{66AD54FC-E105-0A89-D797-C90DC0C97FF7}"/>
              </a:ext>
            </a:extLst>
          </p:cNvPr>
          <p:cNvGrpSpPr/>
          <p:nvPr/>
        </p:nvGrpSpPr>
        <p:grpSpPr>
          <a:xfrm>
            <a:off x="660399" y="1130301"/>
            <a:ext cx="10858501" cy="4813299"/>
            <a:chOff x="660399" y="1130301"/>
            <a:chExt cx="10858501" cy="4813299"/>
          </a:xfrm>
        </p:grpSpPr>
        <p:sp>
          <p:nvSpPr>
            <p:cNvPr id="6" name="Title">
              <a:extLst>
                <a:ext uri="{FF2B5EF4-FFF2-40B4-BE49-F238E27FC236}">
                  <a16:creationId id="{71800703-0988-EEDB-222A-0623DFC04226}"/>
                </a:ext>
              </a:extLst>
            </p:cNvPr>
            <p:cNvSpPr txBox="1"/>
            <p:nvPr/>
          </p:nvSpPr>
          <p:spPr>
            <a:xfrm flipH="1">
              <a:off x="660399" y="1130301"/>
              <a:ext cx="10858500" cy="8508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b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id="{D553BCBC-A4FC-26A6-C4DC-01FAD8332554}"/>
                </a:ext>
              </a:extLst>
            </p:cNvPr>
            <p:cNvGrpSpPr/>
            <p:nvPr/>
          </p:nvGrpSpPr>
          <p:grpSpPr>
            <a:xfrm>
              <a:off x="660400" y="2166257"/>
              <a:ext cx="5011057" cy="1021268"/>
              <a:chOff x="870454" y="2628900"/>
              <a:chExt cx="5011057" cy="1021268"/>
            </a:xfrm>
          </p:grpSpPr>
          <p:sp>
            <p:nvSpPr>
              <p:cNvPr id="22" name="Bullet1">
                <a:extLst>
                  <a:ext uri="{FF2B5EF4-FFF2-40B4-BE49-F238E27FC236}">
                    <a16:creationId id="{BCA3A0B0-20F8-66E8-FE75-D6D24796E5B3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助手的本质特征</a:t>
                </a:r>
                <a:endParaRPr lang="en-US" dirty="0"/>
              </a:p>
            </p:txBody>
          </p:sp>
          <p:sp>
            <p:nvSpPr>
              <p:cNvPr id="23" name="Number1">
                <a:extLst>
                  <a:ext uri="{FF2B5EF4-FFF2-40B4-BE49-F238E27FC236}">
                    <a16:creationId id="{F485C623-AB02-E00F-3A68-555909B942B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id="{9D74461D-69A9-79F7-AA72-6E2A6A6F4813}"/>
                </a:ext>
              </a:extLst>
            </p:cNvPr>
            <p:cNvGrpSpPr/>
            <p:nvPr/>
          </p:nvGrpSpPr>
          <p:grpSpPr>
            <a:xfrm>
              <a:off x="6507843" y="2166257"/>
              <a:ext cx="5011057" cy="1021268"/>
              <a:chOff x="870454" y="2628900"/>
              <a:chExt cx="5011057" cy="1021268"/>
            </a:xfrm>
          </p:grpSpPr>
          <p:sp>
            <p:nvSpPr>
              <p:cNvPr id="20" name="Bullet2">
                <a:extLst>
                  <a:ext uri="{FF2B5EF4-FFF2-40B4-BE49-F238E27FC236}">
                    <a16:creationId id="{B1CF1F0D-9ED3-73B8-EF3D-F32DE190BF0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替身的潜在风险</a:t>
                </a:r>
                <a:endParaRPr lang="en-US" dirty="0"/>
              </a:p>
            </p:txBody>
          </p:sp>
          <p:sp>
            <p:nvSpPr>
              <p:cNvPr id="21" name="Number2">
                <a:extLst>
                  <a:ext uri="{FF2B5EF4-FFF2-40B4-BE49-F238E27FC236}">
                    <a16:creationId id="{AB122258-800F-7D44-E929-D29E3673ABE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id="{5832FA2C-CF71-9A87-073B-1D4DF303EB47}"/>
                </a:ext>
              </a:extLst>
            </p:cNvPr>
            <p:cNvGrpSpPr/>
            <p:nvPr/>
          </p:nvGrpSpPr>
          <p:grpSpPr>
            <a:xfrm>
              <a:off x="660400" y="3544295"/>
              <a:ext cx="5011057" cy="1021268"/>
              <a:chOff x="870454" y="2628900"/>
              <a:chExt cx="5011057" cy="1021268"/>
            </a:xfrm>
          </p:grpSpPr>
          <p:sp>
            <p:nvSpPr>
              <p:cNvPr id="18" name="Bullet3">
                <a:extLst>
                  <a:ext uri="{FF2B5EF4-FFF2-40B4-BE49-F238E27FC236}">
                    <a16:creationId id="{574EE006-5071-7668-318A-E793E5DF9B6E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角色定位的区分标准</a:t>
                </a:r>
                <a:endParaRPr lang="en-US" dirty="0"/>
              </a:p>
            </p:txBody>
          </p:sp>
          <p:sp>
            <p:nvSpPr>
              <p:cNvPr id="19" name="Number3">
                <a:extLst>
                  <a:ext uri="{FF2B5EF4-FFF2-40B4-BE49-F238E27FC236}">
                    <a16:creationId id="{6A927DC5-325D-6D02-0123-9C7CC52015D0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id="{0277B892-DE4B-C79C-62F3-DBFCB75F3C16}"/>
                </a:ext>
              </a:extLst>
            </p:cNvPr>
            <p:cNvGrpSpPr/>
            <p:nvPr/>
          </p:nvGrpSpPr>
          <p:grpSpPr>
            <a:xfrm>
              <a:off x="6507843" y="3544295"/>
              <a:ext cx="5011057" cy="1021268"/>
              <a:chOff x="870454" y="2628900"/>
              <a:chExt cx="5011057" cy="1021268"/>
            </a:xfrm>
          </p:grpSpPr>
          <p:sp>
            <p:nvSpPr>
              <p:cNvPr id="16" name="Bullet4">
                <a:extLst>
                  <a:ext uri="{FF2B5EF4-FFF2-40B4-BE49-F238E27FC236}">
                    <a16:creationId id="{0EF3BFA9-48FC-3CEF-A26D-8D2E7422D0B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健康发展建议</a:t>
                </a:r>
                <a:endParaRPr lang="en-US" dirty="0"/>
              </a:p>
            </p:txBody>
          </p:sp>
          <p:sp>
            <p:nvSpPr>
              <p:cNvPr id="17" name="Number4">
                <a:extLst>
                  <a:ext uri="{FF2B5EF4-FFF2-40B4-BE49-F238E27FC236}">
                    <a16:creationId id="{716B10AB-FC8A-0752-E8D5-8EFCB4FDAA33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id="{8859C7F7-DFDA-DB45-F432-7C2AFC4A9292}"/>
                </a:ext>
              </a:extLst>
            </p:cNvPr>
            <p:cNvGrpSpPr/>
            <p:nvPr/>
          </p:nvGrpSpPr>
          <p:grpSpPr>
            <a:xfrm>
              <a:off x="660400" y="4922332"/>
              <a:ext cx="5011057" cy="1021268"/>
              <a:chOff x="870454" y="2628900"/>
              <a:chExt cx="5011057" cy="1021268"/>
            </a:xfrm>
          </p:grpSpPr>
          <p:sp>
            <p:nvSpPr>
              <p:cNvPr id="14" name="Bullet5">
                <a:extLst>
                  <a:ext uri="{FF2B5EF4-FFF2-40B4-BE49-F238E27FC236}">
                    <a16:creationId id="{4059F3ED-72BD-CBCA-F6B8-167A39063BD5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以上部分文本内容由AI生成</a:t>
                </a:r>
                <a:endParaRPr lang="en-US" dirty="0"/>
              </a:p>
            </p:txBody>
          </p:sp>
          <p:sp>
            <p:nvSpPr>
              <p:cNvPr id="15" name="Number5">
                <a:extLst>
                  <a:ext uri="{FF2B5EF4-FFF2-40B4-BE49-F238E27FC236}">
                    <a16:creationId id="{9819D46F-91C9-58D9-23A0-0FDAE9D250E8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助手的本质特征</a:t>
            </a:r>
            <a:endParaRPr 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 xmlns:asvg="http://schemas.microsoft.com/office/drawing/2016/SVG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d8c38af3-25f9-4fd7-9b05-41df69a8fddc.source.3.zh-Hans.pptx">
            <a:extLst>
              <a:ext uri="{FF2B5EF4-FFF2-40B4-BE49-F238E27FC236}">
                <a16:creationId id="{46288896-EE16-C231-6048-A208582F8D8B}"/>
              </a:ext>
            </a:extLst>
          </p:cNvPr>
          <p:cNvGrpSpPr/>
          <p:nvPr/>
        </p:nvGrpSpPr>
        <p:grpSpPr>
          <a:xfrm>
            <a:off x="660399" y="1159329"/>
            <a:ext cx="10858501" cy="4558563"/>
            <a:chOff x="660399" y="1159329"/>
            <a:chExt cx="10858501" cy="4558563"/>
          </a:xfrm>
        </p:grpSpPr>
        <p:grpSp>
          <p:nvGrpSpPr>
            <p:cNvPr id="89" name="组合 88">
              <a:extLst>
                <a:ext uri="{FF2B5EF4-FFF2-40B4-BE49-F238E27FC236}">
                  <a16:creationId id="{38394A3A-E2BD-DCAC-751B-BA009148BB42}"/>
                </a:ext>
              </a:extLst>
            </p:cNvPr>
            <p:cNvGrpSpPr/>
            <p:nvPr/>
          </p:nvGrpSpPr>
          <p:grpSpPr>
            <a:xfrm>
              <a:off x="660400" y="1927665"/>
              <a:ext cx="3561948" cy="3790227"/>
              <a:chOff x="660400" y="1638299"/>
              <a:chExt cx="2611056" cy="2667362"/>
            </a:xfrm>
          </p:grpSpPr>
          <p:pic>
            <p:nvPicPr>
              <p:cNvPr id="134" name="ComponentBackground1">
                <a:extLst>
                  <a:ext uri="{FF2B5EF4-FFF2-40B4-BE49-F238E27FC236}">
                    <a16:creationId id="{AA7DCF75-0218-8304-6562-0859270650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96DAC541-7B7A-43D3-8B79-37D633B846F1}">
                    <asvg:svgBlip r:embed="rId5"/>
                  </a:ext>
                </a:extLst>
              </a:blip>
              <a:stretch>
                <a:fillRect/>
              </a:stretch>
            </p:blipFill>
            <p:spPr>
              <a:xfrm>
                <a:off x="660400" y="1638299"/>
                <a:ext cx="2611056" cy="2667362"/>
              </a:xfrm>
              <a:prstGeom prst="rect">
                <a:avLst/>
              </a:prstGeom>
            </p:spPr>
          </p:pic>
          <p:sp>
            <p:nvSpPr>
              <p:cNvPr id="135" name="Bullet1">
                <a:extLst>
                  <a:ext uri="{FF2B5EF4-FFF2-40B4-BE49-F238E27FC236}">
                    <a16:creationId id="{18720CD1-281F-8129-A883-D5A419CC6185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793212" y="1877413"/>
                <a:ext cx="2308801" cy="378992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信息处理支持</a:t>
                </a:r>
                <a:endParaRPr lang="en-US" dirty="0"/>
              </a:p>
            </p:txBody>
          </p:sp>
          <p:sp>
            <p:nvSpPr>
              <p:cNvPr id="136" name="Text1">
                <a:extLst>
                  <a:ext uri="{FF2B5EF4-FFF2-40B4-BE49-F238E27FC236}">
                    <a16:creationId id="{459087B7-33A0-10AF-C998-5163C8F80234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793212" y="2256403"/>
                <a:ext cx="2308801" cy="1422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ChatGPT能够快速处理和分析大量信息，为用户提供准确的数据支持和知识解答。</a:t>
                </a:r>
                <a:endParaRPr lang="en-US" dirty="0"/>
              </a:p>
            </p:txBody>
          </p:sp>
        </p:grpSp>
        <p:grpSp>
          <p:nvGrpSpPr>
            <p:cNvPr id="90" name="组合 89">
              <a:extLst>
                <a:ext uri="{FF2B5EF4-FFF2-40B4-BE49-F238E27FC236}">
                  <a16:creationId id="{843DEDDF-FB77-E38C-8E26-2DA4526CD6D2}"/>
                </a:ext>
              </a:extLst>
            </p:cNvPr>
            <p:cNvGrpSpPr/>
            <p:nvPr/>
          </p:nvGrpSpPr>
          <p:grpSpPr>
            <a:xfrm>
              <a:off x="4308676" y="1927665"/>
              <a:ext cx="3561948" cy="3790227"/>
              <a:chOff x="3409548" y="1638299"/>
              <a:chExt cx="2611056" cy="2667362"/>
            </a:xfrm>
          </p:grpSpPr>
          <p:pic>
            <p:nvPicPr>
              <p:cNvPr id="131" name="ComponentBackground2">
                <a:extLst>
                  <a:ext uri="{FF2B5EF4-FFF2-40B4-BE49-F238E27FC236}">
                    <a16:creationId id="{E2040669-FF02-F48D-7A88-19487C23E7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r:embed="rId7"/>
                  </a:ext>
                </a:extLst>
              </a:blip>
              <a:stretch>
                <a:fillRect/>
              </a:stretch>
            </p:blipFill>
            <p:spPr>
              <a:xfrm>
                <a:off x="3409548" y="1638299"/>
                <a:ext cx="2611056" cy="2667362"/>
              </a:xfrm>
              <a:prstGeom prst="rect">
                <a:avLst/>
              </a:prstGeom>
            </p:spPr>
          </p:pic>
          <p:sp>
            <p:nvSpPr>
              <p:cNvPr id="132" name="Bullet2">
                <a:extLst>
                  <a:ext uri="{FF2B5EF4-FFF2-40B4-BE49-F238E27FC236}">
                    <a16:creationId id="{4A7C483A-AED3-5D92-8048-B1FB679499CA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3542360" y="1877413"/>
                <a:ext cx="2308801" cy="378992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任务执行协助</a:t>
                </a:r>
                <a:endParaRPr lang="en-US" dirty="0"/>
              </a:p>
            </p:txBody>
          </p:sp>
          <p:sp>
            <p:nvSpPr>
              <p:cNvPr id="133" name="Text2">
                <a:extLst>
                  <a:ext uri="{FF2B5EF4-FFF2-40B4-BE49-F238E27FC236}">
                    <a16:creationId id="{12AB3BA7-E132-9933-E908-AC65C65F73A6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3542360" y="2256403"/>
                <a:ext cx="2308801" cy="1422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它可以帮助用户完成各种日常任务，如写作、翻译、编程等，提高工作效率。</a:t>
                </a:r>
                <a:endParaRPr lang="en-US" dirty="0"/>
              </a:p>
            </p:txBody>
          </p:sp>
        </p:grpSp>
        <p:grpSp>
          <p:nvGrpSpPr>
            <p:cNvPr id="91" name="组合 90">
              <a:extLst>
                <a:ext uri="{FF2B5EF4-FFF2-40B4-BE49-F238E27FC236}">
                  <a16:creationId id="{85D3D8DD-A68C-38F5-3FD2-95B288538751}"/>
                </a:ext>
              </a:extLst>
            </p:cNvPr>
            <p:cNvGrpSpPr/>
            <p:nvPr/>
          </p:nvGrpSpPr>
          <p:grpSpPr>
            <a:xfrm>
              <a:off x="7956952" y="1927665"/>
              <a:ext cx="3561948" cy="3790227"/>
              <a:chOff x="6158696" y="1638299"/>
              <a:chExt cx="2611056" cy="2667362"/>
            </a:xfrm>
          </p:grpSpPr>
          <p:pic>
            <p:nvPicPr>
              <p:cNvPr id="128" name="ComponentBackground3">
                <a:extLst>
                  <a:ext uri="{FF2B5EF4-FFF2-40B4-BE49-F238E27FC236}">
                    <a16:creationId id="{80427BCB-673A-EA18-A3A9-856D5A75B2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r:embed="rId9"/>
                  </a:ext>
                </a:extLst>
              </a:blip>
              <a:stretch>
                <a:fillRect/>
              </a:stretch>
            </p:blipFill>
            <p:spPr>
              <a:xfrm>
                <a:off x="6158696" y="1638299"/>
                <a:ext cx="2611056" cy="2667362"/>
              </a:xfrm>
              <a:prstGeom prst="rect">
                <a:avLst/>
              </a:prstGeom>
            </p:spPr>
          </p:pic>
          <p:sp>
            <p:nvSpPr>
              <p:cNvPr id="129" name="Bullet3">
                <a:extLst>
                  <a:ext uri="{FF2B5EF4-FFF2-40B4-BE49-F238E27FC236}">
                    <a16:creationId id="{298A5B04-91A7-3F0C-54FB-7736EBAA4D5D}"/>
                  </a:ext>
                </a:extLst>
              </p:cNvPr>
              <p:cNvSpPr>
                <a:spLocks/>
              </p:cNvSpPr>
              <p:nvPr/>
            </p:nvSpPr>
            <p:spPr>
              <a:xfrm flipH="1">
                <a:off x="6291508" y="1877413"/>
                <a:ext cx="2308801" cy="378992"/>
              </a:xfrm>
              <a:prstGeom prst="roundRect">
                <a:avLst>
                  <a:gd name="adj" fmla="val 0"/>
                </a:avLst>
              </a:prstGeom>
              <a:noFill/>
              <a:ln w="12700" cap="rnd">
                <a:noFill/>
                <a:prstDash val="solid"/>
                <a:round/>
                <a:headEnd/>
                <a:tailEnd/>
              </a:ln>
              <a:effectLst>
                <a:outerShdw blurRad="254000" dist="127000" algn="ctr" rotWithShape="0">
                  <a:schemeClr val="bg1">
                    <a:lumMod val="65000"/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anchor="ctr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决策建议提供</a:t>
                </a:r>
                <a:endParaRPr lang="en-US" dirty="0"/>
              </a:p>
            </p:txBody>
          </p:sp>
          <p:sp>
            <p:nvSpPr>
              <p:cNvPr id="130" name="Text3">
                <a:extLst>
                  <a:ext uri="{FF2B5EF4-FFF2-40B4-BE49-F238E27FC236}">
                    <a16:creationId id="{8D1C6BC0-BF8A-9A18-D984-62E08F088D97}"/>
                  </a:ext>
                </a:extLst>
              </p:cNvPr>
              <p:cNvSpPr txBox="1">
                <a:spLocks/>
              </p:cNvSpPr>
              <p:nvPr/>
            </p:nvSpPr>
            <p:spPr>
              <a:xfrm flipH="1">
                <a:off x="6291508" y="2256403"/>
                <a:ext cx="2308801" cy="1422043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sz="1400" dirty="0"/>
                  <a:t>通过分析用户输入，ChatGPT能够提供合理的建议，辅助用户做出更好的决策。</a:t>
                </a:r>
                <a:endParaRPr lang="en-US" dirty="0"/>
              </a:p>
            </p:txBody>
          </p:sp>
        </p:grpSp>
        <p:sp>
          <p:nvSpPr>
            <p:cNvPr id="88" name="Title">
              <a:extLst>
                <a:ext uri="{FF2B5EF4-FFF2-40B4-BE49-F238E27FC236}">
                  <a16:creationId id="{28EE6303-1F80-FD57-035B-6D4973F323EC}"/>
                </a:ext>
              </a:extLst>
            </p:cNvPr>
            <p:cNvSpPr txBox="1"/>
            <p:nvPr/>
          </p:nvSpPr>
          <p:spPr>
            <a:xfrm>
              <a:off x="660399" y="1159329"/>
              <a:ext cx="10858500" cy="469899"/>
            </a:xfrm>
            <a:prstGeom prst="rect">
              <a:avLst/>
            </a:prstGeom>
            <a:noFill/>
          </p:spPr>
          <p:txBody>
            <a:bodyPr vert="horz" wrap="square" rtlCol="0" anchor="ctr" anchorCtr="0">
              <a:norm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/>
              <a:r>
                <a:rPr lang="zh-CN" altLang="en-US" sz="2400" b="1" dirty="0"/>
                <a:t/>
              </a:r>
              <a:endParaRPr lang="en-US" dirty="0"/>
            </a:p>
          </p:txBody>
        </p: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功能辅助性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600a318-0fd4-4153-897e-944dab4bd3af.source.3.zh-Hans.pptx">
            <a:extLst>
              <a:ext uri="{FF2B5EF4-FFF2-40B4-BE49-F238E27FC236}">
                <a16:creationId id="{192528EF-B5EA-9158-AA76-A9F4C438DDE6}"/>
              </a:ext>
            </a:extLst>
          </p:cNvPr>
          <p:cNvGrpSpPr/>
          <p:nvPr/>
        </p:nvGrpSpPr>
        <p:grpSpPr>
          <a:xfrm>
            <a:off x="660400" y="1130300"/>
            <a:ext cx="10858500" cy="5727700"/>
            <a:chOff x="660400" y="1130300"/>
            <a:chExt cx="10858500" cy="5727700"/>
          </a:xfrm>
        </p:grpSpPr>
        <p:sp>
          <p:nvSpPr>
            <p:cNvPr id="97" name="PictureMisc1">
              <a:extLst>
                <a:ext uri="{FF2B5EF4-FFF2-40B4-BE49-F238E27FC236}">
                  <a16:creationId id="{70754D45-2AF9-9FBD-BF52-0D0BA9D4AA4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60400" y="1130300"/>
              <a:ext cx="3213100" cy="5727700"/>
            </a:xfrm>
            <a:prstGeom prst="plaque">
              <a:avLst>
                <a:gd name="adj" fmla="val 2327"/>
              </a:avLst>
            </a:prstGeom>
            <a:blipFill>
              <a:blip r:embed="rId4"/>
              <a:stretch>
                <a:fillRect l="-83695" t="0" r="-83695" b="0"/>
              </a:stretch>
            </a:blip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8" name="Title">
              <a:extLst>
                <a:ext uri="{FF2B5EF4-FFF2-40B4-BE49-F238E27FC236}">
                  <a16:creationId id="{96F8DBB6-12B4-2ABF-C804-57CD4F79E10A}"/>
                </a:ext>
              </a:extLst>
            </p:cNvPr>
            <p:cNvSpPr>
              <a:spLocks/>
            </p:cNvSpPr>
            <p:nvPr/>
          </p:nvSpPr>
          <p:spPr>
            <a:xfrm>
              <a:off x="762001" y="1219200"/>
              <a:ext cx="3009900" cy="1428749"/>
            </a:xfrm>
            <a:prstGeom prst="plaque">
              <a:avLst>
                <a:gd name="adj" fmla="val 5082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n-US" dirty="0"/>
            </a:p>
          </p:txBody>
        </p:sp>
        <p:grpSp>
          <p:nvGrpSpPr>
            <p:cNvPr id="99" name="组合 98">
              <a:extLst>
                <a:ext uri="{FF2B5EF4-FFF2-40B4-BE49-F238E27FC236}">
                  <a16:creationId id="{D4DD7686-A0B5-7995-2FD1-E4E48E200E6A}"/>
                </a:ext>
              </a:extLst>
            </p:cNvPr>
            <p:cNvGrpSpPr/>
            <p:nvPr/>
          </p:nvGrpSpPr>
          <p:grpSpPr>
            <a:xfrm>
              <a:off x="4097975" y="1130300"/>
              <a:ext cx="7420925" cy="1583146"/>
              <a:chOff x="4097975" y="1130300"/>
              <a:chExt cx="7420925" cy="1583146"/>
            </a:xfrm>
          </p:grpSpPr>
          <p:sp>
            <p:nvSpPr>
              <p:cNvPr id="136" name="Text1">
                <a:extLst>
                  <a:ext uri="{FF2B5EF4-FFF2-40B4-BE49-F238E27FC236}">
                    <a16:creationId id="{35851566-A4C2-1E54-D6DA-9ADB6A335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4696" y="1511368"/>
                <a:ext cx="7014204" cy="120207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用户通过明确的指令驱动ChatGPT工作，确保其行为符合用户的意图和需求。</a:t>
                </a:r>
                <a:endParaRPr lang="en-US" dirty="0"/>
              </a:p>
            </p:txBody>
          </p:sp>
          <p:sp>
            <p:nvSpPr>
              <p:cNvPr id="137" name="Bullet1">
                <a:extLst>
                  <a:ext uri="{FF2B5EF4-FFF2-40B4-BE49-F238E27FC236}">
                    <a16:creationId id="{D678BB37-0F60-2416-2683-DFB8C3A25AC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4696" y="1130300"/>
                <a:ext cx="7014204" cy="38106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指令响应机制</a:t>
                </a:r>
                <a:endParaRPr lang="en-US" dirty="0"/>
              </a:p>
            </p:txBody>
          </p:sp>
          <p:sp>
            <p:nvSpPr>
              <p:cNvPr id="138" name="Number1">
                <a:extLst>
                  <a:ext uri="{FF2B5EF4-FFF2-40B4-BE49-F238E27FC236}">
                    <a16:creationId id="{D31B65E9-E448-FBF9-9C33-247985B4D82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7975" y="1130300"/>
                <a:ext cx="404997" cy="381068"/>
              </a:xfrm>
              <a:prstGeom prst="plaque">
                <a:avLst/>
              </a:prstGeom>
              <a:solidFill>
                <a:schemeClr val="accent1"/>
              </a:solidFill>
            </p:spPr>
            <p:txBody>
              <a:bodyPr wrap="none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4400" b="1">
                    <a:solidFill>
                      <a:schemeClr val="accent2"/>
                    </a:solidFill>
                    <a:effectLst>
                      <a:outerShdw blurRad="254000" dist="127000" algn="ctr" rotWithShape="0">
                        <a:schemeClr val="accent2">
                          <a:alpha val="4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en-US" altLang="zh-CN" sz="1200" dirty="0">
                    <a:solidFill>
                      <a:srgbClr val="FFFFFF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1</a:t>
                </a:r>
                <a:endParaRPr lang="zh-CN" altLang="en-US" sz="1200" dirty="0">
                  <a:solidFill>
                    <a:srgbClr val="FFFFFF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0" name="组合 99">
              <a:extLst>
                <a:ext uri="{FF2B5EF4-FFF2-40B4-BE49-F238E27FC236}">
                  <a16:creationId id="{CC8917F5-5402-557D-AEF4-F8115D11D584}"/>
                </a:ext>
              </a:extLst>
            </p:cNvPr>
            <p:cNvGrpSpPr/>
            <p:nvPr/>
          </p:nvGrpSpPr>
          <p:grpSpPr>
            <a:xfrm>
              <a:off x="4097975" y="2840627"/>
              <a:ext cx="7420925" cy="1583146"/>
              <a:chOff x="4097975" y="1970024"/>
              <a:chExt cx="7420925" cy="1583146"/>
            </a:xfrm>
          </p:grpSpPr>
          <p:sp>
            <p:nvSpPr>
              <p:cNvPr id="133" name="Text2">
                <a:extLst>
                  <a:ext uri="{FF2B5EF4-FFF2-40B4-BE49-F238E27FC236}">
                    <a16:creationId id="{BFC0B3E6-71CE-C8D8-D072-66079A0CCD5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4696" y="2351092"/>
                <a:ext cx="7014204" cy="120207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用户可以根据自身需求调整ChatGPT的输出风格和内容，保持对过程的控制。</a:t>
                </a:r>
                <a:endParaRPr lang="en-US" dirty="0"/>
              </a:p>
            </p:txBody>
          </p:sp>
          <p:sp>
            <p:nvSpPr>
              <p:cNvPr id="134" name="Bullet2">
                <a:extLst>
                  <a:ext uri="{FF2B5EF4-FFF2-40B4-BE49-F238E27FC236}">
                    <a16:creationId id="{2C9A77DA-FEA3-3EAC-288B-4DC0D096BCF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4696" y="1970024"/>
                <a:ext cx="7014204" cy="38106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可控性与可定制性</a:t>
                </a:r>
                <a:endParaRPr lang="en-US" dirty="0"/>
              </a:p>
            </p:txBody>
          </p:sp>
          <p:sp>
            <p:nvSpPr>
              <p:cNvPr id="135" name="Number2">
                <a:extLst>
                  <a:ext uri="{FF2B5EF4-FFF2-40B4-BE49-F238E27FC236}">
                    <a16:creationId id="{E3029BED-4501-945D-2C28-20602A80BA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7975" y="1970024"/>
                <a:ext cx="404997" cy="381068"/>
              </a:xfrm>
              <a:prstGeom prst="plaque">
                <a:avLst/>
              </a:prstGeom>
              <a:solidFill>
                <a:schemeClr val="accent1"/>
              </a:solidFill>
            </p:spPr>
            <p:txBody>
              <a:bodyPr wrap="none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4400" b="1">
                    <a:solidFill>
                      <a:schemeClr val="accent2"/>
                    </a:solidFill>
                    <a:effectLst>
                      <a:outerShdw blurRad="254000" dist="127000" algn="ctr" rotWithShape="0">
                        <a:schemeClr val="accent2">
                          <a:alpha val="4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en-US" altLang="zh-CN" sz="1200" dirty="0">
                    <a:solidFill>
                      <a:srgbClr val="FFFFFF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2</a:t>
                </a:r>
                <a:endParaRPr lang="zh-CN" altLang="en-US" sz="1200" dirty="0">
                  <a:solidFill>
                    <a:srgbClr val="FFFFFF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id="{1E2C7E8C-2A8E-FD3F-05F2-B85B05F1CAB7}"/>
                </a:ext>
              </a:extLst>
            </p:cNvPr>
            <p:cNvGrpSpPr/>
            <p:nvPr/>
          </p:nvGrpSpPr>
          <p:grpSpPr>
            <a:xfrm>
              <a:off x="4097975" y="4550954"/>
              <a:ext cx="7420925" cy="1583146"/>
              <a:chOff x="4097975" y="2809748"/>
              <a:chExt cx="7420925" cy="1583146"/>
            </a:xfrm>
          </p:grpSpPr>
          <p:sp>
            <p:nvSpPr>
              <p:cNvPr id="130" name="Text3">
                <a:extLst>
                  <a:ext uri="{FF2B5EF4-FFF2-40B4-BE49-F238E27FC236}">
                    <a16:creationId id="{2C1E5D9A-D048-61B0-2050-BD0DB9C6A8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4696" y="3190816"/>
                <a:ext cx="7014204" cy="1202078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用户始终拥有对生成内容的最终审核权，可以随时修改或拒绝不满意的结果。</a:t>
                </a:r>
                <a:endParaRPr lang="en-US" dirty="0"/>
              </a:p>
            </p:txBody>
          </p:sp>
          <p:sp>
            <p:nvSpPr>
              <p:cNvPr id="131" name="Bullet3">
                <a:extLst>
                  <a:ext uri="{FF2B5EF4-FFF2-40B4-BE49-F238E27FC236}">
                    <a16:creationId id="{FC3D62D9-45B0-D3F6-8AE7-BE322D2692E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04696" y="2809748"/>
                <a:ext cx="7014204" cy="381068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 fontScale="92500" lnSpcReduction="10000"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30000"/>
                  </a:lnSpc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结果审核与修正</a:t>
                </a:r>
                <a:endParaRPr lang="en-US" dirty="0"/>
              </a:p>
            </p:txBody>
          </p:sp>
          <p:sp>
            <p:nvSpPr>
              <p:cNvPr id="132" name="Number3">
                <a:extLst>
                  <a:ext uri="{FF2B5EF4-FFF2-40B4-BE49-F238E27FC236}">
                    <a16:creationId id="{3659F0A9-FE5E-972D-E380-5CDD46510D0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097975" y="2809748"/>
                <a:ext cx="404997" cy="381068"/>
              </a:xfrm>
              <a:prstGeom prst="plaque">
                <a:avLst/>
              </a:prstGeom>
              <a:solidFill>
                <a:schemeClr val="accent1"/>
              </a:solidFill>
            </p:spPr>
            <p:txBody>
              <a:bodyPr wrap="none" rtlCol="0" anchor="ctr" anchorCtr="0">
                <a:normAutofit/>
              </a:bodyPr>
              <a:lstStyle>
                <a:defPPr>
                  <a:defRPr lang="zh-CN"/>
                </a:defPPr>
                <a:lvl1pPr>
                  <a:defRPr sz="4400" b="1">
                    <a:solidFill>
                      <a:schemeClr val="accent2"/>
                    </a:solidFill>
                    <a:effectLst>
                      <a:outerShdw blurRad="254000" dist="127000" algn="ctr" rotWithShape="0">
                        <a:schemeClr val="accent2">
                          <a:alpha val="40000"/>
                        </a:schemeClr>
                      </a:outerShdw>
                    </a:effectLst>
                  </a:defRPr>
                </a:lvl1pPr>
              </a:lstStyle>
              <a:p>
                <a:pPr algn="ctr"/>
                <a:r>
                  <a:rPr lang="en-US" altLang="zh-CN" sz="1200" dirty="0">
                    <a:solidFill>
                      <a:srgbClr val="FFFFFF"/>
                    </a:solidFill>
                    <a:effectLst>
                      <a:outerShdw blurRad="127000" dist="63500" dir="2700000" algn="tl" rotWithShape="0">
                        <a:schemeClr val="accent1">
                          <a:alpha val="40000"/>
                        </a:schemeClr>
                      </a:outerShdw>
                    </a:effectLst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3</a:t>
                </a:r>
                <a:endParaRPr lang="zh-CN" altLang="en-US" sz="1200" dirty="0">
                  <a:solidFill>
                    <a:srgbClr val="FFFFFF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用户主导性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282a10e9-fc99-483f-8f17-c69ff54fc291.source.3.zh-Hans.pptx">
            <a:extLst>
              <a:ext uri="{FF2B5EF4-FFF2-40B4-BE49-F238E27FC236}">
                <a16:creationId id="{D7E40609-4BCA-D85C-8A10-9096931E7D33}"/>
              </a:ext>
            </a:extLst>
          </p:cNvPr>
          <p:cNvGrpSpPr/>
          <p:nvPr/>
        </p:nvGrpSpPr>
        <p:grpSpPr>
          <a:xfrm>
            <a:off x="660399" y="1130300"/>
            <a:ext cx="11531602" cy="5727700"/>
            <a:chOff x="660399" y="1130300"/>
            <a:chExt cx="11531602" cy="5727700"/>
          </a:xfrm>
        </p:grpSpPr>
        <p:sp>
          <p:nvSpPr>
            <p:cNvPr id="5" name="PictureMisc1">
              <a:extLst>
                <a:ext uri="{FF2B5EF4-FFF2-40B4-BE49-F238E27FC236}">
                  <a16:creationId id="{F3E4BDF5-C1A2-0B09-F143-98D47DC1C4F8}"/>
                </a:ext>
              </a:extLst>
            </p:cNvPr>
            <p:cNvSpPr/>
            <p:nvPr/>
          </p:nvSpPr>
          <p:spPr>
            <a:xfrm>
              <a:off x="7986974" y="1142461"/>
              <a:ext cx="4205027" cy="5715539"/>
            </a:xfrm>
            <a:custGeom>
              <a:avLst/>
              <a:gdLst>
                <a:gd name="connsiteX0" fmla="*/ 3493373 w 4205027"/>
                <a:gd name="connsiteY0" fmla="*/ 0 h 5715539"/>
                <a:gd name="connsiteX1" fmla="*/ 4111759 w 4205027"/>
                <a:gd name="connsiteY1" fmla="*/ 54563 h 5715539"/>
                <a:gd name="connsiteX2" fmla="*/ 4205027 w 4205027"/>
                <a:gd name="connsiteY2" fmla="*/ 75468 h 5715539"/>
                <a:gd name="connsiteX3" fmla="*/ 4205027 w 4205027"/>
                <a:gd name="connsiteY3" fmla="*/ 5715539 h 5715539"/>
                <a:gd name="connsiteX4" fmla="*/ 797768 w 4205027"/>
                <a:gd name="connsiteY4" fmla="*/ 5715539 h 5715539"/>
                <a:gd name="connsiteX5" fmla="*/ 797717 w 4205027"/>
                <a:gd name="connsiteY5" fmla="*/ 5715484 h 5715539"/>
                <a:gd name="connsiteX6" fmla="*/ 0 w 4205027"/>
                <a:gd name="connsiteY6" fmla="*/ 3493373 h 5715539"/>
                <a:gd name="connsiteX7" fmla="*/ 3493373 w 4205027"/>
                <a:gd name="connsiteY7" fmla="*/ 0 h 57155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05027" h="5715539">
                  <a:moveTo>
                    <a:pt x="3493373" y="0"/>
                  </a:moveTo>
                  <a:cubicBezTo>
                    <a:pt x="3704395" y="0"/>
                    <a:pt x="3911046" y="18711"/>
                    <a:pt x="4111759" y="54563"/>
                  </a:cubicBezTo>
                  <a:lnTo>
                    <a:pt x="4205027" y="75468"/>
                  </a:lnTo>
                  <a:lnTo>
                    <a:pt x="4205027" y="5715539"/>
                  </a:lnTo>
                  <a:lnTo>
                    <a:pt x="797768" y="5715539"/>
                  </a:lnTo>
                  <a:lnTo>
                    <a:pt x="797717" y="5715484"/>
                  </a:lnTo>
                  <a:cubicBezTo>
                    <a:pt x="299367" y="5111622"/>
                    <a:pt x="0" y="4337458"/>
                    <a:pt x="0" y="3493373"/>
                  </a:cubicBezTo>
                  <a:cubicBezTo>
                    <a:pt x="0" y="1564037"/>
                    <a:pt x="1564037" y="0"/>
                    <a:pt x="3493373" y="0"/>
                  </a:cubicBezTo>
                  <a:close/>
                </a:path>
              </a:pathLst>
            </a:custGeom>
            <a:blipFill>
              <a:blip r:embed="rId4"/>
              <a:stretch>
                <a:fillRect l="-17960" t="0" r="-17960" b="0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b="1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id="{56C7EF59-EB03-8604-1E49-B50809C95524}"/>
                </a:ext>
              </a:extLst>
            </p:cNvPr>
            <p:cNvSpPr/>
            <p:nvPr/>
          </p:nvSpPr>
          <p:spPr>
            <a:xfrm>
              <a:off x="660399" y="1638300"/>
              <a:ext cx="9702800" cy="4495800"/>
            </a:xfrm>
            <a:prstGeom prst="roundRect">
              <a:avLst>
                <a:gd name="adj" fmla="val 3901"/>
              </a:avLst>
            </a:prstGeom>
            <a:solidFill>
              <a:schemeClr val="bg1"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7" name="Title">
              <a:extLst>
                <a:ext uri="{FF2B5EF4-FFF2-40B4-BE49-F238E27FC236}">
                  <a16:creationId id="{472A268C-82D3-9016-3295-24A7FAEF3E49}"/>
                </a:ext>
              </a:extLst>
            </p:cNvPr>
            <p:cNvSpPr txBox="1"/>
            <p:nvPr/>
          </p:nvSpPr>
          <p:spPr>
            <a:xfrm>
              <a:off x="660399" y="1130300"/>
              <a:ext cx="8370867" cy="501248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/>
              <a:r>
                <a:rPr lang="zh-CN" altLang="en-US" sz="2000" b="1" dirty="0"/>
                <a:t/>
              </a:r>
              <a:endParaRPr lang="en-US" dirty="0"/>
            </a:p>
          </p:txBody>
        </p:sp>
        <p:grpSp>
          <p:nvGrpSpPr>
            <p:cNvPr id="39" name="组合 38">
              <a:extLst>
                <a:ext uri="{FF2B5EF4-FFF2-40B4-BE49-F238E27FC236}">
                  <a16:creationId id="{BEBAF022-38A2-3B3D-D6FD-A695D9E3F4B0}"/>
                </a:ext>
              </a:extLst>
            </p:cNvPr>
            <p:cNvGrpSpPr/>
            <p:nvPr/>
          </p:nvGrpSpPr>
          <p:grpSpPr>
            <a:xfrm>
              <a:off x="660399" y="1828668"/>
              <a:ext cx="9563102" cy="4115064"/>
              <a:chOff x="660399" y="1701436"/>
              <a:chExt cx="7835902" cy="4432663"/>
            </a:xfrm>
          </p:grpSpPr>
          <p:grpSp>
            <p:nvGrpSpPr>
              <p:cNvPr id="40" name="组合 39">
                <a:extLst>
                  <a:ext uri="{FF2B5EF4-FFF2-40B4-BE49-F238E27FC236}">
                    <a16:creationId id="{E4370285-C598-71A7-3377-0569D55D7F8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60399" y="1701436"/>
                <a:ext cx="7835902" cy="1482055"/>
                <a:chOff x="797461" y="1782986"/>
                <a:chExt cx="6649786" cy="1590835"/>
              </a:xfrm>
            </p:grpSpPr>
            <p:sp>
              <p:nvSpPr>
                <p:cNvPr id="53" name="Bullet1">
                  <a:extLst>
                    <a:ext uri="{FF2B5EF4-FFF2-40B4-BE49-F238E27FC236}">
                      <a16:creationId id="{DB64D5B6-3947-AD75-0D98-CD2B7927714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7461" y="1782986"/>
                  <a:ext cx="6649784" cy="5002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时间节省优势</a:t>
                  </a:r>
                  <a:endParaRPr lang="en-US" dirty="0"/>
                </a:p>
              </p:txBody>
            </p:sp>
            <p:sp>
              <p:nvSpPr>
                <p:cNvPr id="54" name="Text1">
                  <a:extLst>
                    <a:ext uri="{FF2B5EF4-FFF2-40B4-BE49-F238E27FC236}">
                      <a16:creationId id="{2FD27CAD-CA8D-A651-A412-B0040995710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7463" y="2290496"/>
                  <a:ext cx="6649784" cy="10833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ChatGPT能够快速完成重复性工作，为用户节省大量时间，提高生产力。</a:t>
                  </a:r>
                  <a:endParaRPr lang="en-US" dirty="0"/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id="{5F7973C6-402A-0FE4-2305-3BFF796687F6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60399" y="3176741"/>
                <a:ext cx="7835902" cy="1482055"/>
                <a:chOff x="797461" y="1782986"/>
                <a:chExt cx="6649786" cy="1590835"/>
              </a:xfrm>
            </p:grpSpPr>
            <p:sp>
              <p:nvSpPr>
                <p:cNvPr id="51" name="Bullet2">
                  <a:extLst>
                    <a:ext uri="{FF2B5EF4-FFF2-40B4-BE49-F238E27FC236}">
                      <a16:creationId id="{C93BDB80-60C8-1D50-5948-00B7C6C70456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7461" y="1782986"/>
                  <a:ext cx="6649784" cy="5002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资源优化配置</a:t>
                  </a:r>
                  <a:endParaRPr lang="en-US" dirty="0"/>
                </a:p>
              </p:txBody>
            </p:sp>
            <p:sp>
              <p:nvSpPr>
                <p:cNvPr id="52" name="Text2">
                  <a:extLst>
                    <a:ext uri="{FF2B5EF4-FFF2-40B4-BE49-F238E27FC236}">
                      <a16:creationId id="{49C2C5E5-63DC-D095-56F0-6003567FAA7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7463" y="2290496"/>
                  <a:ext cx="6649784" cy="10833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通过智能化辅助，帮助用户更合理地分配精力，专注于核心创新活动。</a:t>
                  </a:r>
                  <a:endParaRPr lang="en-US" dirty="0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id="{0B488CEE-C6BD-C13E-D762-75F4F42E95E7}"/>
                  </a:ext>
                </a:extLst>
              </p:cNvPr>
              <p:cNvGrpSpPr>
                <a:grpSpLocks/>
              </p:cNvGrpSpPr>
              <p:nvPr/>
            </p:nvGrpSpPr>
            <p:grpSpPr>
              <a:xfrm>
                <a:off x="660399" y="4652044"/>
                <a:ext cx="7835902" cy="1482055"/>
                <a:chOff x="797461" y="1782986"/>
                <a:chExt cx="6649786" cy="1590835"/>
              </a:xfrm>
            </p:grpSpPr>
            <p:sp>
              <p:nvSpPr>
                <p:cNvPr id="49" name="Bullet3">
                  <a:extLst>
                    <a:ext uri="{FF2B5EF4-FFF2-40B4-BE49-F238E27FC236}">
                      <a16:creationId id="{23B5D871-C570-51CB-B3E9-797906D2B99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7461" y="1782986"/>
                  <a:ext cx="6649784" cy="500263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ctr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b="1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学习加速作用</a:t>
                  </a:r>
                  <a:endParaRPr lang="en-US" dirty="0"/>
                </a:p>
              </p:txBody>
            </p:sp>
            <p:sp>
              <p:nvSpPr>
                <p:cNvPr id="50" name="Text3">
                  <a:extLst>
                    <a:ext uri="{FF2B5EF4-FFF2-40B4-BE49-F238E27FC236}">
                      <a16:creationId id="{9294B6EE-872F-BE4D-F837-70F8060E726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97463" y="2290496"/>
                  <a:ext cx="6649784" cy="10833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91440" tIns="45720" rIns="91440" bIns="45720" rtlCol="0" anchor="t" anchorCtr="0">
                  <a:norm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kumimoji="1" lang="zh-CN" altLang="en-US" sz="1200" dirty="0">
                      <a:solidFill>
                        <a:schemeClr val="tx1"/>
                      </a:solidFill>
                      <a:latin typeface="Arial" panose="020B0604020202020204" pitchFamily="34" charset="0"/>
                      <a:ea typeface="微软雅黑" panose="020B0503020204020204" pitchFamily="34" charset="-122"/>
                      <a:sym typeface="Arial" panose="020B0604020202020204" pitchFamily="34" charset="0"/>
                    </a:rPr>
                    <a:t>作为知识助手，它能提供个性化学习支持，加速用户的技能提升过程。</a:t>
                  </a:r>
                  <a:endParaRPr lang="en-US" dirty="0"/>
                </a:p>
              </p:txBody>
            </p:sp>
          </p:grp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效率提升价值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替身的潜在风险</a:t>
            </a:r>
            <a:endParaRPr 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94ad3b18-288a-43d6-b838-a462aa82460c.source.3.zh-Hans.pptx">
            <a:extLst>
              <a:ext uri="{FF2B5EF4-FFF2-40B4-BE49-F238E27FC236}">
                <a16:creationId id="{48502AB2-C06F-4BA7-2D9E-E31B9F2D938C}"/>
              </a:ext>
            </a:extLst>
          </p:cNvPr>
          <p:cNvGrpSpPr/>
          <p:nvPr/>
        </p:nvGrpSpPr>
        <p:grpSpPr>
          <a:xfrm>
            <a:off x="770361" y="1130300"/>
            <a:ext cx="10748539" cy="5003800"/>
            <a:chOff x="770361" y="1130300"/>
            <a:chExt cx="10748539" cy="5003800"/>
          </a:xfrm>
        </p:grpSpPr>
        <p:grpSp>
          <p:nvGrpSpPr>
            <p:cNvPr id="12" name="组合 11">
              <a:extLst>
                <a:ext uri="{FF2B5EF4-FFF2-40B4-BE49-F238E27FC236}">
                  <a16:creationId id="{5EA3D428-D50F-C815-2530-F483B9F49450}"/>
                </a:ext>
              </a:extLst>
            </p:cNvPr>
            <p:cNvGrpSpPr/>
            <p:nvPr/>
          </p:nvGrpSpPr>
          <p:grpSpPr>
            <a:xfrm>
              <a:off x="3446653" y="1130300"/>
              <a:ext cx="8072247" cy="5003800"/>
              <a:chOff x="3446653" y="1130300"/>
              <a:chExt cx="8072247" cy="5003800"/>
            </a:xfrm>
          </p:grpSpPr>
          <p:cxnSp>
            <p:nvCxnSpPr>
              <p:cNvPr id="162" name="连接符: 肘形 161">
                <a:extLst>
                  <a:ext uri="{FF2B5EF4-FFF2-40B4-BE49-F238E27FC236}">
                    <a16:creationId id="{BA867B47-1387-A52F-3804-4D0CE7A3323E}"/>
                  </a:ext>
                </a:extLst>
              </p:cNvPr>
              <p:cNvCxnSpPr>
                <a:cxnSpLocks/>
                <a:stCxn id="27" idx="1"/>
                <a:endCxn id="57" idx="1"/>
              </p:cNvCxnSpPr>
              <p:nvPr/>
            </p:nvCxnSpPr>
            <p:spPr>
              <a:xfrm rot="10800000" flipV="1">
                <a:off x="3737311" y="1346300"/>
                <a:ext cx="12700" cy="3516218"/>
              </a:xfrm>
              <a:prstGeom prst="bentConnector3">
                <a:avLst>
                  <a:gd name="adj1" fmla="val 2400000"/>
                </a:avLst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直接连接符 162">
                <a:extLst>
                  <a:ext uri="{FF2B5EF4-FFF2-40B4-BE49-F238E27FC236}">
                    <a16:creationId id="{9E24571E-2473-94A6-6FAD-927D185FB3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46653" y="3104409"/>
                <a:ext cx="290657" cy="0"/>
              </a:xfrm>
              <a:prstGeom prst="line">
                <a:avLst/>
              </a:prstGeom>
              <a:ln>
                <a:solidFill>
                  <a:schemeClr val="tx1">
                    <a:alpha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" name="组合 8">
                <a:extLst>
                  <a:ext uri="{FF2B5EF4-FFF2-40B4-BE49-F238E27FC236}">
                    <a16:creationId id="{57504D9F-CE7F-14F9-0B2D-589C8FB4461A}"/>
                  </a:ext>
                </a:extLst>
              </p:cNvPr>
              <p:cNvGrpSpPr/>
              <p:nvPr/>
            </p:nvGrpSpPr>
            <p:grpSpPr>
              <a:xfrm>
                <a:off x="3737311" y="1130300"/>
                <a:ext cx="7781589" cy="1487582"/>
                <a:chOff x="3737311" y="1130300"/>
                <a:chExt cx="7781589" cy="1487582"/>
              </a:xfrm>
            </p:grpSpPr>
            <p:sp>
              <p:nvSpPr>
                <p:cNvPr id="18" name="Text1">
                  <a:extLst>
                    <a:ext uri="{FF2B5EF4-FFF2-40B4-BE49-F238E27FC236}">
                      <a16:creationId id="{B348DE41-C292-8AA2-6C84-9F6326C37B8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07411" y="1562302"/>
                  <a:ext cx="7311489" cy="105558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过度拟人化的交互方式可能导致用户产生情感依赖，模糊人机界限。</a:t>
                  </a:r>
                  <a:endParaRPr lang="en-US" dirty="0"/>
                </a:p>
              </p:txBody>
            </p:sp>
            <p:sp>
              <p:nvSpPr>
                <p:cNvPr id="19" name="Bullet1">
                  <a:extLst>
                    <a:ext uri="{FF2B5EF4-FFF2-40B4-BE49-F238E27FC236}">
                      <a16:creationId id="{BB7442FB-5346-6257-91B6-28689AEE498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07411" y="1130300"/>
                  <a:ext cx="7311489" cy="432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人格化误导风险</a:t>
                  </a:r>
                  <a:endParaRPr lang="en-US" dirty="0"/>
                </a:p>
              </p:txBody>
            </p:sp>
            <p:sp>
              <p:nvSpPr>
                <p:cNvPr id="2" name="Number1">
                  <a:extLst>
                    <a:ext uri="{FF2B5EF4-FFF2-40B4-BE49-F238E27FC236}">
                      <a16:creationId id="{44026C55-6AE2-9C3A-1116-B99CCEEC46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37311" y="1130300"/>
                  <a:ext cx="432000" cy="432000"/>
                </a:xfrm>
                <a:custGeom>
                  <a:avLst/>
                  <a:gdLst>
                    <a:gd name="connsiteX0" fmla="*/ 2421731 w 2751486"/>
                    <a:gd name="connsiteY0" fmla="*/ 386239 h 2751486"/>
                    <a:gd name="connsiteX1" fmla="*/ 2421731 w 2751486"/>
                    <a:gd name="connsiteY1" fmla="*/ 386239 h 2751486"/>
                    <a:gd name="connsiteX2" fmla="*/ 2365343 w 2751486"/>
                    <a:gd name="connsiteY2" fmla="*/ 329851 h 2751486"/>
                    <a:gd name="connsiteX3" fmla="*/ 2365343 w 2751486"/>
                    <a:gd name="connsiteY3" fmla="*/ 329851 h 2751486"/>
                    <a:gd name="connsiteX4" fmla="*/ 2035397 w 2751486"/>
                    <a:gd name="connsiteY4" fmla="*/ 0 h 2751486"/>
                    <a:gd name="connsiteX5" fmla="*/ 716090 w 2751486"/>
                    <a:gd name="connsiteY5" fmla="*/ 0 h 2751486"/>
                    <a:gd name="connsiteX6" fmla="*/ 386239 w 2751486"/>
                    <a:gd name="connsiteY6" fmla="*/ 329851 h 2751486"/>
                    <a:gd name="connsiteX7" fmla="*/ 386239 w 2751486"/>
                    <a:gd name="connsiteY7" fmla="*/ 329851 h 2751486"/>
                    <a:gd name="connsiteX8" fmla="*/ 329851 w 2751486"/>
                    <a:gd name="connsiteY8" fmla="*/ 386239 h 2751486"/>
                    <a:gd name="connsiteX9" fmla="*/ 329851 w 2751486"/>
                    <a:gd name="connsiteY9" fmla="*/ 386239 h 2751486"/>
                    <a:gd name="connsiteX10" fmla="*/ 0 w 2751486"/>
                    <a:gd name="connsiteY10" fmla="*/ 716090 h 2751486"/>
                    <a:gd name="connsiteX11" fmla="*/ 0 w 2751486"/>
                    <a:gd name="connsiteY11" fmla="*/ 2035397 h 2751486"/>
                    <a:gd name="connsiteX12" fmla="*/ 329851 w 2751486"/>
                    <a:gd name="connsiteY12" fmla="*/ 2365248 h 2751486"/>
                    <a:gd name="connsiteX13" fmla="*/ 329851 w 2751486"/>
                    <a:gd name="connsiteY13" fmla="*/ 2365248 h 2751486"/>
                    <a:gd name="connsiteX14" fmla="*/ 386239 w 2751486"/>
                    <a:gd name="connsiteY14" fmla="*/ 2421636 h 2751486"/>
                    <a:gd name="connsiteX15" fmla="*/ 386239 w 2751486"/>
                    <a:gd name="connsiteY15" fmla="*/ 2421636 h 2751486"/>
                    <a:gd name="connsiteX16" fmla="*/ 716090 w 2751486"/>
                    <a:gd name="connsiteY16" fmla="*/ 2751487 h 2751486"/>
                    <a:gd name="connsiteX17" fmla="*/ 2035397 w 2751486"/>
                    <a:gd name="connsiteY17" fmla="*/ 2751487 h 2751486"/>
                    <a:gd name="connsiteX18" fmla="*/ 2365248 w 2751486"/>
                    <a:gd name="connsiteY18" fmla="*/ 2421636 h 2751486"/>
                    <a:gd name="connsiteX19" fmla="*/ 2365248 w 2751486"/>
                    <a:gd name="connsiteY19" fmla="*/ 2421636 h 2751486"/>
                    <a:gd name="connsiteX20" fmla="*/ 2421636 w 2751486"/>
                    <a:gd name="connsiteY20" fmla="*/ 2365248 h 2751486"/>
                    <a:gd name="connsiteX21" fmla="*/ 2421636 w 2751486"/>
                    <a:gd name="connsiteY21" fmla="*/ 2365248 h 2751486"/>
                    <a:gd name="connsiteX22" fmla="*/ 2751487 w 2751486"/>
                    <a:gd name="connsiteY22" fmla="*/ 2035397 h 2751486"/>
                    <a:gd name="connsiteX23" fmla="*/ 2751487 w 2751486"/>
                    <a:gd name="connsiteY23" fmla="*/ 716090 h 2751486"/>
                    <a:gd name="connsiteX24" fmla="*/ 2421636 w 2751486"/>
                    <a:gd name="connsiteY24" fmla="*/ 386239 h 2751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51486" h="2751486">
                      <a:moveTo>
                        <a:pt x="2421731" y="386239"/>
                      </a:moveTo>
                      <a:lnTo>
                        <a:pt x="2421731" y="386239"/>
                      </a:lnTo>
                      <a:cubicBezTo>
                        <a:pt x="2390585" y="386239"/>
                        <a:pt x="2365343" y="360998"/>
                        <a:pt x="2365343" y="329851"/>
                      </a:cubicBezTo>
                      <a:lnTo>
                        <a:pt x="2365343" y="329851"/>
                      </a:lnTo>
                      <a:cubicBezTo>
                        <a:pt x="2365248" y="147638"/>
                        <a:pt x="2217611" y="0"/>
                        <a:pt x="2035397" y="0"/>
                      </a:cubicBezTo>
                      <a:lnTo>
                        <a:pt x="716090" y="0"/>
                      </a:lnTo>
                      <a:cubicBezTo>
                        <a:pt x="533972" y="0"/>
                        <a:pt x="386239" y="147638"/>
                        <a:pt x="386239" y="329851"/>
                      </a:cubicBezTo>
                      <a:lnTo>
                        <a:pt x="386239" y="329851"/>
                      </a:lnTo>
                      <a:cubicBezTo>
                        <a:pt x="386239" y="360998"/>
                        <a:pt x="360998" y="386239"/>
                        <a:pt x="329851" y="386239"/>
                      </a:cubicBezTo>
                      <a:lnTo>
                        <a:pt x="329851" y="386239"/>
                      </a:lnTo>
                      <a:cubicBezTo>
                        <a:pt x="147638" y="386239"/>
                        <a:pt x="0" y="533972"/>
                        <a:pt x="0" y="716090"/>
                      </a:cubicBezTo>
                      <a:lnTo>
                        <a:pt x="0" y="2035397"/>
                      </a:lnTo>
                      <a:cubicBezTo>
                        <a:pt x="0" y="2217515"/>
                        <a:pt x="147638" y="2365248"/>
                        <a:pt x="329851" y="2365248"/>
                      </a:cubicBezTo>
                      <a:lnTo>
                        <a:pt x="329851" y="2365248"/>
                      </a:lnTo>
                      <a:cubicBezTo>
                        <a:pt x="360998" y="2365248"/>
                        <a:pt x="386239" y="2390489"/>
                        <a:pt x="386239" y="2421636"/>
                      </a:cubicBezTo>
                      <a:lnTo>
                        <a:pt x="386239" y="2421636"/>
                      </a:lnTo>
                      <a:cubicBezTo>
                        <a:pt x="386239" y="2603754"/>
                        <a:pt x="533876" y="2751487"/>
                        <a:pt x="716090" y="2751487"/>
                      </a:cubicBezTo>
                      <a:lnTo>
                        <a:pt x="2035397" y="2751487"/>
                      </a:lnTo>
                      <a:cubicBezTo>
                        <a:pt x="2217515" y="2751487"/>
                        <a:pt x="2365248" y="2603849"/>
                        <a:pt x="2365248" y="2421636"/>
                      </a:cubicBezTo>
                      <a:lnTo>
                        <a:pt x="2365248" y="2421636"/>
                      </a:lnTo>
                      <a:cubicBezTo>
                        <a:pt x="2365248" y="2390489"/>
                        <a:pt x="2390489" y="2365248"/>
                        <a:pt x="2421636" y="2365248"/>
                      </a:cubicBezTo>
                      <a:lnTo>
                        <a:pt x="2421636" y="2365248"/>
                      </a:lnTo>
                      <a:cubicBezTo>
                        <a:pt x="2603754" y="2365248"/>
                        <a:pt x="2751487" y="2217611"/>
                        <a:pt x="2751487" y="2035397"/>
                      </a:cubicBezTo>
                      <a:lnTo>
                        <a:pt x="2751487" y="716090"/>
                      </a:lnTo>
                      <a:cubicBezTo>
                        <a:pt x="2751487" y="533972"/>
                        <a:pt x="2603849" y="386239"/>
                        <a:pt x="2421636" y="3862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</a:rPr>
                    <a:t>1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id="{6CCE2138-135D-836F-E5A1-26D5EC147693}"/>
                  </a:ext>
                </a:extLst>
              </p:cNvPr>
              <p:cNvGrpSpPr/>
              <p:nvPr/>
            </p:nvGrpSpPr>
            <p:grpSpPr>
              <a:xfrm>
                <a:off x="3737311" y="2888409"/>
                <a:ext cx="7781589" cy="1487582"/>
                <a:chOff x="3737311" y="2888409"/>
                <a:chExt cx="7781589" cy="1487582"/>
              </a:xfrm>
            </p:grpSpPr>
            <p:sp>
              <p:nvSpPr>
                <p:cNvPr id="51" name="Text2">
                  <a:extLst>
                    <a:ext uri="{FF2B5EF4-FFF2-40B4-BE49-F238E27FC236}">
                      <a16:creationId id="{0C6C0735-8F4D-E5E6-971B-40A2D3F14F6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07411" y="3320411"/>
                  <a:ext cx="7311489" cy="105558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当AI替代人类执行关键任务时，可能出现责任认定和问责机制的混乱。</a:t>
                  </a:r>
                  <a:endParaRPr lang="en-US" dirty="0"/>
                </a:p>
              </p:txBody>
            </p:sp>
            <p:sp>
              <p:nvSpPr>
                <p:cNvPr id="52" name="Bullet2">
                  <a:extLst>
                    <a:ext uri="{FF2B5EF4-FFF2-40B4-BE49-F238E27FC236}">
                      <a16:creationId id="{D55A7316-0B87-C384-2208-AFD6FE8A474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07411" y="2888409"/>
                  <a:ext cx="7311489" cy="432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责任归属困境</a:t>
                  </a:r>
                  <a:endParaRPr lang="en-US" dirty="0"/>
                </a:p>
              </p:txBody>
            </p:sp>
            <p:sp>
              <p:nvSpPr>
                <p:cNvPr id="3" name="Number2">
                  <a:extLst>
                    <a:ext uri="{FF2B5EF4-FFF2-40B4-BE49-F238E27FC236}">
                      <a16:creationId id="{44026C55-6AE2-9C3A-1116-B99CCEEC46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37311" y="2888409"/>
                  <a:ext cx="432000" cy="432000"/>
                </a:xfrm>
                <a:custGeom>
                  <a:avLst/>
                  <a:gdLst>
                    <a:gd name="connsiteX0" fmla="*/ 2421731 w 2751486"/>
                    <a:gd name="connsiteY0" fmla="*/ 386239 h 2751486"/>
                    <a:gd name="connsiteX1" fmla="*/ 2421731 w 2751486"/>
                    <a:gd name="connsiteY1" fmla="*/ 386239 h 2751486"/>
                    <a:gd name="connsiteX2" fmla="*/ 2365343 w 2751486"/>
                    <a:gd name="connsiteY2" fmla="*/ 329851 h 2751486"/>
                    <a:gd name="connsiteX3" fmla="*/ 2365343 w 2751486"/>
                    <a:gd name="connsiteY3" fmla="*/ 329851 h 2751486"/>
                    <a:gd name="connsiteX4" fmla="*/ 2035397 w 2751486"/>
                    <a:gd name="connsiteY4" fmla="*/ 0 h 2751486"/>
                    <a:gd name="connsiteX5" fmla="*/ 716090 w 2751486"/>
                    <a:gd name="connsiteY5" fmla="*/ 0 h 2751486"/>
                    <a:gd name="connsiteX6" fmla="*/ 386239 w 2751486"/>
                    <a:gd name="connsiteY6" fmla="*/ 329851 h 2751486"/>
                    <a:gd name="connsiteX7" fmla="*/ 386239 w 2751486"/>
                    <a:gd name="connsiteY7" fmla="*/ 329851 h 2751486"/>
                    <a:gd name="connsiteX8" fmla="*/ 329851 w 2751486"/>
                    <a:gd name="connsiteY8" fmla="*/ 386239 h 2751486"/>
                    <a:gd name="connsiteX9" fmla="*/ 329851 w 2751486"/>
                    <a:gd name="connsiteY9" fmla="*/ 386239 h 2751486"/>
                    <a:gd name="connsiteX10" fmla="*/ 0 w 2751486"/>
                    <a:gd name="connsiteY10" fmla="*/ 716090 h 2751486"/>
                    <a:gd name="connsiteX11" fmla="*/ 0 w 2751486"/>
                    <a:gd name="connsiteY11" fmla="*/ 2035397 h 2751486"/>
                    <a:gd name="connsiteX12" fmla="*/ 329851 w 2751486"/>
                    <a:gd name="connsiteY12" fmla="*/ 2365248 h 2751486"/>
                    <a:gd name="connsiteX13" fmla="*/ 329851 w 2751486"/>
                    <a:gd name="connsiteY13" fmla="*/ 2365248 h 2751486"/>
                    <a:gd name="connsiteX14" fmla="*/ 386239 w 2751486"/>
                    <a:gd name="connsiteY14" fmla="*/ 2421636 h 2751486"/>
                    <a:gd name="connsiteX15" fmla="*/ 386239 w 2751486"/>
                    <a:gd name="connsiteY15" fmla="*/ 2421636 h 2751486"/>
                    <a:gd name="connsiteX16" fmla="*/ 716090 w 2751486"/>
                    <a:gd name="connsiteY16" fmla="*/ 2751487 h 2751486"/>
                    <a:gd name="connsiteX17" fmla="*/ 2035397 w 2751486"/>
                    <a:gd name="connsiteY17" fmla="*/ 2751487 h 2751486"/>
                    <a:gd name="connsiteX18" fmla="*/ 2365248 w 2751486"/>
                    <a:gd name="connsiteY18" fmla="*/ 2421636 h 2751486"/>
                    <a:gd name="connsiteX19" fmla="*/ 2365248 w 2751486"/>
                    <a:gd name="connsiteY19" fmla="*/ 2421636 h 2751486"/>
                    <a:gd name="connsiteX20" fmla="*/ 2421636 w 2751486"/>
                    <a:gd name="connsiteY20" fmla="*/ 2365248 h 2751486"/>
                    <a:gd name="connsiteX21" fmla="*/ 2421636 w 2751486"/>
                    <a:gd name="connsiteY21" fmla="*/ 2365248 h 2751486"/>
                    <a:gd name="connsiteX22" fmla="*/ 2751487 w 2751486"/>
                    <a:gd name="connsiteY22" fmla="*/ 2035397 h 2751486"/>
                    <a:gd name="connsiteX23" fmla="*/ 2751487 w 2751486"/>
                    <a:gd name="connsiteY23" fmla="*/ 716090 h 2751486"/>
                    <a:gd name="connsiteX24" fmla="*/ 2421636 w 2751486"/>
                    <a:gd name="connsiteY24" fmla="*/ 386239 h 2751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51486" h="2751486">
                      <a:moveTo>
                        <a:pt x="2421731" y="386239"/>
                      </a:moveTo>
                      <a:lnTo>
                        <a:pt x="2421731" y="386239"/>
                      </a:lnTo>
                      <a:cubicBezTo>
                        <a:pt x="2390585" y="386239"/>
                        <a:pt x="2365343" y="360998"/>
                        <a:pt x="2365343" y="329851"/>
                      </a:cubicBezTo>
                      <a:lnTo>
                        <a:pt x="2365343" y="329851"/>
                      </a:lnTo>
                      <a:cubicBezTo>
                        <a:pt x="2365248" y="147638"/>
                        <a:pt x="2217611" y="0"/>
                        <a:pt x="2035397" y="0"/>
                      </a:cubicBezTo>
                      <a:lnTo>
                        <a:pt x="716090" y="0"/>
                      </a:lnTo>
                      <a:cubicBezTo>
                        <a:pt x="533972" y="0"/>
                        <a:pt x="386239" y="147638"/>
                        <a:pt x="386239" y="329851"/>
                      </a:cubicBezTo>
                      <a:lnTo>
                        <a:pt x="386239" y="329851"/>
                      </a:lnTo>
                      <a:cubicBezTo>
                        <a:pt x="386239" y="360998"/>
                        <a:pt x="360998" y="386239"/>
                        <a:pt x="329851" y="386239"/>
                      </a:cubicBezTo>
                      <a:lnTo>
                        <a:pt x="329851" y="386239"/>
                      </a:lnTo>
                      <a:cubicBezTo>
                        <a:pt x="147638" y="386239"/>
                        <a:pt x="0" y="533972"/>
                        <a:pt x="0" y="716090"/>
                      </a:cubicBezTo>
                      <a:lnTo>
                        <a:pt x="0" y="2035397"/>
                      </a:lnTo>
                      <a:cubicBezTo>
                        <a:pt x="0" y="2217515"/>
                        <a:pt x="147638" y="2365248"/>
                        <a:pt x="329851" y="2365248"/>
                      </a:cubicBezTo>
                      <a:lnTo>
                        <a:pt x="329851" y="2365248"/>
                      </a:lnTo>
                      <a:cubicBezTo>
                        <a:pt x="360998" y="2365248"/>
                        <a:pt x="386239" y="2390489"/>
                        <a:pt x="386239" y="2421636"/>
                      </a:cubicBezTo>
                      <a:lnTo>
                        <a:pt x="386239" y="2421636"/>
                      </a:lnTo>
                      <a:cubicBezTo>
                        <a:pt x="386239" y="2603754"/>
                        <a:pt x="533876" y="2751487"/>
                        <a:pt x="716090" y="2751487"/>
                      </a:cubicBezTo>
                      <a:lnTo>
                        <a:pt x="2035397" y="2751487"/>
                      </a:lnTo>
                      <a:cubicBezTo>
                        <a:pt x="2217515" y="2751487"/>
                        <a:pt x="2365248" y="2603849"/>
                        <a:pt x="2365248" y="2421636"/>
                      </a:cubicBezTo>
                      <a:lnTo>
                        <a:pt x="2365248" y="2421636"/>
                      </a:lnTo>
                      <a:cubicBezTo>
                        <a:pt x="2365248" y="2390489"/>
                        <a:pt x="2390489" y="2365248"/>
                        <a:pt x="2421636" y="2365248"/>
                      </a:cubicBezTo>
                      <a:lnTo>
                        <a:pt x="2421636" y="2365248"/>
                      </a:lnTo>
                      <a:cubicBezTo>
                        <a:pt x="2603754" y="2365248"/>
                        <a:pt x="2751487" y="2217611"/>
                        <a:pt x="2751487" y="2035397"/>
                      </a:cubicBezTo>
                      <a:lnTo>
                        <a:pt x="2751487" y="716090"/>
                      </a:lnTo>
                      <a:cubicBezTo>
                        <a:pt x="2751487" y="533972"/>
                        <a:pt x="2603849" y="386239"/>
                        <a:pt x="2421636" y="3862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</a:rPr>
                    <a:t>2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id="{0A12CC24-2628-A3AA-3174-EAB5366DE6C5}"/>
                  </a:ext>
                </a:extLst>
              </p:cNvPr>
              <p:cNvGrpSpPr/>
              <p:nvPr/>
            </p:nvGrpSpPr>
            <p:grpSpPr>
              <a:xfrm>
                <a:off x="3737311" y="4646518"/>
                <a:ext cx="7781589" cy="1487582"/>
                <a:chOff x="3737311" y="4646518"/>
                <a:chExt cx="7781589" cy="1487582"/>
              </a:xfrm>
            </p:grpSpPr>
            <p:sp>
              <p:nvSpPr>
                <p:cNvPr id="55" name="Text3">
                  <a:extLst>
                    <a:ext uri="{FF2B5EF4-FFF2-40B4-BE49-F238E27FC236}">
                      <a16:creationId id="{761C526B-0C40-B516-AC59-147764661AA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07411" y="5078520"/>
                  <a:ext cx="7311489" cy="1055580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sz="1200" dirty="0">
                      <a:cs typeface="+mn-ea"/>
                      <a:sym typeface="+mn-lt"/>
                    </a:rPr>
                    <a:t>长期依赖AI替代人际互动，可能影响正常的社会交往能力和情感发展。</a:t>
                  </a:r>
                  <a:endParaRPr lang="en-US" dirty="0"/>
                </a:p>
              </p:txBody>
            </p:sp>
            <p:sp>
              <p:nvSpPr>
                <p:cNvPr id="56" name="Bullet3">
                  <a:extLst>
                    <a:ext uri="{FF2B5EF4-FFF2-40B4-BE49-F238E27FC236}">
                      <a16:creationId id="{AEA200DC-D0ED-D321-6320-444CFC66AF2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207411" y="4646518"/>
                  <a:ext cx="7311489" cy="432000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0">
                  <a:normAutofit/>
                </a:bodyPr>
                <a:lstStyle/>
                <a:p>
                  <a:pPr>
                    <a:lnSpc>
                      <a:spcPct val="120000"/>
                    </a:lnSpc>
                  </a:pPr>
                  <a:r>
                    <a:rPr lang="zh-CN" altLang="en-US" b="1" dirty="0">
                      <a:cs typeface="+mn-ea"/>
                      <a:sym typeface="+mn-lt"/>
                    </a:rPr>
                    <a:t>社会关系异化</a:t>
                  </a:r>
                  <a:endParaRPr lang="en-US" dirty="0"/>
                </a:p>
              </p:txBody>
            </p:sp>
            <p:sp>
              <p:nvSpPr>
                <p:cNvPr id="4" name="Number3">
                  <a:extLst>
                    <a:ext uri="{FF2B5EF4-FFF2-40B4-BE49-F238E27FC236}">
                      <a16:creationId id="{44026C55-6AE2-9C3A-1116-B99CCEEC467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737311" y="4646518"/>
                  <a:ext cx="432000" cy="432000"/>
                </a:xfrm>
                <a:custGeom>
                  <a:avLst/>
                  <a:gdLst>
                    <a:gd name="connsiteX0" fmla="*/ 2421731 w 2751486"/>
                    <a:gd name="connsiteY0" fmla="*/ 386239 h 2751486"/>
                    <a:gd name="connsiteX1" fmla="*/ 2421731 w 2751486"/>
                    <a:gd name="connsiteY1" fmla="*/ 386239 h 2751486"/>
                    <a:gd name="connsiteX2" fmla="*/ 2365343 w 2751486"/>
                    <a:gd name="connsiteY2" fmla="*/ 329851 h 2751486"/>
                    <a:gd name="connsiteX3" fmla="*/ 2365343 w 2751486"/>
                    <a:gd name="connsiteY3" fmla="*/ 329851 h 2751486"/>
                    <a:gd name="connsiteX4" fmla="*/ 2035397 w 2751486"/>
                    <a:gd name="connsiteY4" fmla="*/ 0 h 2751486"/>
                    <a:gd name="connsiteX5" fmla="*/ 716090 w 2751486"/>
                    <a:gd name="connsiteY5" fmla="*/ 0 h 2751486"/>
                    <a:gd name="connsiteX6" fmla="*/ 386239 w 2751486"/>
                    <a:gd name="connsiteY6" fmla="*/ 329851 h 2751486"/>
                    <a:gd name="connsiteX7" fmla="*/ 386239 w 2751486"/>
                    <a:gd name="connsiteY7" fmla="*/ 329851 h 2751486"/>
                    <a:gd name="connsiteX8" fmla="*/ 329851 w 2751486"/>
                    <a:gd name="connsiteY8" fmla="*/ 386239 h 2751486"/>
                    <a:gd name="connsiteX9" fmla="*/ 329851 w 2751486"/>
                    <a:gd name="connsiteY9" fmla="*/ 386239 h 2751486"/>
                    <a:gd name="connsiteX10" fmla="*/ 0 w 2751486"/>
                    <a:gd name="connsiteY10" fmla="*/ 716090 h 2751486"/>
                    <a:gd name="connsiteX11" fmla="*/ 0 w 2751486"/>
                    <a:gd name="connsiteY11" fmla="*/ 2035397 h 2751486"/>
                    <a:gd name="connsiteX12" fmla="*/ 329851 w 2751486"/>
                    <a:gd name="connsiteY12" fmla="*/ 2365248 h 2751486"/>
                    <a:gd name="connsiteX13" fmla="*/ 329851 w 2751486"/>
                    <a:gd name="connsiteY13" fmla="*/ 2365248 h 2751486"/>
                    <a:gd name="connsiteX14" fmla="*/ 386239 w 2751486"/>
                    <a:gd name="connsiteY14" fmla="*/ 2421636 h 2751486"/>
                    <a:gd name="connsiteX15" fmla="*/ 386239 w 2751486"/>
                    <a:gd name="connsiteY15" fmla="*/ 2421636 h 2751486"/>
                    <a:gd name="connsiteX16" fmla="*/ 716090 w 2751486"/>
                    <a:gd name="connsiteY16" fmla="*/ 2751487 h 2751486"/>
                    <a:gd name="connsiteX17" fmla="*/ 2035397 w 2751486"/>
                    <a:gd name="connsiteY17" fmla="*/ 2751487 h 2751486"/>
                    <a:gd name="connsiteX18" fmla="*/ 2365248 w 2751486"/>
                    <a:gd name="connsiteY18" fmla="*/ 2421636 h 2751486"/>
                    <a:gd name="connsiteX19" fmla="*/ 2365248 w 2751486"/>
                    <a:gd name="connsiteY19" fmla="*/ 2421636 h 2751486"/>
                    <a:gd name="connsiteX20" fmla="*/ 2421636 w 2751486"/>
                    <a:gd name="connsiteY20" fmla="*/ 2365248 h 2751486"/>
                    <a:gd name="connsiteX21" fmla="*/ 2421636 w 2751486"/>
                    <a:gd name="connsiteY21" fmla="*/ 2365248 h 2751486"/>
                    <a:gd name="connsiteX22" fmla="*/ 2751487 w 2751486"/>
                    <a:gd name="connsiteY22" fmla="*/ 2035397 h 2751486"/>
                    <a:gd name="connsiteX23" fmla="*/ 2751487 w 2751486"/>
                    <a:gd name="connsiteY23" fmla="*/ 716090 h 2751486"/>
                    <a:gd name="connsiteX24" fmla="*/ 2421636 w 2751486"/>
                    <a:gd name="connsiteY24" fmla="*/ 386239 h 275148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2751486" h="2751486">
                      <a:moveTo>
                        <a:pt x="2421731" y="386239"/>
                      </a:moveTo>
                      <a:lnTo>
                        <a:pt x="2421731" y="386239"/>
                      </a:lnTo>
                      <a:cubicBezTo>
                        <a:pt x="2390585" y="386239"/>
                        <a:pt x="2365343" y="360998"/>
                        <a:pt x="2365343" y="329851"/>
                      </a:cubicBezTo>
                      <a:lnTo>
                        <a:pt x="2365343" y="329851"/>
                      </a:lnTo>
                      <a:cubicBezTo>
                        <a:pt x="2365248" y="147638"/>
                        <a:pt x="2217611" y="0"/>
                        <a:pt x="2035397" y="0"/>
                      </a:cubicBezTo>
                      <a:lnTo>
                        <a:pt x="716090" y="0"/>
                      </a:lnTo>
                      <a:cubicBezTo>
                        <a:pt x="533972" y="0"/>
                        <a:pt x="386239" y="147638"/>
                        <a:pt x="386239" y="329851"/>
                      </a:cubicBezTo>
                      <a:lnTo>
                        <a:pt x="386239" y="329851"/>
                      </a:lnTo>
                      <a:cubicBezTo>
                        <a:pt x="386239" y="360998"/>
                        <a:pt x="360998" y="386239"/>
                        <a:pt x="329851" y="386239"/>
                      </a:cubicBezTo>
                      <a:lnTo>
                        <a:pt x="329851" y="386239"/>
                      </a:lnTo>
                      <a:cubicBezTo>
                        <a:pt x="147638" y="386239"/>
                        <a:pt x="0" y="533972"/>
                        <a:pt x="0" y="716090"/>
                      </a:cubicBezTo>
                      <a:lnTo>
                        <a:pt x="0" y="2035397"/>
                      </a:lnTo>
                      <a:cubicBezTo>
                        <a:pt x="0" y="2217515"/>
                        <a:pt x="147638" y="2365248"/>
                        <a:pt x="329851" y="2365248"/>
                      </a:cubicBezTo>
                      <a:lnTo>
                        <a:pt x="329851" y="2365248"/>
                      </a:lnTo>
                      <a:cubicBezTo>
                        <a:pt x="360998" y="2365248"/>
                        <a:pt x="386239" y="2390489"/>
                        <a:pt x="386239" y="2421636"/>
                      </a:cubicBezTo>
                      <a:lnTo>
                        <a:pt x="386239" y="2421636"/>
                      </a:lnTo>
                      <a:cubicBezTo>
                        <a:pt x="386239" y="2603754"/>
                        <a:pt x="533876" y="2751487"/>
                        <a:pt x="716090" y="2751487"/>
                      </a:cubicBezTo>
                      <a:lnTo>
                        <a:pt x="2035397" y="2751487"/>
                      </a:lnTo>
                      <a:cubicBezTo>
                        <a:pt x="2217515" y="2751487"/>
                        <a:pt x="2365248" y="2603849"/>
                        <a:pt x="2365248" y="2421636"/>
                      </a:cubicBezTo>
                      <a:lnTo>
                        <a:pt x="2365248" y="2421636"/>
                      </a:lnTo>
                      <a:cubicBezTo>
                        <a:pt x="2365248" y="2390489"/>
                        <a:pt x="2390489" y="2365248"/>
                        <a:pt x="2421636" y="2365248"/>
                      </a:cubicBezTo>
                      <a:lnTo>
                        <a:pt x="2421636" y="2365248"/>
                      </a:lnTo>
                      <a:cubicBezTo>
                        <a:pt x="2603754" y="2365248"/>
                        <a:pt x="2751487" y="2217611"/>
                        <a:pt x="2751487" y="2035397"/>
                      </a:cubicBezTo>
                      <a:lnTo>
                        <a:pt x="2751487" y="716090"/>
                      </a:lnTo>
                      <a:cubicBezTo>
                        <a:pt x="2751487" y="533972"/>
                        <a:pt x="2603849" y="386239"/>
                        <a:pt x="2421636" y="386239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 cap="flat">
                  <a:noFill/>
                  <a:prstDash val="solid"/>
                  <a:miter/>
                </a:ln>
              </p:spPr>
              <p:txBody>
                <a:bodyPr rtlCol="0" anchor="ctr">
                  <a:normAutofit/>
                </a:bodyPr>
                <a:lstStyle/>
                <a:p>
                  <a:pPr algn="ctr"/>
                  <a:r>
                    <a:rPr lang="en-US" altLang="zh-CN" b="1" dirty="0">
                      <a:solidFill>
                        <a:srgbClr val="FFFFFF"/>
                      </a:solidFill>
                    </a:rPr>
                    <a:t>3</a:t>
                  </a:r>
                  <a:endParaRPr lang="zh-CN" altLang="en-US" b="1" dirty="0">
                    <a:solidFill>
                      <a:srgbClr val="FFFFFF"/>
                    </a:solidFill>
                  </a:endParaRPr>
                </a:p>
              </p:txBody>
            </p:sp>
          </p:grpSp>
        </p:grpSp>
        <p:sp>
          <p:nvSpPr>
            <p:cNvPr id="6" name="Title">
              <a:extLst>
                <a:ext uri="{FF2B5EF4-FFF2-40B4-BE49-F238E27FC236}">
                  <a16:creationId id="{A794BC07-F530-D1BF-395D-9541A7A18B1E}"/>
                </a:ext>
              </a:extLst>
            </p:cNvPr>
            <p:cNvSpPr>
              <a:spLocks/>
            </p:cNvSpPr>
            <p:nvPr/>
          </p:nvSpPr>
          <p:spPr>
            <a:xfrm>
              <a:off x="770361" y="1879600"/>
              <a:ext cx="2449618" cy="2449618"/>
            </a:xfrm>
            <a:custGeom>
              <a:avLst/>
              <a:gdLst>
                <a:gd name="connsiteX0" fmla="*/ 2940335 w 3340706"/>
                <a:gd name="connsiteY0" fmla="*/ 459165 h 3271000"/>
                <a:gd name="connsiteX1" fmla="*/ 2940335 w 3340706"/>
                <a:gd name="connsiteY1" fmla="*/ 459165 h 3271000"/>
                <a:gd name="connsiteX2" fmla="*/ 2871872 w 3340706"/>
                <a:gd name="connsiteY2" fmla="*/ 392131 h 3271000"/>
                <a:gd name="connsiteX3" fmla="*/ 2871872 w 3340706"/>
                <a:gd name="connsiteY3" fmla="*/ 392131 h 3271000"/>
                <a:gd name="connsiteX4" fmla="*/ 2471270 w 3340706"/>
                <a:gd name="connsiteY4" fmla="*/ 0 h 3271000"/>
                <a:gd name="connsiteX5" fmla="*/ 869437 w 3340706"/>
                <a:gd name="connsiteY5" fmla="*/ 0 h 3271000"/>
                <a:gd name="connsiteX6" fmla="*/ 468950 w 3340706"/>
                <a:gd name="connsiteY6" fmla="*/ 392131 h 3271000"/>
                <a:gd name="connsiteX7" fmla="*/ 468950 w 3340706"/>
                <a:gd name="connsiteY7" fmla="*/ 392131 h 3271000"/>
                <a:gd name="connsiteX8" fmla="*/ 400487 w 3340706"/>
                <a:gd name="connsiteY8" fmla="*/ 459165 h 3271000"/>
                <a:gd name="connsiteX9" fmla="*/ 400487 w 3340706"/>
                <a:gd name="connsiteY9" fmla="*/ 459165 h 3271000"/>
                <a:gd name="connsiteX10" fmla="*/ 0 w 3340706"/>
                <a:gd name="connsiteY10" fmla="*/ 851296 h 3271000"/>
                <a:gd name="connsiteX11" fmla="*/ 0 w 3340706"/>
                <a:gd name="connsiteY11" fmla="*/ 2419705 h 3271000"/>
                <a:gd name="connsiteX12" fmla="*/ 400487 w 3340706"/>
                <a:gd name="connsiteY12" fmla="*/ 2811836 h 3271000"/>
                <a:gd name="connsiteX13" fmla="*/ 400487 w 3340706"/>
                <a:gd name="connsiteY13" fmla="*/ 2811836 h 3271000"/>
                <a:gd name="connsiteX14" fmla="*/ 468950 w 3340706"/>
                <a:gd name="connsiteY14" fmla="*/ 2878871 h 3271000"/>
                <a:gd name="connsiteX15" fmla="*/ 468950 w 3340706"/>
                <a:gd name="connsiteY15" fmla="*/ 2878871 h 3271000"/>
                <a:gd name="connsiteX16" fmla="*/ 869437 w 3340706"/>
                <a:gd name="connsiteY16" fmla="*/ 3271001 h 3271000"/>
                <a:gd name="connsiteX17" fmla="*/ 2471270 w 3340706"/>
                <a:gd name="connsiteY17" fmla="*/ 3271001 h 3271000"/>
                <a:gd name="connsiteX18" fmla="*/ 2871757 w 3340706"/>
                <a:gd name="connsiteY18" fmla="*/ 2878871 h 3271000"/>
                <a:gd name="connsiteX19" fmla="*/ 2871757 w 3340706"/>
                <a:gd name="connsiteY19" fmla="*/ 2878871 h 3271000"/>
                <a:gd name="connsiteX20" fmla="*/ 2940220 w 3340706"/>
                <a:gd name="connsiteY20" fmla="*/ 2811836 h 3271000"/>
                <a:gd name="connsiteX21" fmla="*/ 2940220 w 3340706"/>
                <a:gd name="connsiteY21" fmla="*/ 2811836 h 3271000"/>
                <a:gd name="connsiteX22" fmla="*/ 3340707 w 3340706"/>
                <a:gd name="connsiteY22" fmla="*/ 2419705 h 3271000"/>
                <a:gd name="connsiteX23" fmla="*/ 3340707 w 3340706"/>
                <a:gd name="connsiteY23" fmla="*/ 851296 h 3271000"/>
                <a:gd name="connsiteX24" fmla="*/ 2940220 w 3340706"/>
                <a:gd name="connsiteY24" fmla="*/ 459165 h 327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340706" h="3271000">
                  <a:moveTo>
                    <a:pt x="2940335" y="459165"/>
                  </a:moveTo>
                  <a:lnTo>
                    <a:pt x="2940335" y="459165"/>
                  </a:lnTo>
                  <a:cubicBezTo>
                    <a:pt x="2902519" y="459165"/>
                    <a:pt x="2871872" y="429158"/>
                    <a:pt x="2871872" y="392131"/>
                  </a:cubicBezTo>
                  <a:lnTo>
                    <a:pt x="2871872" y="392131"/>
                  </a:lnTo>
                  <a:cubicBezTo>
                    <a:pt x="2871757" y="175513"/>
                    <a:pt x="2692503" y="0"/>
                    <a:pt x="2471270" y="0"/>
                  </a:cubicBezTo>
                  <a:lnTo>
                    <a:pt x="869437" y="0"/>
                  </a:lnTo>
                  <a:cubicBezTo>
                    <a:pt x="648319" y="0"/>
                    <a:pt x="468950" y="175513"/>
                    <a:pt x="468950" y="392131"/>
                  </a:cubicBezTo>
                  <a:lnTo>
                    <a:pt x="468950" y="392131"/>
                  </a:lnTo>
                  <a:cubicBezTo>
                    <a:pt x="468950" y="429158"/>
                    <a:pt x="438304" y="459165"/>
                    <a:pt x="400487" y="459165"/>
                  </a:cubicBezTo>
                  <a:lnTo>
                    <a:pt x="400487" y="459165"/>
                  </a:lnTo>
                  <a:cubicBezTo>
                    <a:pt x="179253" y="459165"/>
                    <a:pt x="0" y="634792"/>
                    <a:pt x="0" y="851296"/>
                  </a:cubicBezTo>
                  <a:lnTo>
                    <a:pt x="0" y="2419705"/>
                  </a:lnTo>
                  <a:cubicBezTo>
                    <a:pt x="0" y="2636209"/>
                    <a:pt x="179253" y="2811836"/>
                    <a:pt x="400487" y="2811836"/>
                  </a:cubicBezTo>
                  <a:lnTo>
                    <a:pt x="400487" y="2811836"/>
                  </a:lnTo>
                  <a:cubicBezTo>
                    <a:pt x="438304" y="2811836"/>
                    <a:pt x="468950" y="2841843"/>
                    <a:pt x="468950" y="2878871"/>
                  </a:cubicBezTo>
                  <a:lnTo>
                    <a:pt x="468950" y="2878871"/>
                  </a:lnTo>
                  <a:cubicBezTo>
                    <a:pt x="468950" y="3095374"/>
                    <a:pt x="648204" y="3271001"/>
                    <a:pt x="869437" y="3271001"/>
                  </a:cubicBezTo>
                  <a:lnTo>
                    <a:pt x="2471270" y="3271001"/>
                  </a:lnTo>
                  <a:cubicBezTo>
                    <a:pt x="2692387" y="3271001"/>
                    <a:pt x="2871757" y="3095488"/>
                    <a:pt x="2871757" y="2878871"/>
                  </a:cubicBezTo>
                  <a:lnTo>
                    <a:pt x="2871757" y="2878871"/>
                  </a:lnTo>
                  <a:cubicBezTo>
                    <a:pt x="2871757" y="2841843"/>
                    <a:pt x="2902403" y="2811836"/>
                    <a:pt x="2940220" y="2811836"/>
                  </a:cubicBezTo>
                  <a:lnTo>
                    <a:pt x="2940220" y="2811836"/>
                  </a:lnTo>
                  <a:cubicBezTo>
                    <a:pt x="3161337" y="2811836"/>
                    <a:pt x="3340707" y="2636323"/>
                    <a:pt x="3340707" y="2419705"/>
                  </a:cubicBezTo>
                  <a:lnTo>
                    <a:pt x="3340707" y="851296"/>
                  </a:lnTo>
                  <a:cubicBezTo>
                    <a:pt x="3340707" y="634792"/>
                    <a:pt x="3161453" y="459165"/>
                    <a:pt x="2940220" y="45916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 anchorCtr="0">
              <a:normAutofit/>
            </a:bodyPr>
            <a:lstStyle/>
            <a:p>
              <a:pPr/>
              <a:r>
                <a:rPr lang="zh-CN" altLang="en-US" sz="2400" b="1" dirty="0">
                  <a:solidFill>
                    <a:srgbClr val="FFFFFF"/>
                  </a:solidFill>
                  <a:cs typeface="+mn-ea"/>
                  <a:sym typeface="Arial" panose="020B0604020202020204" pitchFamily="34" charset="0"/>
                </a:rPr>
                <a:t/>
              </a:r>
              <a:endParaRPr lang="en-US" dirty="0"/>
            </a:p>
          </p:txBody>
        </p: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身份替代问题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b8d4aa79-dc6b-4f9c-9474-9071c4d580f0.source.3.zh-Hans.pptx">
            <a:extLst>
              <a:ext uri="{FF2B5EF4-FFF2-40B4-BE49-F238E27FC236}">
                <a16:creationId id="{7135ED9D-0C27-DB36-F7FC-0F80D428FEBA}"/>
              </a:ext>
            </a:extLst>
          </p:cNvPr>
          <p:cNvGrpSpPr/>
          <p:nvPr/>
        </p:nvGrpSpPr>
        <p:grpSpPr>
          <a:xfrm>
            <a:off x="660400" y="1130300"/>
            <a:ext cx="10858500" cy="5105400"/>
            <a:chOff x="660400" y="1130300"/>
            <a:chExt cx="10858500" cy="5105400"/>
          </a:xfrm>
        </p:grpSpPr>
        <p:sp>
          <p:nvSpPr>
            <p:cNvPr id="3" name="Title">
              <a:extLst>
                <a:ext uri="{FF2B5EF4-FFF2-40B4-BE49-F238E27FC236}">
                  <a16:creationId id="{41F91021-0970-F0C8-20AF-194A22341D5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00"/>
              <a:ext cx="10858500" cy="59332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lnSpc>
                  <a:spcPct val="110000"/>
                </a:lnSpc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/>
              </a:r>
              <a:endParaRPr lang="en-US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id="{B93F560E-7A4F-19F1-9D47-2549D4972A14}"/>
                </a:ext>
              </a:extLst>
            </p:cNvPr>
            <p:cNvGrpSpPr/>
            <p:nvPr/>
          </p:nvGrpSpPr>
          <p:grpSpPr>
            <a:xfrm>
              <a:off x="660400" y="1838324"/>
              <a:ext cx="5127972" cy="2249196"/>
              <a:chOff x="810774" y="1768232"/>
              <a:chExt cx="3177256" cy="2352801"/>
            </a:xfrm>
          </p:grpSpPr>
          <p:sp>
            <p:nvSpPr>
              <p:cNvPr id="25" name="ComponentBackground1">
                <a:extLst>
                  <a:ext uri="{FF2B5EF4-FFF2-40B4-BE49-F238E27FC236}">
                    <a16:creationId id="{8A1286E0-2BD4-A8F9-B994-E129CF484810}"/>
                  </a:ext>
                </a:extLst>
              </p:cNvPr>
              <p:cNvSpPr/>
              <p:nvPr/>
            </p:nvSpPr>
            <p:spPr>
              <a:xfrm>
                <a:off x="810774" y="1768232"/>
                <a:ext cx="3177256" cy="2352801"/>
              </a:xfrm>
              <a:custGeom>
                <a:avLst/>
                <a:gdLst>
                  <a:gd name="connsiteX0" fmla="*/ 2437651 w 3177256"/>
                  <a:gd name="connsiteY0" fmla="*/ 206452 h 2352801"/>
                  <a:gd name="connsiteX1" fmla="*/ 3169192 w 3177256"/>
                  <a:gd name="connsiteY1" fmla="*/ 1179829 h 2352801"/>
                  <a:gd name="connsiteX2" fmla="*/ 2620792 w 3177256"/>
                  <a:gd name="connsiteY2" fmla="*/ 2222791 h 2352801"/>
                  <a:gd name="connsiteX3" fmla="*/ 1758824 w 3177256"/>
                  <a:gd name="connsiteY3" fmla="*/ 2346521 h 2352801"/>
                  <a:gd name="connsiteX4" fmla="*/ 46032 w 3177256"/>
                  <a:gd name="connsiteY4" fmla="*/ 1463999 h 2352801"/>
                  <a:gd name="connsiteX5" fmla="*/ 289351 w 3177256"/>
                  <a:gd name="connsiteY5" fmla="*/ 442050 h 2352801"/>
                  <a:gd name="connsiteX6" fmla="*/ 1161545 w 3177256"/>
                  <a:gd name="connsiteY6" fmla="*/ 30929 h 2352801"/>
                  <a:gd name="connsiteX7" fmla="*/ 2437651 w 3177256"/>
                  <a:gd name="connsiteY7" fmla="*/ 206452 h 2352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7256" h="2352801">
                    <a:moveTo>
                      <a:pt x="2437651" y="206452"/>
                    </a:moveTo>
                    <a:cubicBezTo>
                      <a:pt x="2820959" y="406465"/>
                      <a:pt x="3115917" y="770293"/>
                      <a:pt x="3169192" y="1179829"/>
                    </a:cubicBezTo>
                    <a:cubicBezTo>
                      <a:pt x="3222468" y="1589365"/>
                      <a:pt x="3008650" y="2030805"/>
                      <a:pt x="2620792" y="2222791"/>
                    </a:cubicBezTo>
                    <a:cubicBezTo>
                      <a:pt x="2360244" y="2351788"/>
                      <a:pt x="2052708" y="2363956"/>
                      <a:pt x="1758824" y="2346521"/>
                    </a:cubicBezTo>
                    <a:cubicBezTo>
                      <a:pt x="1244015" y="2315896"/>
                      <a:pt x="307859" y="2266557"/>
                      <a:pt x="46032" y="1463999"/>
                    </a:cubicBezTo>
                    <a:cubicBezTo>
                      <a:pt x="-66961" y="1117402"/>
                      <a:pt x="33301" y="713694"/>
                      <a:pt x="289351" y="442050"/>
                    </a:cubicBezTo>
                    <a:cubicBezTo>
                      <a:pt x="509304" y="208599"/>
                      <a:pt x="834990" y="84102"/>
                      <a:pt x="1161545" y="30929"/>
                    </a:cubicBezTo>
                    <a:cubicBezTo>
                      <a:pt x="1593373" y="-39372"/>
                      <a:pt x="2054344" y="6490"/>
                      <a:pt x="2437651" y="206452"/>
                    </a:cubicBezTo>
                    <a:close/>
                  </a:path>
                </a:pathLst>
              </a:custGeom>
              <a:solidFill>
                <a:schemeClr val="accent1">
                  <a:alpha val="15000"/>
                </a:schemeClr>
              </a:solidFill>
              <a:ln w="19050" cap="flat">
                <a:solidFill>
                  <a:schemeClr val="accent1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000"/>
              </a:p>
            </p:txBody>
          </p:sp>
          <p:grpSp>
            <p:nvGrpSpPr>
              <p:cNvPr id="26" name="组合 25">
                <a:extLst>
                  <a:ext uri="{FF2B5EF4-FFF2-40B4-BE49-F238E27FC236}">
                    <a16:creationId id="{6D7087E0-D329-4808-D3FC-079B3989005A}"/>
                  </a:ext>
                </a:extLst>
              </p:cNvPr>
              <p:cNvGrpSpPr/>
              <p:nvPr/>
            </p:nvGrpSpPr>
            <p:grpSpPr>
              <a:xfrm>
                <a:off x="1061603" y="2145640"/>
                <a:ext cx="2675597" cy="1599836"/>
                <a:chOff x="1036655" y="1963967"/>
                <a:chExt cx="2899539" cy="1733739"/>
              </a:xfrm>
            </p:grpSpPr>
            <p:sp>
              <p:nvSpPr>
                <p:cNvPr id="27" name="Bullet1">
                  <a:extLst>
                    <a:ext uri="{FF2B5EF4-FFF2-40B4-BE49-F238E27FC236}">
                      <a16:creationId id="{274FB923-65D2-D502-5F46-5C7D368B143E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1036660" y="1963967"/>
                  <a:ext cx="2899534" cy="49108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自主性边界问题</a:t>
                  </a:r>
                  <a:endParaRPr lang="en-US" dirty="0"/>
                </a:p>
              </p:txBody>
            </p:sp>
            <p:sp>
              <p:nvSpPr>
                <p:cNvPr id="28" name="Text1">
                  <a:extLst>
                    <a:ext uri="{FF2B5EF4-FFF2-40B4-BE49-F238E27FC236}">
                      <a16:creationId id="{6031D6C7-585E-8A8B-1DFB-E41FE81507D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1036655" y="2455048"/>
                  <a:ext cx="2899538" cy="124265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需要明确界定AI的自主决策范围，防止其过度替代人类的主观判断。</a:t>
                  </a:r>
                  <a:endParaRPr lang="en-US" dirty="0"/>
                </a:p>
              </p:txBody>
            </p:sp>
          </p:grpSp>
        </p:grpSp>
        <p:grpSp>
          <p:nvGrpSpPr>
            <p:cNvPr id="5" name="组合 4">
              <a:extLst>
                <a:ext uri="{FF2B5EF4-FFF2-40B4-BE49-F238E27FC236}">
                  <a16:creationId id="{EC703E64-1BC7-257C-64FB-27061ACDA836}"/>
                </a:ext>
              </a:extLst>
            </p:cNvPr>
            <p:cNvGrpSpPr/>
            <p:nvPr/>
          </p:nvGrpSpPr>
          <p:grpSpPr>
            <a:xfrm>
              <a:off x="6390928" y="1838324"/>
              <a:ext cx="5127972" cy="2249196"/>
              <a:chOff x="810774" y="1768232"/>
              <a:chExt cx="3177256" cy="2352801"/>
            </a:xfrm>
          </p:grpSpPr>
          <p:sp>
            <p:nvSpPr>
              <p:cNvPr id="21" name="ComponentBackground2">
                <a:extLst>
                  <a:ext uri="{FF2B5EF4-FFF2-40B4-BE49-F238E27FC236}">
                    <a16:creationId id="{CC6544AA-CF95-FD04-97AF-971DA3A2936F}"/>
                  </a:ext>
                </a:extLst>
              </p:cNvPr>
              <p:cNvSpPr/>
              <p:nvPr/>
            </p:nvSpPr>
            <p:spPr>
              <a:xfrm>
                <a:off x="810774" y="1768232"/>
                <a:ext cx="3177256" cy="2352801"/>
              </a:xfrm>
              <a:custGeom>
                <a:avLst/>
                <a:gdLst>
                  <a:gd name="connsiteX0" fmla="*/ 2437651 w 3177256"/>
                  <a:gd name="connsiteY0" fmla="*/ 206452 h 2352801"/>
                  <a:gd name="connsiteX1" fmla="*/ 3169192 w 3177256"/>
                  <a:gd name="connsiteY1" fmla="*/ 1179829 h 2352801"/>
                  <a:gd name="connsiteX2" fmla="*/ 2620792 w 3177256"/>
                  <a:gd name="connsiteY2" fmla="*/ 2222791 h 2352801"/>
                  <a:gd name="connsiteX3" fmla="*/ 1758824 w 3177256"/>
                  <a:gd name="connsiteY3" fmla="*/ 2346521 h 2352801"/>
                  <a:gd name="connsiteX4" fmla="*/ 46032 w 3177256"/>
                  <a:gd name="connsiteY4" fmla="*/ 1463999 h 2352801"/>
                  <a:gd name="connsiteX5" fmla="*/ 289351 w 3177256"/>
                  <a:gd name="connsiteY5" fmla="*/ 442050 h 2352801"/>
                  <a:gd name="connsiteX6" fmla="*/ 1161545 w 3177256"/>
                  <a:gd name="connsiteY6" fmla="*/ 30929 h 2352801"/>
                  <a:gd name="connsiteX7" fmla="*/ 2437651 w 3177256"/>
                  <a:gd name="connsiteY7" fmla="*/ 206452 h 2352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7256" h="2352801">
                    <a:moveTo>
                      <a:pt x="2437651" y="206452"/>
                    </a:moveTo>
                    <a:cubicBezTo>
                      <a:pt x="2820959" y="406465"/>
                      <a:pt x="3115917" y="770293"/>
                      <a:pt x="3169192" y="1179829"/>
                    </a:cubicBezTo>
                    <a:cubicBezTo>
                      <a:pt x="3222468" y="1589365"/>
                      <a:pt x="3008650" y="2030805"/>
                      <a:pt x="2620792" y="2222791"/>
                    </a:cubicBezTo>
                    <a:cubicBezTo>
                      <a:pt x="2360244" y="2351788"/>
                      <a:pt x="2052708" y="2363956"/>
                      <a:pt x="1758824" y="2346521"/>
                    </a:cubicBezTo>
                    <a:cubicBezTo>
                      <a:pt x="1244015" y="2315896"/>
                      <a:pt x="307859" y="2266557"/>
                      <a:pt x="46032" y="1463999"/>
                    </a:cubicBezTo>
                    <a:cubicBezTo>
                      <a:pt x="-66961" y="1117402"/>
                      <a:pt x="33301" y="713694"/>
                      <a:pt x="289351" y="442050"/>
                    </a:cubicBezTo>
                    <a:cubicBezTo>
                      <a:pt x="509304" y="208599"/>
                      <a:pt x="834990" y="84102"/>
                      <a:pt x="1161545" y="30929"/>
                    </a:cubicBezTo>
                    <a:cubicBezTo>
                      <a:pt x="1593373" y="-39372"/>
                      <a:pt x="2054344" y="6490"/>
                      <a:pt x="2437651" y="206452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 w="19050" cap="flat">
                <a:solidFill>
                  <a:schemeClr val="accent2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lnSpc>
                    <a:spcPct val="120000"/>
                  </a:lnSpc>
                </a:pPr>
                <a:endParaRPr lang="zh-CN" altLang="en-US" sz="2000"/>
              </a:p>
            </p:txBody>
          </p:sp>
          <p:grpSp>
            <p:nvGrpSpPr>
              <p:cNvPr id="22" name="组合 21">
                <a:extLst>
                  <a:ext uri="{FF2B5EF4-FFF2-40B4-BE49-F238E27FC236}">
                    <a16:creationId id="{3299A761-9FD9-9B39-CABD-1D5547A19D6E}"/>
                  </a:ext>
                </a:extLst>
              </p:cNvPr>
              <p:cNvGrpSpPr/>
              <p:nvPr/>
            </p:nvGrpSpPr>
            <p:grpSpPr>
              <a:xfrm>
                <a:off x="1061603" y="2145640"/>
                <a:ext cx="2675597" cy="1599836"/>
                <a:chOff x="1036655" y="1963967"/>
                <a:chExt cx="2899539" cy="1733739"/>
              </a:xfrm>
            </p:grpSpPr>
            <p:sp>
              <p:nvSpPr>
                <p:cNvPr id="23" name="Bullet2">
                  <a:extLst>
                    <a:ext uri="{FF2B5EF4-FFF2-40B4-BE49-F238E27FC236}">
                      <a16:creationId id="{B9BF7DF7-B426-30E1-F31E-79F84EFC623F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1036660" y="1963967"/>
                  <a:ext cx="2899534" cy="49108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隐私保护挑战</a:t>
                  </a:r>
                  <a:endParaRPr lang="en-US" dirty="0"/>
                </a:p>
              </p:txBody>
            </p:sp>
            <p:sp>
              <p:nvSpPr>
                <p:cNvPr id="24" name="Text2">
                  <a:extLst>
                    <a:ext uri="{FF2B5EF4-FFF2-40B4-BE49-F238E27FC236}">
                      <a16:creationId id="{3F452C19-9665-715F-3196-DAF7C5D53EF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1036655" y="2455048"/>
                  <a:ext cx="2899538" cy="124265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作为潜在替身，AI可能接触大量隐私信息，需要建立严格的数据保护机制。</a:t>
                  </a:r>
                  <a:endParaRPr lang="en-US" dirty="0"/>
                </a:p>
              </p:txBody>
            </p:sp>
          </p:grpSp>
        </p:grpSp>
        <p:grpSp>
          <p:nvGrpSpPr>
            <p:cNvPr id="6" name="组合 5">
              <a:extLst>
                <a:ext uri="{FF2B5EF4-FFF2-40B4-BE49-F238E27FC236}">
                  <a16:creationId id="{F619F44D-B59A-94C4-7AB6-B143DE220554}"/>
                </a:ext>
              </a:extLst>
            </p:cNvPr>
            <p:cNvGrpSpPr/>
            <p:nvPr/>
          </p:nvGrpSpPr>
          <p:grpSpPr>
            <a:xfrm>
              <a:off x="3525665" y="3986504"/>
              <a:ext cx="5127972" cy="2249196"/>
              <a:chOff x="810774" y="1768232"/>
              <a:chExt cx="3177256" cy="2352801"/>
            </a:xfrm>
          </p:grpSpPr>
          <p:sp>
            <p:nvSpPr>
              <p:cNvPr id="17" name="ComponentBackground3">
                <a:extLst>
                  <a:ext uri="{FF2B5EF4-FFF2-40B4-BE49-F238E27FC236}">
                    <a16:creationId id="{C242A498-BA03-1FBF-D742-65156374A5E2}"/>
                  </a:ext>
                </a:extLst>
              </p:cNvPr>
              <p:cNvSpPr/>
              <p:nvPr/>
            </p:nvSpPr>
            <p:spPr>
              <a:xfrm>
                <a:off x="810774" y="1768232"/>
                <a:ext cx="3177256" cy="2352801"/>
              </a:xfrm>
              <a:custGeom>
                <a:avLst/>
                <a:gdLst>
                  <a:gd name="connsiteX0" fmla="*/ 2437651 w 3177256"/>
                  <a:gd name="connsiteY0" fmla="*/ 206452 h 2352801"/>
                  <a:gd name="connsiteX1" fmla="*/ 3169192 w 3177256"/>
                  <a:gd name="connsiteY1" fmla="*/ 1179829 h 2352801"/>
                  <a:gd name="connsiteX2" fmla="*/ 2620792 w 3177256"/>
                  <a:gd name="connsiteY2" fmla="*/ 2222791 h 2352801"/>
                  <a:gd name="connsiteX3" fmla="*/ 1758824 w 3177256"/>
                  <a:gd name="connsiteY3" fmla="*/ 2346521 h 2352801"/>
                  <a:gd name="connsiteX4" fmla="*/ 46032 w 3177256"/>
                  <a:gd name="connsiteY4" fmla="*/ 1463999 h 2352801"/>
                  <a:gd name="connsiteX5" fmla="*/ 289351 w 3177256"/>
                  <a:gd name="connsiteY5" fmla="*/ 442050 h 2352801"/>
                  <a:gd name="connsiteX6" fmla="*/ 1161545 w 3177256"/>
                  <a:gd name="connsiteY6" fmla="*/ 30929 h 2352801"/>
                  <a:gd name="connsiteX7" fmla="*/ 2437651 w 3177256"/>
                  <a:gd name="connsiteY7" fmla="*/ 206452 h 23528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177256" h="2352801">
                    <a:moveTo>
                      <a:pt x="2437651" y="206452"/>
                    </a:moveTo>
                    <a:cubicBezTo>
                      <a:pt x="2820959" y="406465"/>
                      <a:pt x="3115917" y="770293"/>
                      <a:pt x="3169192" y="1179829"/>
                    </a:cubicBezTo>
                    <a:cubicBezTo>
                      <a:pt x="3222468" y="1589365"/>
                      <a:pt x="3008650" y="2030805"/>
                      <a:pt x="2620792" y="2222791"/>
                    </a:cubicBezTo>
                    <a:cubicBezTo>
                      <a:pt x="2360244" y="2351788"/>
                      <a:pt x="2052708" y="2363956"/>
                      <a:pt x="1758824" y="2346521"/>
                    </a:cubicBezTo>
                    <a:cubicBezTo>
                      <a:pt x="1244015" y="2315896"/>
                      <a:pt x="307859" y="2266557"/>
                      <a:pt x="46032" y="1463999"/>
                    </a:cubicBezTo>
                    <a:cubicBezTo>
                      <a:pt x="-66961" y="1117402"/>
                      <a:pt x="33301" y="713694"/>
                      <a:pt x="289351" y="442050"/>
                    </a:cubicBezTo>
                    <a:cubicBezTo>
                      <a:pt x="509304" y="208599"/>
                      <a:pt x="834990" y="84102"/>
                      <a:pt x="1161545" y="30929"/>
                    </a:cubicBezTo>
                    <a:cubicBezTo>
                      <a:pt x="1593373" y="-39372"/>
                      <a:pt x="2054344" y="6490"/>
                      <a:pt x="2437651" y="206452"/>
                    </a:cubicBezTo>
                    <a:close/>
                  </a:path>
                </a:pathLst>
              </a:custGeom>
              <a:solidFill>
                <a:schemeClr val="accent3">
                  <a:alpha val="15000"/>
                </a:schemeClr>
              </a:solidFill>
              <a:ln w="19050" cap="flat">
                <a:solidFill>
                  <a:schemeClr val="accent3"/>
                </a:solidFill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lnSpc>
                    <a:spcPct val="120000"/>
                  </a:lnSpc>
                </a:pPr>
                <a:endParaRPr lang="zh-CN" altLang="en-US" sz="2000" dirty="0"/>
              </a:p>
            </p:txBody>
          </p:sp>
          <p:grpSp>
            <p:nvGrpSpPr>
              <p:cNvPr id="18" name="组合 17">
                <a:extLst>
                  <a:ext uri="{FF2B5EF4-FFF2-40B4-BE49-F238E27FC236}">
                    <a16:creationId id="{97BAC794-5A8E-1969-620E-BB11D1B09E50}"/>
                  </a:ext>
                </a:extLst>
              </p:cNvPr>
              <p:cNvGrpSpPr/>
              <p:nvPr/>
            </p:nvGrpSpPr>
            <p:grpSpPr>
              <a:xfrm>
                <a:off x="1061603" y="2145640"/>
                <a:ext cx="2675597" cy="1599836"/>
                <a:chOff x="1036655" y="1963967"/>
                <a:chExt cx="2899539" cy="1733739"/>
              </a:xfrm>
            </p:grpSpPr>
            <p:sp>
              <p:nvSpPr>
                <p:cNvPr id="19" name="Bullet3">
                  <a:extLst>
                    <a:ext uri="{FF2B5EF4-FFF2-40B4-BE49-F238E27FC236}">
                      <a16:creationId id="{37F66CC5-5AF5-613B-74A1-2C5BAD39607D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H="1">
                  <a:off x="1036660" y="1963967"/>
                  <a:ext cx="2899534" cy="491080"/>
                </a:xfrm>
                <a:prstGeom prst="rect">
                  <a:avLst/>
                </a:prstGeom>
                <a:noFill/>
                <a:ln w="12700" cap="rnd">
                  <a:noFill/>
                  <a:prstDash val="solid"/>
                  <a:round/>
                  <a:headEnd/>
                  <a:tailEnd/>
                </a:ln>
                <a:effectLst>
                  <a:outerShdw blurRad="254000" dist="127000" algn="ctr" rotWithShape="0">
                    <a:schemeClr val="bg1">
                      <a:lumMod val="65000"/>
                      <a:alpha val="20000"/>
                    </a:scheme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anchor="ctr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/>
                  <a:r>
                    <a:rPr lang="zh-CN" altLang="en-US" sz="2000" b="1" dirty="0">
                      <a:solidFill>
                        <a:schemeClr val="tx1"/>
                      </a:solidFill>
                    </a:rPr>
                    <a:t>价值取向冲突</a:t>
                  </a:r>
                  <a:endParaRPr lang="en-US" dirty="0"/>
                </a:p>
              </p:txBody>
            </p:sp>
            <p:sp>
              <p:nvSpPr>
                <p:cNvPr id="20" name="Text3">
                  <a:extLst>
                    <a:ext uri="{FF2B5EF4-FFF2-40B4-BE49-F238E27FC236}">
                      <a16:creationId id="{3DDA3A24-585C-F2CB-7D5A-5DC56BC7015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flipH="1">
                  <a:off x="1036655" y="2455048"/>
                  <a:ext cx="2899538" cy="1242658"/>
                </a:xfrm>
                <a:prstGeom prst="rect">
                  <a:avLst/>
                </a:prstGeom>
                <a:noFill/>
              </p:spPr>
              <p:txBody>
                <a:bodyPr wrap="square" rtlCol="0" anchor="t" anchorCtr="0">
                  <a:norm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20000"/>
                    </a:lnSpc>
                  </a:pPr>
                  <a:r>
                    <a:rPr lang="zh-CN" altLang="en-US" sz="1400" dirty="0"/>
                    <a:t>AI的决策可能基于训练数据中的偏见，与人类的价值观产生潜在冲突。</a:t>
                  </a:r>
                  <a:endParaRPr lang="en-US" dirty="0"/>
                </a:p>
              </p:txBody>
            </p:sp>
          </p:grp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伦理挑战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0773588a-086e-4a1e-a9a8-557c7e2be41a.source.3.zh-Hans.pptx">
            <a:extLst>
              <a:ext uri="{FF2B5EF4-FFF2-40B4-BE49-F238E27FC236}">
                <a16:creationId id="{4B5518F7-DCD2-4DA6-EE3F-B6E94922A9A4}"/>
              </a:ext>
            </a:extLst>
          </p:cNvPr>
          <p:cNvGrpSpPr/>
          <p:nvPr/>
        </p:nvGrpSpPr>
        <p:grpSpPr>
          <a:xfrm>
            <a:off x="660400" y="1130299"/>
            <a:ext cx="10858500" cy="5003801"/>
            <a:chOff x="660400" y="1130299"/>
            <a:chExt cx="10858500" cy="5003801"/>
          </a:xfrm>
        </p:grpSpPr>
        <p:sp>
          <p:nvSpPr>
            <p:cNvPr id="3" name="Title">
              <a:extLst>
                <a:ext uri="{FF2B5EF4-FFF2-40B4-BE49-F238E27FC236}">
                  <a16:creationId id="{F1FB0B94-4CDF-F6D9-09A1-275CE50772BF}"/>
                </a:ext>
              </a:extLst>
            </p:cNvPr>
            <p:cNvSpPr txBox="1"/>
            <p:nvPr/>
          </p:nvSpPr>
          <p:spPr>
            <a:xfrm>
              <a:off x="660400" y="1130299"/>
              <a:ext cx="10858500" cy="5234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defTabSz="913765" rtl="0" eaLnBrk="1" fontAlgn="auto" latinLnBrk="0" hangingPunct="1">
                <a:spcBef>
                  <a:spcPts val="0"/>
                </a:spcBef>
                <a:spcAft>
                  <a:spcPts val="0"/>
                </a:spcAft>
                <a:buClrTx/>
                <a:buSzPct val="25000"/>
                <a:buFontTx/>
                <a:buNone/>
                <a:defRPr/>
              </a:pPr>
              <a:r>
                <a:rPr lang="zh-CN" altLang="en-US" sz="2400" b="1" dirty="0">
                  <a:cs typeface="+mn-ea"/>
                  <a:sym typeface="+mn-lt"/>
                </a:rPr>
                <a:t/>
              </a:r>
              <a:endParaRPr lang="en-US" dirty="0"/>
            </a:p>
          </p:txBody>
        </p:sp>
        <p:grpSp>
          <p:nvGrpSpPr>
            <p:cNvPr id="58" name="组合 57">
              <a:extLst>
                <a:ext uri="{FF2B5EF4-FFF2-40B4-BE49-F238E27FC236}">
                  <a16:creationId id="{3B701CEC-826D-DD6A-ACCA-F3CE490570CE}"/>
                </a:ext>
              </a:extLst>
            </p:cNvPr>
            <p:cNvGrpSpPr/>
            <p:nvPr/>
          </p:nvGrpSpPr>
          <p:grpSpPr>
            <a:xfrm>
              <a:off x="660400" y="1780674"/>
              <a:ext cx="10858500" cy="4353426"/>
              <a:chOff x="660400" y="1780674"/>
              <a:chExt cx="10858500" cy="4353426"/>
            </a:xfrm>
          </p:grpSpPr>
          <p:grpSp>
            <p:nvGrpSpPr>
              <p:cNvPr id="34" name="组合 33">
                <a:extLst>
                  <a:ext uri="{FF2B5EF4-FFF2-40B4-BE49-F238E27FC236}">
                    <a16:creationId id="{4565F9D0-F6BE-2AA3-D368-FD6EE39B4091}"/>
                  </a:ext>
                </a:extLst>
              </p:cNvPr>
              <p:cNvGrpSpPr/>
              <p:nvPr/>
            </p:nvGrpSpPr>
            <p:grpSpPr>
              <a:xfrm>
                <a:off x="660400" y="1780674"/>
                <a:ext cx="10858500" cy="1286488"/>
                <a:chOff x="955158" y="1247840"/>
                <a:chExt cx="10281683" cy="1434501"/>
              </a:xfrm>
            </p:grpSpPr>
            <p:sp>
              <p:nvSpPr>
                <p:cNvPr id="13" name="ComponentBackground1">
                  <a:extLst>
                    <a:ext uri="{FF2B5EF4-FFF2-40B4-BE49-F238E27FC236}">
                      <a16:creationId id="{92110BA2-B2C9-1AFA-9045-9A43CAD9AB02}"/>
                    </a:ext>
                  </a:extLst>
                </p:cNvPr>
                <p:cNvSpPr/>
                <p:nvPr/>
              </p:nvSpPr>
              <p:spPr>
                <a:xfrm>
                  <a:off x="955158" y="1247840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 dirty="0">
                    <a:solidFill>
                      <a:schemeClr val="lt1"/>
                    </a:solidFill>
                    <a:sym typeface="+mn-lt"/>
                  </a:endParaRPr>
                </a:p>
              </p:txBody>
            </p:sp>
            <p:grpSp>
              <p:nvGrpSpPr>
                <p:cNvPr id="7" name="组合 6">
                  <a:extLst>
                    <a:ext uri="{FF2B5EF4-FFF2-40B4-BE49-F238E27FC236}">
                      <a16:creationId id="{FCFA27F9-5B0D-E687-4B0A-82DE741D8AD7}"/>
                    </a:ext>
                  </a:extLst>
                </p:cNvPr>
                <p:cNvGrpSpPr/>
                <p:nvPr/>
              </p:nvGrpSpPr>
              <p:grpSpPr>
                <a:xfrm>
                  <a:off x="955160" y="1247841"/>
                  <a:ext cx="10144640" cy="1375234"/>
                  <a:chOff x="955160" y="1247841"/>
                  <a:chExt cx="10144640" cy="1375234"/>
                </a:xfrm>
              </p:grpSpPr>
              <p:grpSp>
                <p:nvGrpSpPr>
                  <p:cNvPr id="2" name="组合 1">
                    <a:extLst>
                      <a:ext uri="{FF2B5EF4-FFF2-40B4-BE49-F238E27FC236}">
                        <a16:creationId id="{3E1DEE01-9DC7-B9A1-D86A-D1E3188833D9}"/>
                      </a:ext>
                    </a:extLst>
                  </p:cNvPr>
                  <p:cNvGrpSpPr/>
                  <p:nvPr/>
                </p:nvGrpSpPr>
                <p:grpSpPr>
                  <a:xfrm>
                    <a:off x="1682693" y="1358376"/>
                    <a:ext cx="9417107" cy="1264699"/>
                    <a:chOff x="1682693" y="1358376"/>
                    <a:chExt cx="9417107" cy="1264699"/>
                  </a:xfrm>
                </p:grpSpPr>
                <p:sp>
                  <p:nvSpPr>
                    <p:cNvPr id="16" name="Bullet1">
                      <a:extLst>
                        <a:ext uri="{FF2B5EF4-FFF2-40B4-BE49-F238E27FC236}">
                          <a16:creationId id="{6D06432D-2FBE-7978-C2BA-C4EFDFB0B6F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3" y="1358376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pPr/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使用规范制定</a:t>
                      </a:r>
                      <a:endParaRPr lang="en-US" dirty="0"/>
                    </a:p>
                  </p:txBody>
                </p:sp>
                <p:sp>
                  <p:nvSpPr>
                    <p:cNvPr id="17" name="Text1">
                      <a:extLst>
                        <a:ext uri="{FF2B5EF4-FFF2-40B4-BE49-F238E27FC236}">
                          <a16:creationId id="{1878B5A5-DBA0-7887-B178-491A4B34597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5" y="1840673"/>
                      <a:ext cx="9417105" cy="7824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需要建立明确的使用准则，防止ChatGPT被滥用为完全替代人类的工具。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15" name="Number1">
                    <a:extLst>
                      <a:ext uri="{FF2B5EF4-FFF2-40B4-BE49-F238E27FC236}">
                        <a16:creationId id="{DA0A7CF7-CD8E-EE98-116C-17CEC75607E3}"/>
                      </a:ext>
                    </a:extLst>
                  </p:cNvPr>
                  <p:cNvSpPr txBox="1"/>
                  <p:nvPr/>
                </p:nvSpPr>
                <p:spPr>
                  <a:xfrm>
                    <a:off x="955160" y="1247841"/>
                    <a:ext cx="613577" cy="722554"/>
                  </a:xfrm>
                  <a:prstGeom prst="roundRect">
                    <a:avLst>
                      <a:gd name="adj" fmla="val 10458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1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5" name="组合 34">
                <a:extLst>
                  <a:ext uri="{FF2B5EF4-FFF2-40B4-BE49-F238E27FC236}">
                    <a16:creationId id="{97E03B0B-4A86-8A00-9E68-0EE1B6084005}"/>
                  </a:ext>
                </a:extLst>
              </p:cNvPr>
              <p:cNvGrpSpPr/>
              <p:nvPr/>
            </p:nvGrpSpPr>
            <p:grpSpPr>
              <a:xfrm>
                <a:off x="660400" y="3314143"/>
                <a:ext cx="10858500" cy="1286488"/>
                <a:chOff x="955158" y="2512328"/>
                <a:chExt cx="10281683" cy="1434501"/>
              </a:xfrm>
            </p:grpSpPr>
            <p:sp>
              <p:nvSpPr>
                <p:cNvPr id="19" name="ComponentBackground2">
                  <a:extLst>
                    <a:ext uri="{FF2B5EF4-FFF2-40B4-BE49-F238E27FC236}">
                      <a16:creationId id="{D54E7B47-56A3-961E-8B56-E5AA624FB31F}"/>
                    </a:ext>
                  </a:extLst>
                </p:cNvPr>
                <p:cNvSpPr/>
                <p:nvPr/>
              </p:nvSpPr>
              <p:spPr>
                <a:xfrm>
                  <a:off x="955158" y="2512328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 dirty="0">
                    <a:sym typeface="+mn-lt"/>
                  </a:endParaRPr>
                </a:p>
              </p:txBody>
            </p:sp>
            <p:grpSp>
              <p:nvGrpSpPr>
                <p:cNvPr id="9" name="组合 8">
                  <a:extLst>
                    <a:ext uri="{FF2B5EF4-FFF2-40B4-BE49-F238E27FC236}">
                      <a16:creationId id="{37FC1246-32F9-A02E-FD3D-8ACFED0EB574}"/>
                    </a:ext>
                  </a:extLst>
                </p:cNvPr>
                <p:cNvGrpSpPr/>
                <p:nvPr/>
              </p:nvGrpSpPr>
              <p:grpSpPr>
                <a:xfrm>
                  <a:off x="955160" y="2512328"/>
                  <a:ext cx="10144640" cy="1370779"/>
                  <a:chOff x="955160" y="2512328"/>
                  <a:chExt cx="10144640" cy="1370779"/>
                </a:xfrm>
              </p:grpSpPr>
              <p:grpSp>
                <p:nvGrpSpPr>
                  <p:cNvPr id="8" name="组合 7">
                    <a:extLst>
                      <a:ext uri="{FF2B5EF4-FFF2-40B4-BE49-F238E27FC236}">
                        <a16:creationId id="{26BCB242-642E-7C4A-1218-C349F5CA4C78}"/>
                      </a:ext>
                    </a:extLst>
                  </p:cNvPr>
                  <p:cNvGrpSpPr/>
                  <p:nvPr/>
                </p:nvGrpSpPr>
                <p:grpSpPr>
                  <a:xfrm>
                    <a:off x="1682693" y="2622864"/>
                    <a:ext cx="9417107" cy="1260243"/>
                    <a:chOff x="1682693" y="2622864"/>
                    <a:chExt cx="9417107" cy="1260243"/>
                  </a:xfrm>
                </p:grpSpPr>
                <p:sp>
                  <p:nvSpPr>
                    <p:cNvPr id="22" name="Bullet2">
                      <a:extLst>
                        <a:ext uri="{FF2B5EF4-FFF2-40B4-BE49-F238E27FC236}">
                          <a16:creationId id="{02267DB2-0A50-A05B-07F2-2084518E11A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3" y="2622864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pPr/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法律责任界定</a:t>
                      </a:r>
                      <a:endParaRPr lang="en-US" dirty="0"/>
                    </a:p>
                  </p:txBody>
                </p:sp>
                <p:sp>
                  <p:nvSpPr>
                    <p:cNvPr id="23" name="Text2">
                      <a:extLst>
                        <a:ext uri="{FF2B5EF4-FFF2-40B4-BE49-F238E27FC236}">
                          <a16:creationId id="{1569EFE3-B910-F5AB-146D-44AEC6851EB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5" y="3100701"/>
                      <a:ext cx="9417105" cy="78240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必须明确AI作为替身时的法律地位和责任承担方式，保护用户权益。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21" name="Number2">
                    <a:extLst>
                      <a:ext uri="{FF2B5EF4-FFF2-40B4-BE49-F238E27FC236}">
                        <a16:creationId id="{20C728F6-4E4A-2477-139C-1CB355AE1EDA}"/>
                      </a:ext>
                    </a:extLst>
                  </p:cNvPr>
                  <p:cNvSpPr txBox="1"/>
                  <p:nvPr/>
                </p:nvSpPr>
                <p:spPr>
                  <a:xfrm>
                    <a:off x="955160" y="2512328"/>
                    <a:ext cx="613577" cy="722553"/>
                  </a:xfrm>
                  <a:prstGeom prst="roundRect">
                    <a:avLst>
                      <a:gd name="adj" fmla="val 12603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2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  <p:grpSp>
            <p:nvGrpSpPr>
              <p:cNvPr id="36" name="组合 35">
                <a:extLst>
                  <a:ext uri="{FF2B5EF4-FFF2-40B4-BE49-F238E27FC236}">
                    <a16:creationId id="{CC4E4165-8797-09B3-4ABE-28B55EE70855}"/>
                  </a:ext>
                </a:extLst>
              </p:cNvPr>
              <p:cNvGrpSpPr/>
              <p:nvPr/>
            </p:nvGrpSpPr>
            <p:grpSpPr>
              <a:xfrm>
                <a:off x="660400" y="4847612"/>
                <a:ext cx="10858500" cy="1286488"/>
                <a:chOff x="955158" y="3776816"/>
                <a:chExt cx="10281683" cy="1434501"/>
              </a:xfrm>
            </p:grpSpPr>
            <p:sp>
              <p:nvSpPr>
                <p:cNvPr id="24" name="ComponentBackground3">
                  <a:extLst>
                    <a:ext uri="{FF2B5EF4-FFF2-40B4-BE49-F238E27FC236}">
                      <a16:creationId id="{9293B00E-8AA4-AAB0-9D72-994247F39EDF}"/>
                    </a:ext>
                  </a:extLst>
                </p:cNvPr>
                <p:cNvSpPr/>
                <p:nvPr/>
              </p:nvSpPr>
              <p:spPr>
                <a:xfrm>
                  <a:off x="955158" y="3776816"/>
                  <a:ext cx="10281683" cy="1434501"/>
                </a:xfrm>
                <a:prstGeom prst="roundRect">
                  <a:avLst>
                    <a:gd name="adj" fmla="val 8000"/>
                  </a:avLst>
                </a:prstGeom>
                <a:ln w="6350">
                  <a:solidFill>
                    <a:schemeClr val="tx1">
                      <a:alpha val="50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wrap="square" lIns="91440" tIns="45720" rIns="91440" bIns="45720" anchor="ctr" anchorCtr="0">
                  <a:normAutofit/>
                </a:bodyPr>
                <a:lstStyle/>
                <a:p>
                  <a:pPr algn="ctr">
                    <a:lnSpc>
                      <a:spcPct val="120000"/>
                    </a:lnSpc>
                  </a:pPr>
                  <a:endParaRPr lang="zh-CN" altLang="en-US" sz="2400" b="1">
                    <a:sym typeface="+mn-lt"/>
                  </a:endParaRPr>
                </a:p>
              </p:txBody>
            </p:sp>
            <p:grpSp>
              <p:nvGrpSpPr>
                <p:cNvPr id="11" name="组合 10">
                  <a:extLst>
                    <a:ext uri="{FF2B5EF4-FFF2-40B4-BE49-F238E27FC236}">
                      <a16:creationId id="{3912830B-ED0B-DAC3-246B-C17AF2F377C5}"/>
                    </a:ext>
                  </a:extLst>
                </p:cNvPr>
                <p:cNvGrpSpPr/>
                <p:nvPr/>
              </p:nvGrpSpPr>
              <p:grpSpPr>
                <a:xfrm>
                  <a:off x="955159" y="3776816"/>
                  <a:ext cx="10144641" cy="1370775"/>
                  <a:chOff x="955159" y="3776816"/>
                  <a:chExt cx="10144641" cy="1370775"/>
                </a:xfrm>
              </p:grpSpPr>
              <p:grpSp>
                <p:nvGrpSpPr>
                  <p:cNvPr id="10" name="组合 9">
                    <a:extLst>
                      <a:ext uri="{FF2B5EF4-FFF2-40B4-BE49-F238E27FC236}">
                        <a16:creationId id="{2C8FF0D0-2B5B-487B-887A-223E01290895}"/>
                      </a:ext>
                    </a:extLst>
                  </p:cNvPr>
                  <p:cNvGrpSpPr/>
                  <p:nvPr/>
                </p:nvGrpSpPr>
                <p:grpSpPr>
                  <a:xfrm>
                    <a:off x="1682693" y="3882892"/>
                    <a:ext cx="9417107" cy="1264699"/>
                    <a:chOff x="1682693" y="3882892"/>
                    <a:chExt cx="9417107" cy="1264699"/>
                  </a:xfrm>
                </p:grpSpPr>
                <p:sp>
                  <p:nvSpPr>
                    <p:cNvPr id="26" name="Bullet3">
                      <a:extLst>
                        <a:ext uri="{FF2B5EF4-FFF2-40B4-BE49-F238E27FC236}">
                          <a16:creationId id="{7968E277-1B56-6DD4-BB64-87F38E8BDF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3" y="3882892"/>
                      <a:ext cx="9417107" cy="47784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b" anchorCtr="0">
                      <a:normAutofit/>
                    </a:bodyPr>
                    <a:lstStyle/>
                    <a:p>
                      <a:pPr/>
                      <a:r>
                        <a:rPr kumimoji="1" lang="zh-CN" altLang="en-US" b="1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行业标准建立</a:t>
                      </a:r>
                      <a:endParaRPr lang="en-US" dirty="0"/>
                    </a:p>
                  </p:txBody>
                </p:sp>
                <p:sp>
                  <p:nvSpPr>
                    <p:cNvPr id="27" name="Text3">
                      <a:extLst>
                        <a:ext uri="{FF2B5EF4-FFF2-40B4-BE49-F238E27FC236}">
                          <a16:creationId id="{8ED222CF-4D04-0E42-26CB-0F7F1793E83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682695" y="4365189"/>
                      <a:ext cx="9417105" cy="78240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wrap="square" lIns="91440" tIns="45720" rIns="91440" bIns="45720" rtlCol="0" anchor="t" anchorCtr="0">
                      <a:normAutofit/>
                    </a:bodyPr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kumimoji="1" lang="zh-CN" altLang="en-US" sz="1200" dirty="0">
                          <a:solidFill>
                            <a:schemeClr val="tx1"/>
                          </a:solidFill>
                          <a:cs typeface="+mn-ea"/>
                          <a:sym typeface="+mn-lt"/>
                        </a:rPr>
                        <a:t>推动制定统一的行业标准，确保AI助手的发展符合社会伦理要求。</a:t>
                      </a:r>
                      <a:endParaRPr lang="en-US" dirty="0"/>
                    </a:p>
                  </p:txBody>
                </p:sp>
              </p:grpSp>
              <p:sp>
                <p:nvSpPr>
                  <p:cNvPr id="28" name="Number3">
                    <a:extLst>
                      <a:ext uri="{FF2B5EF4-FFF2-40B4-BE49-F238E27FC236}">
                        <a16:creationId id="{6340719A-58B6-E064-4AEF-7C5AAFB246C4}"/>
                      </a:ext>
                    </a:extLst>
                  </p:cNvPr>
                  <p:cNvSpPr txBox="1"/>
                  <p:nvPr/>
                </p:nvSpPr>
                <p:spPr>
                  <a:xfrm>
                    <a:off x="955159" y="3776816"/>
                    <a:ext cx="613577" cy="722553"/>
                  </a:xfrm>
                  <a:prstGeom prst="roundRect">
                    <a:avLst>
                      <a:gd name="adj" fmla="val 12603"/>
                    </a:avLst>
                  </a:prstGeom>
                  <a:solidFill>
                    <a:schemeClr val="accent1"/>
                  </a:solidFill>
                </p:spPr>
                <p:txBody>
                  <a:bodyPr wrap="none" lIns="108000" tIns="108000" rIns="108000" bIns="108000" rtlCol="0" anchor="ctr" anchorCtr="0">
                    <a:noAutofit/>
                  </a:bodyPr>
                  <a:lstStyle>
                    <a:defPPr>
                      <a:defRPr lang="zh-CN"/>
                    </a:defPPr>
                    <a:lvl1pPr algn="ctr">
                      <a:defRPr kumimoji="1" sz="2800" b="1">
                        <a:solidFill>
                          <a:schemeClr val="bg1"/>
                        </a:solidFill>
                        <a:cs typeface="+mn-ea"/>
                      </a:defRPr>
                    </a:lvl1pPr>
                  </a:lstStyle>
                  <a:p>
                    <a:r>
                      <a:rPr lang="en-US" altLang="zh-CN" sz="2000" b="0" dirty="0">
                        <a:solidFill>
                          <a:srgbClr val="FFFFFF"/>
                        </a:solidFill>
                        <a:sym typeface="+mn-lt"/>
                      </a:rPr>
                      <a:t>3</a:t>
                    </a:r>
                    <a:endParaRPr lang="zh-CN" altLang="en-US" sz="2000" b="0" dirty="0">
                      <a:solidFill>
                        <a:srgbClr val="FFFFFF"/>
                      </a:solidFill>
                      <a:sym typeface="+mn-lt"/>
                    </a:endParaRPr>
                  </a:p>
                </p:txBody>
              </p:sp>
            </p:grpSp>
          </p:grp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监管需求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角色定位的区分标准</a:t>
            </a:r>
            <a:endParaRPr 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1d6b48eb-fe40-4cb1-9d20-358ad24f14bf.source.3.zh-Hans.pptx">
            <a:extLst>
              <a:ext uri="{FF2B5EF4-FFF2-40B4-BE49-F238E27FC236}">
                <a16:creationId id="{F09107E8-E049-55ED-FEB7-4FBA83D21304}"/>
              </a:ext>
            </a:extLst>
          </p:cNvPr>
          <p:cNvGrpSpPr/>
          <p:nvPr/>
        </p:nvGrpSpPr>
        <p:grpSpPr>
          <a:xfrm>
            <a:off x="660399" y="1130301"/>
            <a:ext cx="10858501" cy="5003800"/>
            <a:chOff x="660399" y="1130301"/>
            <a:chExt cx="10858501" cy="5003800"/>
          </a:xfrm>
        </p:grpSpPr>
        <p:sp>
          <p:nvSpPr>
            <p:cNvPr id="56" name="Com">
              <a:extLst>
                <a:ext uri="{FF2B5EF4-FFF2-40B4-BE49-F238E27FC236}">
                  <a16:creationId id="{1AF16869-6D62-CC61-35C5-468FBC13EBCB}"/>
                </a:ext>
              </a:extLst>
            </p:cNvPr>
            <p:cNvSpPr/>
            <p:nvPr/>
          </p:nvSpPr>
          <p:spPr>
            <a:xfrm>
              <a:off x="4316125" y="2203452"/>
              <a:ext cx="3559751" cy="3930648"/>
            </a:xfrm>
            <a:prstGeom prst="roundRect">
              <a:avLst>
                <a:gd name="adj" fmla="val 0"/>
              </a:avLst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cs typeface="+mn-ea"/>
              </a:endParaRPr>
            </a:p>
          </p:txBody>
        </p:sp>
        <p:sp>
          <p:nvSpPr>
            <p:cNvPr id="2" name="PictureMisc1">
              <a:extLst>
                <a:ext uri="{FF2B5EF4-FFF2-40B4-BE49-F238E27FC236}">
                  <a16:creationId id="{3EA6D755-F1F5-D59C-891B-16451370B47E}"/>
                </a:ext>
              </a:extLst>
            </p:cNvPr>
            <p:cNvSpPr/>
            <p:nvPr/>
          </p:nvSpPr>
          <p:spPr>
            <a:xfrm>
              <a:off x="660400" y="1792928"/>
              <a:ext cx="10858500" cy="1416048"/>
            </a:xfrm>
            <a:prstGeom prst="roundRect">
              <a:avLst>
                <a:gd name="adj" fmla="val 0"/>
              </a:avLst>
            </a:prstGeom>
            <a:blipFill>
              <a:blip r:embed="rId4"/>
              <a:srcRect/>
              <a:stretch>
                <a:fillRect l="0" t="-205605" r="0" b="-205605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Title">
              <a:extLst>
                <a:ext uri="{FF2B5EF4-FFF2-40B4-BE49-F238E27FC236}">
                  <a16:creationId id="{2694DBE6-45E4-61BC-51FE-317F19597BCD}"/>
                </a:ext>
              </a:extLst>
            </p:cNvPr>
            <p:cNvSpPr txBox="1">
              <a:spLocks/>
            </p:cNvSpPr>
            <p:nvPr/>
          </p:nvSpPr>
          <p:spPr>
            <a:xfrm flipH="1">
              <a:off x="660399" y="1130301"/>
              <a:ext cx="10858500" cy="682335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ctr">
              <a:normAutofit/>
            </a:bodyPr>
            <a:lstStyle/>
            <a:p>
              <a:pPr/>
              <a:r>
                <a:rPr lang="zh-CN" altLang="en-US" sz="2400" b="1" dirty="0">
                  <a:cs typeface="+mn-ea"/>
                  <a:sym typeface="+mn-lt"/>
                </a:rPr>
                <a:t/>
              </a:r>
              <a:endParaRPr lang="en-US" dirty="0"/>
            </a:p>
          </p:txBody>
        </p:sp>
        <p:grpSp>
          <p:nvGrpSpPr>
            <p:cNvPr id="4" name="组合 3">
              <a:extLst>
                <a:ext uri="{FF2B5EF4-FFF2-40B4-BE49-F238E27FC236}">
                  <a16:creationId id="{FDDD6389-6400-E061-7247-8197E6829939}"/>
                </a:ext>
              </a:extLst>
            </p:cNvPr>
            <p:cNvGrpSpPr/>
            <p:nvPr/>
          </p:nvGrpSpPr>
          <p:grpSpPr>
            <a:xfrm>
              <a:off x="660399" y="3354917"/>
              <a:ext cx="3430150" cy="2779184"/>
              <a:chOff x="660399" y="3354917"/>
              <a:chExt cx="3430150" cy="2779184"/>
            </a:xfrm>
          </p:grpSpPr>
          <p:sp>
            <p:nvSpPr>
              <p:cNvPr id="10" name="Number1">
                <a:extLst>
                  <a:ext uri="{FF2B5EF4-FFF2-40B4-BE49-F238E27FC236}">
                    <a16:creationId id="{A230E358-0F53-F434-81B2-997E7A4DF0A1}"/>
                  </a:ext>
                </a:extLst>
              </p:cNvPr>
              <p:cNvSpPr/>
              <p:nvPr/>
            </p:nvSpPr>
            <p:spPr>
              <a:xfrm>
                <a:off x="768316" y="3354917"/>
                <a:ext cx="792180" cy="382702"/>
              </a:xfrm>
              <a:prstGeom prst="homePlat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cs typeface="+mn-ea"/>
                  </a:rPr>
                  <a:t>1</a:t>
                </a:r>
                <a:endParaRPr lang="zh-CN" altLang="en-US" sz="1600" b="1" dirty="0">
                  <a:cs typeface="+mn-ea"/>
                </a:endParaRPr>
              </a:p>
            </p:txBody>
          </p:sp>
          <p:sp>
            <p:nvSpPr>
              <p:cNvPr id="12" name="Bullet1">
                <a:extLst>
                  <a:ext uri="{FF2B5EF4-FFF2-40B4-BE49-F238E27FC236}">
                    <a16:creationId id="{33F08BE1-2C5A-0B51-184D-A1341CBF1DB2}"/>
                  </a:ext>
                </a:extLst>
              </p:cNvPr>
              <p:cNvSpPr txBox="1"/>
              <p:nvPr/>
            </p:nvSpPr>
            <p:spPr>
              <a:xfrm>
                <a:off x="660399" y="3827153"/>
                <a:ext cx="3430150" cy="8921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辅助性任务范围</a:t>
                </a:r>
                <a:endParaRPr lang="en-US" dirty="0"/>
              </a:p>
            </p:txBody>
          </p:sp>
          <p:sp>
            <p:nvSpPr>
              <p:cNvPr id="13" name="Text1">
                <a:extLst>
                  <a:ext uri="{FF2B5EF4-FFF2-40B4-BE49-F238E27FC236}">
                    <a16:creationId id="{C67E295A-5310-BED4-F584-428B38EC774C}"/>
                  </a:ext>
                </a:extLst>
              </p:cNvPr>
              <p:cNvSpPr txBox="1"/>
              <p:nvPr/>
            </p:nvSpPr>
            <p:spPr>
              <a:xfrm>
                <a:off x="662020" y="4699375"/>
                <a:ext cx="3423610" cy="14347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明确划分适合AI处理的辅助性任务和必须由人类完成的核心工作范畴。</a:t>
                </a:r>
                <a:endParaRPr lang="en-US" dirty="0"/>
              </a:p>
            </p:txBody>
          </p:sp>
        </p:grpSp>
        <p:grpSp>
          <p:nvGrpSpPr>
            <p:cNvPr id="6" name="组合 5">
              <a:extLst>
                <a:ext uri="{FF2B5EF4-FFF2-40B4-BE49-F238E27FC236}">
                  <a16:creationId id="{E4046D0C-A412-1806-A66D-54642D6933FC}"/>
                </a:ext>
              </a:extLst>
            </p:cNvPr>
            <p:cNvGrpSpPr/>
            <p:nvPr/>
          </p:nvGrpSpPr>
          <p:grpSpPr>
            <a:xfrm>
              <a:off x="4374574" y="3354917"/>
              <a:ext cx="3430150" cy="2673981"/>
              <a:chOff x="4374574" y="3354917"/>
              <a:chExt cx="3430150" cy="2673981"/>
            </a:xfrm>
          </p:grpSpPr>
          <p:sp>
            <p:nvSpPr>
              <p:cNvPr id="29" name="Number2">
                <a:extLst>
                  <a:ext uri="{FF2B5EF4-FFF2-40B4-BE49-F238E27FC236}">
                    <a16:creationId id="{B5E164AA-7162-F211-7AAE-AEB213200289}"/>
                  </a:ext>
                </a:extLst>
              </p:cNvPr>
              <p:cNvSpPr/>
              <p:nvPr/>
            </p:nvSpPr>
            <p:spPr>
              <a:xfrm>
                <a:off x="4482491" y="3354917"/>
                <a:ext cx="792180" cy="382702"/>
              </a:xfrm>
              <a:prstGeom prst="homePlate">
                <a:avLst/>
              </a:prstGeom>
              <a:solidFill>
                <a:schemeClr val="accent1">
                  <a:lumMod val="75000"/>
                  <a:alpha val="95000"/>
                </a:schemeClr>
              </a:solidFill>
              <a:ln>
                <a:noFill/>
              </a:ln>
            </p:spPr>
            <p:txBody>
              <a:bodyPr spcFirstLastPara="1" wrap="none" lIns="91440" tIns="45720" rIns="91440" bIns="45720" anchor="ctr" anchorCtr="0">
                <a:noAutofit/>
              </a:bodyPr>
              <a:lstStyle/>
              <a:p>
                <a:pPr algn="ctr"/>
                <a:r>
                  <a:rPr lang="en-US" altLang="zh-CN" sz="1600" b="1" dirty="0">
                    <a:solidFill>
                      <a:schemeClr val="lt1"/>
                    </a:solidFill>
                    <a:cs typeface="+mn-ea"/>
                  </a:rPr>
                  <a:t>2</a:t>
                </a:r>
                <a:endParaRPr lang="zh-CN" altLang="en-US" sz="1600" b="1" dirty="0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1" name="Bullet2">
                <a:extLst>
                  <a:ext uri="{FF2B5EF4-FFF2-40B4-BE49-F238E27FC236}">
                    <a16:creationId id="{837E4E27-966E-D3AA-1D18-74EB3702C826}"/>
                  </a:ext>
                </a:extLst>
              </p:cNvPr>
              <p:cNvSpPr txBox="1"/>
              <p:nvPr/>
            </p:nvSpPr>
            <p:spPr>
              <a:xfrm>
                <a:off x="4374574" y="3827153"/>
                <a:ext cx="3430150" cy="8921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决策权限划分</a:t>
                </a:r>
                <a:endParaRPr lang="en-US" dirty="0"/>
              </a:p>
            </p:txBody>
          </p:sp>
          <p:sp>
            <p:nvSpPr>
              <p:cNvPr id="32" name="Text2">
                <a:extLst>
                  <a:ext uri="{FF2B5EF4-FFF2-40B4-BE49-F238E27FC236}">
                    <a16:creationId id="{124F7D57-7ABF-655C-93A7-8431B0802E79}"/>
                  </a:ext>
                </a:extLst>
              </p:cNvPr>
              <p:cNvSpPr txBox="1"/>
              <p:nvPr/>
            </p:nvSpPr>
            <p:spPr>
              <a:xfrm>
                <a:off x="4376195" y="4719320"/>
                <a:ext cx="3423610" cy="1309578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区分建议提供和最终决策的权限，确保重要决策始终由人类主导。</a:t>
                </a:r>
                <a:endParaRPr lang="en-US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id="{F363DEE8-505D-0A19-107F-B14EF5DA9361}"/>
                </a:ext>
              </a:extLst>
            </p:cNvPr>
            <p:cNvGrpSpPr/>
            <p:nvPr/>
          </p:nvGrpSpPr>
          <p:grpSpPr>
            <a:xfrm>
              <a:off x="8088750" y="3354917"/>
              <a:ext cx="3430150" cy="2779184"/>
              <a:chOff x="8088750" y="3354917"/>
              <a:chExt cx="3430150" cy="2779184"/>
            </a:xfrm>
          </p:grpSpPr>
          <p:sp>
            <p:nvSpPr>
              <p:cNvPr id="34" name="Number3">
                <a:extLst>
                  <a:ext uri="{FF2B5EF4-FFF2-40B4-BE49-F238E27FC236}">
                    <a16:creationId id="{481F6A75-6622-42F4-14EC-1017E51719D0}"/>
                  </a:ext>
                </a:extLst>
              </p:cNvPr>
              <p:cNvSpPr/>
              <p:nvPr/>
            </p:nvSpPr>
            <p:spPr>
              <a:xfrm>
                <a:off x="8196667" y="3354917"/>
                <a:ext cx="792180" cy="382702"/>
              </a:xfrm>
              <a:prstGeom prst="homePlate">
                <a:avLst/>
              </a:prstGeom>
              <a:noFill/>
              <a:ln w="1270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wrap="none" lIns="91440" tIns="45720" rIns="91440" bIns="45720" anchor="ctr">
                <a:normAutofit/>
              </a:bodyPr>
              <a:lstStyle/>
              <a:p>
                <a:pPr algn="ctr"/>
                <a:r>
                  <a:rPr lang="en-US" altLang="zh-CN" sz="1600" b="1" dirty="0">
                    <a:cs typeface="+mn-ea"/>
                  </a:rPr>
                  <a:t>3</a:t>
                </a:r>
                <a:endParaRPr lang="zh-CN" altLang="en-US" sz="1600" b="1" dirty="0">
                  <a:cs typeface="+mn-ea"/>
                </a:endParaRPr>
              </a:p>
            </p:txBody>
          </p:sp>
          <p:sp>
            <p:nvSpPr>
              <p:cNvPr id="36" name="Bullet3">
                <a:extLst>
                  <a:ext uri="{FF2B5EF4-FFF2-40B4-BE49-F238E27FC236}">
                    <a16:creationId id="{346BD8CD-AFD3-8BA1-05E3-44B7DFE081C5}"/>
                  </a:ext>
                </a:extLst>
              </p:cNvPr>
              <p:cNvSpPr txBox="1"/>
              <p:nvPr/>
            </p:nvSpPr>
            <p:spPr>
              <a:xfrm>
                <a:off x="8088750" y="3827153"/>
                <a:ext cx="3430150" cy="892167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创造性工作界限</a:t>
                </a:r>
                <a:endParaRPr lang="en-US" dirty="0"/>
              </a:p>
            </p:txBody>
          </p:sp>
          <p:sp>
            <p:nvSpPr>
              <p:cNvPr id="37" name="Text3">
                <a:extLst>
                  <a:ext uri="{FF2B5EF4-FFF2-40B4-BE49-F238E27FC236}">
                    <a16:creationId id="{3FDEC42E-877B-76E9-BC84-19C5B7EDC81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90371" y="4699375"/>
                <a:ext cx="3423610" cy="143472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界定AI在创造性工作中的辅助角色，保护人类独特的创新主体地位。</a:t>
                </a:r>
                <a:endParaRPr lang="en-US" dirty="0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功能边界界定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ace61e98-cea5-485b-b013-c7f9feb6681c.source.3.zh-Hans.pptx">
            <a:extLst>
              <a:ext uri="{FF2B5EF4-FFF2-40B4-BE49-F238E27FC236}">
                <a16:creationId id="{387DB369-F2CC-B475-0A3E-3E5B04F230D2}"/>
              </a:ext>
            </a:extLst>
          </p:cNvPr>
          <p:cNvGrpSpPr/>
          <p:nvPr/>
        </p:nvGrpSpPr>
        <p:grpSpPr>
          <a:xfrm>
            <a:off x="666750" y="1130300"/>
            <a:ext cx="10858500" cy="5003798"/>
            <a:chOff x="666750" y="1130300"/>
            <a:chExt cx="10858500" cy="5003798"/>
          </a:xfrm>
        </p:grpSpPr>
        <p:sp>
          <p:nvSpPr>
            <p:cNvPr id="30" name="KK">
              <a:extLst>
                <a:ext uri="{FF2B5EF4-FFF2-40B4-BE49-F238E27FC236}">
                  <a16:creationId id="{5D64AB2D-052D-059C-F1DD-F7C2F269CF94}"/>
                </a:ext>
              </a:extLst>
            </p:cNvPr>
            <p:cNvSpPr/>
            <p:nvPr/>
          </p:nvSpPr>
          <p:spPr>
            <a:xfrm>
              <a:off x="666750" y="1454149"/>
              <a:ext cx="10858500" cy="4679949"/>
            </a:xfrm>
            <a:prstGeom prst="plaque">
              <a:avLst>
                <a:gd name="adj" fmla="val 2884"/>
              </a:avLst>
            </a:prstGeom>
            <a:solidFill>
              <a:schemeClr val="bg1">
                <a:alpha val="95000"/>
              </a:schemeClr>
            </a:solidFill>
            <a:ln w="6350">
              <a:solidFill>
                <a:schemeClr val="tx1">
                  <a:alpha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Title">
              <a:extLst>
                <a:ext uri="{FF2B5EF4-FFF2-40B4-BE49-F238E27FC236}">
                  <a16:creationId id="{671A9BF4-6B39-E19B-C163-CA6120D3D6DC}"/>
                </a:ext>
              </a:extLst>
            </p:cNvPr>
            <p:cNvSpPr>
              <a:spLocks/>
            </p:cNvSpPr>
            <p:nvPr/>
          </p:nvSpPr>
          <p:spPr>
            <a:xfrm>
              <a:off x="853225" y="1130300"/>
              <a:ext cx="10485548" cy="642380"/>
            </a:xfrm>
            <a:prstGeom prst="plaque">
              <a:avLst/>
            </a:prstGeom>
            <a:solidFill>
              <a:schemeClr val="accent1"/>
            </a:solidFill>
            <a:ln w="127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/>
              <a:r>
                <a:rPr lang="zh-CN" altLang="en-US" sz="2400" b="1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/>
              </a:r>
              <a:endParaRPr lang="en-US" dirty="0"/>
            </a:p>
          </p:txBody>
        </p:sp>
        <p:grpSp>
          <p:nvGrpSpPr>
            <p:cNvPr id="31" name="组合 30">
              <a:extLst>
                <a:ext uri="{FF2B5EF4-FFF2-40B4-BE49-F238E27FC236}">
                  <a16:creationId id="{825B77FA-33E1-F910-8214-6C1D62EFBA91}"/>
                </a:ext>
              </a:extLst>
            </p:cNvPr>
            <p:cNvGrpSpPr/>
            <p:nvPr/>
          </p:nvGrpSpPr>
          <p:grpSpPr>
            <a:xfrm>
              <a:off x="853226" y="1903408"/>
              <a:ext cx="5193380" cy="1895819"/>
              <a:chOff x="853226" y="1903408"/>
              <a:chExt cx="5193380" cy="1895819"/>
            </a:xfrm>
          </p:grpSpPr>
          <p:sp>
            <p:nvSpPr>
              <p:cNvPr id="18" name="Bullet1">
                <a:extLst>
                  <a:ext uri="{FF2B5EF4-FFF2-40B4-BE49-F238E27FC236}">
                    <a16:creationId id="{C4F7DC4D-597D-B891-0A9B-650C2D8D42DF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84878" y="1903408"/>
                <a:ext cx="466172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/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透明度要求</a:t>
                </a:r>
                <a:endParaRPr lang="en-US" dirty="0"/>
              </a:p>
            </p:txBody>
          </p:sp>
          <p:sp>
            <p:nvSpPr>
              <p:cNvPr id="26" name="Text1">
                <a:extLst>
                  <a:ext uri="{FF2B5EF4-FFF2-40B4-BE49-F238E27FC236}">
                    <a16:creationId id="{60A576BF-CCC3-96C9-10EE-C0008317A194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84878" y="2373687"/>
                <a:ext cx="4661728" cy="1425540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确保用户清楚知悉正在与AI交互，避免产生身份混淆和误解。</a:t>
                </a:r>
                <a:endParaRPr lang="en-US" dirty="0"/>
              </a:p>
            </p:txBody>
          </p:sp>
          <p:sp>
            <p:nvSpPr>
              <p:cNvPr id="29" name="Number1">
                <a:extLst>
                  <a:ext uri="{FF2B5EF4-FFF2-40B4-BE49-F238E27FC236}">
                    <a16:creationId id="{5B00A853-8E94-98F6-4CE0-0167CA98E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3226" y="1903408"/>
                <a:ext cx="471600" cy="470280"/>
              </a:xfrm>
              <a:prstGeom prst="plaqu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</a:p>
            </p:txBody>
          </p:sp>
        </p:grpSp>
        <p:grpSp>
          <p:nvGrpSpPr>
            <p:cNvPr id="32" name="组合 31">
              <a:extLst>
                <a:ext uri="{FF2B5EF4-FFF2-40B4-BE49-F238E27FC236}">
                  <a16:creationId id="{575F8722-BD31-2B11-C42E-2F628F578465}"/>
                </a:ext>
              </a:extLst>
            </p:cNvPr>
            <p:cNvGrpSpPr/>
            <p:nvPr/>
          </p:nvGrpSpPr>
          <p:grpSpPr>
            <a:xfrm>
              <a:off x="853226" y="4180677"/>
              <a:ext cx="10485548" cy="1895819"/>
              <a:chOff x="853226" y="4180677"/>
              <a:chExt cx="10485548" cy="1895819"/>
            </a:xfrm>
          </p:grpSpPr>
          <p:sp>
            <p:nvSpPr>
              <p:cNvPr id="15" name="Bullet2">
                <a:extLst>
                  <a:ext uri="{FF2B5EF4-FFF2-40B4-BE49-F238E27FC236}">
                    <a16:creationId id="{71B265FF-1060-0678-35C1-875C9F0D06F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84878" y="4180677"/>
                <a:ext cx="9953896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/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可控性保障</a:t>
                </a:r>
                <a:endParaRPr lang="en-US" dirty="0"/>
              </a:p>
            </p:txBody>
          </p:sp>
          <p:sp>
            <p:nvSpPr>
              <p:cNvPr id="16" name="Text2">
                <a:extLst>
                  <a:ext uri="{FF2B5EF4-FFF2-40B4-BE49-F238E27FC236}">
                    <a16:creationId id="{359D370B-AF0B-9A48-E883-E9C876365C36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1384878" y="4650956"/>
                <a:ext cx="9953896" cy="1425540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设计完善的用户控制机制，保证人类始终处于主导和监督地位。</a:t>
                </a:r>
                <a:endParaRPr lang="en-US" dirty="0"/>
              </a:p>
            </p:txBody>
          </p:sp>
          <p:sp>
            <p:nvSpPr>
              <p:cNvPr id="17" name="Number2">
                <a:extLst>
                  <a:ext uri="{FF2B5EF4-FFF2-40B4-BE49-F238E27FC236}">
                    <a16:creationId id="{A04D3B79-5857-D8D2-B670-2642B73CE426}"/>
                  </a:ext>
                </a:extLst>
              </p:cNvPr>
              <p:cNvSpPr/>
              <p:nvPr/>
            </p:nvSpPr>
            <p:spPr bwMode="auto">
              <a:xfrm>
                <a:off x="853226" y="4180677"/>
                <a:ext cx="471600" cy="470280"/>
              </a:xfrm>
              <a:prstGeom prst="plaqu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id="{312907A7-3DF4-A7A4-C48E-CCEA32DE55EF}"/>
                </a:ext>
              </a:extLst>
            </p:cNvPr>
            <p:cNvGrpSpPr/>
            <p:nvPr/>
          </p:nvGrpSpPr>
          <p:grpSpPr>
            <a:xfrm>
              <a:off x="6145394" y="1903408"/>
              <a:ext cx="5193380" cy="1895819"/>
              <a:chOff x="6145394" y="1903408"/>
              <a:chExt cx="5193380" cy="1895819"/>
            </a:xfrm>
          </p:grpSpPr>
          <p:sp>
            <p:nvSpPr>
              <p:cNvPr id="12" name="Bullet3">
                <a:extLst>
                  <a:ext uri="{FF2B5EF4-FFF2-40B4-BE49-F238E27FC236}">
                    <a16:creationId id="{3C8727EC-6797-49F5-BD5F-6F78A5255B35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77046" y="1903408"/>
                <a:ext cx="4661728" cy="470280"/>
              </a:xfrm>
              <a:prstGeom prst="rect">
                <a:avLst/>
              </a:prstGeom>
            </p:spPr>
            <p:txBody>
              <a:bodyPr wrap="square" lIns="90000" tIns="46800" rIns="90000" bIns="46800" anchor="ctr" anchorCtr="0">
                <a:normAutofit/>
              </a:bodyPr>
              <a:lstStyle/>
              <a:p>
                <a:pPr/>
                <a:r>
                  <a:rPr lang="zh-CN" altLang="en-US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反馈机制建立</a:t>
                </a:r>
                <a:endParaRPr lang="en-US" dirty="0"/>
              </a:p>
            </p:txBody>
          </p:sp>
          <p:sp>
            <p:nvSpPr>
              <p:cNvPr id="13" name="Text3">
                <a:extLst>
                  <a:ext uri="{FF2B5EF4-FFF2-40B4-BE49-F238E27FC236}">
                    <a16:creationId id="{81BA9D2A-36CE-5F93-57DE-DE40C0FADF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677046" y="2373687"/>
                <a:ext cx="4661728" cy="1425540"/>
              </a:xfrm>
              <a:prstGeom prst="rect">
                <a:avLst/>
              </a:prstGeom>
            </p:spPr>
            <p:txBody>
              <a:bodyPr wrap="square" lIns="90000" tIns="46800" rIns="90000" bIns="46800" anchor="t" anchorCtr="0">
                <a:norm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1200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建立有效的反馈渠道，允许用户对AI行为进行评价和纠正。</a:t>
                </a:r>
                <a:endParaRPr lang="en-US" dirty="0"/>
              </a:p>
            </p:txBody>
          </p:sp>
          <p:sp>
            <p:nvSpPr>
              <p:cNvPr id="14" name="Number3">
                <a:extLst>
                  <a:ext uri="{FF2B5EF4-FFF2-40B4-BE49-F238E27FC236}">
                    <a16:creationId id="{3D691924-F6CD-8266-BB98-0BC6B317BB5B}"/>
                  </a:ext>
                </a:extLst>
              </p:cNvPr>
              <p:cNvSpPr/>
              <p:nvPr/>
            </p:nvSpPr>
            <p:spPr bwMode="auto">
              <a:xfrm>
                <a:off x="6145394" y="1903408"/>
                <a:ext cx="471600" cy="470280"/>
              </a:xfrm>
              <a:prstGeom prst="plaque">
                <a:avLst/>
              </a:prstGeom>
              <a:noFill/>
              <a:ln w="63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norm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altLang="zh-CN" sz="1600" b="1" dirty="0"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交互方式设计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f5b1acc8-d7c6-4978-8461-4c39bc52d028.source.3.zh-Hans.pptx">
            <a:extLst>
              <a:ext uri="{FF2B5EF4-FFF2-40B4-BE49-F238E27FC236}">
                <a16:creationId id="{4EB4A30F-277F-8878-17D4-D9F77595E14C}"/>
              </a:ext>
            </a:extLst>
          </p:cNvPr>
          <p:cNvGrpSpPr/>
          <p:nvPr/>
        </p:nvGrpSpPr>
        <p:grpSpPr>
          <a:xfrm>
            <a:off x="1" y="1130300"/>
            <a:ext cx="11518899" cy="5003800"/>
            <a:chOff x="1" y="1130300"/>
            <a:chExt cx="11518899" cy="5003800"/>
          </a:xfrm>
        </p:grpSpPr>
        <p:sp>
          <p:nvSpPr>
            <p:cNvPr id="25" name="PictureMisc1">
              <a:extLst>
                <a:ext uri="{FF2B5EF4-FFF2-40B4-BE49-F238E27FC236}">
                  <a16:creationId id="{63C3E42A-C76B-10CC-5FB6-2CF26E0EB35B}"/>
                </a:ext>
              </a:extLst>
            </p:cNvPr>
            <p:cNvSpPr/>
            <p:nvPr/>
          </p:nvSpPr>
          <p:spPr>
            <a:xfrm>
              <a:off x="1" y="1277694"/>
              <a:ext cx="3490055" cy="4709013"/>
            </a:xfrm>
            <a:custGeom>
              <a:avLst/>
              <a:gdLst>
                <a:gd name="connsiteX0" fmla="*/ 0 w 3490055"/>
                <a:gd name="connsiteY0" fmla="*/ 0 h 4709013"/>
                <a:gd name="connsiteX1" fmla="*/ 3142937 w 3490055"/>
                <a:gd name="connsiteY1" fmla="*/ 0 h 4709013"/>
                <a:gd name="connsiteX2" fmla="*/ 3490055 w 3490055"/>
                <a:gd name="connsiteY2" fmla="*/ 356378 h 4709013"/>
                <a:gd name="connsiteX3" fmla="*/ 3490055 w 3490055"/>
                <a:gd name="connsiteY3" fmla="*/ 4352635 h 4709013"/>
                <a:gd name="connsiteX4" fmla="*/ 3142937 w 3490055"/>
                <a:gd name="connsiteY4" fmla="*/ 4709013 h 4709013"/>
                <a:gd name="connsiteX5" fmla="*/ 0 w 3490055"/>
                <a:gd name="connsiteY5" fmla="*/ 4709013 h 4709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90055" h="4709013">
                  <a:moveTo>
                    <a:pt x="0" y="0"/>
                  </a:moveTo>
                  <a:lnTo>
                    <a:pt x="3142937" y="0"/>
                  </a:lnTo>
                  <a:cubicBezTo>
                    <a:pt x="3334645" y="0"/>
                    <a:pt x="3490055" y="159556"/>
                    <a:pt x="3490055" y="356378"/>
                  </a:cubicBezTo>
                  <a:lnTo>
                    <a:pt x="3490055" y="4352635"/>
                  </a:lnTo>
                  <a:cubicBezTo>
                    <a:pt x="3490055" y="4549458"/>
                    <a:pt x="3334645" y="4709013"/>
                    <a:pt x="3142937" y="4709013"/>
                  </a:cubicBezTo>
                  <a:lnTo>
                    <a:pt x="0" y="4709013"/>
                  </a:lnTo>
                  <a:close/>
                </a:path>
              </a:pathLst>
            </a:custGeom>
            <a:blipFill>
              <a:blip r:embed="rId4">
                <a:extLst>
                  <a:ext uri="{BEBA8EAE-BF5A-486C-A8C5-ECC9F3942E4B}">
                    <a14:imgProps>
                      <a14:imgLayer r:embed="rId5">
                        <a14:imgEffect>
                          <a14:colorTemperature colorTemp="53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 l="-51194" t="0" r="-51194" b="0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: Rounded Corners 40">
              <a:extLst>
                <a:ext uri="{FF2B5EF4-FFF2-40B4-BE49-F238E27FC236}">
                  <a16:creationId id="{690091E9-4A22-A929-5102-37A7F5EB3AF8}"/>
                </a:ext>
              </a:extLst>
            </p:cNvPr>
            <p:cNvSpPr/>
            <p:nvPr/>
          </p:nvSpPr>
          <p:spPr>
            <a:xfrm>
              <a:off x="2357120" y="2960234"/>
              <a:ext cx="2142973" cy="2737255"/>
            </a:xfrm>
            <a:prstGeom prst="roundRect">
              <a:avLst>
                <a:gd name="adj" fmla="val 5434"/>
              </a:avLst>
            </a:prstGeom>
            <a:solidFill>
              <a:schemeClr val="accent1">
                <a:lumMod val="75000"/>
                <a:alpha val="95000"/>
              </a:schemeClr>
            </a:solidFill>
            <a:ln>
              <a:noFill/>
            </a:ln>
          </p:spPr>
          <p:txBody>
            <a:bodyPr spcFirstLastPara="1" wrap="square" lIns="91440" tIns="45720" rIns="91440" bIns="45720" anchor="ctr" anchorCtr="0">
              <a:noAutofit/>
            </a:bodyPr>
            <a:lstStyle/>
            <a:p>
              <a:pPr algn="ctr"/>
              <a:endParaRPr lang="en-US" sz="2400" b="1">
                <a:cs typeface="+mn-ea"/>
              </a:endParaRPr>
            </a:p>
          </p:txBody>
        </p:sp>
        <p:sp>
          <p:nvSpPr>
            <p:cNvPr id="102" name="Freeform: Shape 47">
              <a:extLst>
                <a:ext uri="{FF2B5EF4-FFF2-40B4-BE49-F238E27FC236}">
                  <a16:creationId id="{1FBAA94D-64F4-827F-30F3-2E44C6245E60}"/>
                </a:ext>
              </a:extLst>
            </p:cNvPr>
            <p:cNvSpPr>
              <a:spLocks/>
            </p:cNvSpPr>
            <p:nvPr/>
          </p:nvSpPr>
          <p:spPr bwMode="auto">
            <a:xfrm rot="18900000">
              <a:off x="4045689" y="3086673"/>
              <a:ext cx="330173" cy="352660"/>
            </a:xfrm>
            <a:custGeom>
              <a:avLst/>
              <a:gdLst>
                <a:gd name="connsiteX0" fmla="*/ 152120 w 291141"/>
                <a:gd name="connsiteY0" fmla="*/ 5553 h 310969"/>
                <a:gd name="connsiteX1" fmla="*/ 283824 w 291141"/>
                <a:gd name="connsiteY1" fmla="*/ 138826 h 310969"/>
                <a:gd name="connsiteX2" fmla="*/ 291141 w 291141"/>
                <a:gd name="connsiteY2" fmla="*/ 155485 h 310969"/>
                <a:gd name="connsiteX3" fmla="*/ 283824 w 291141"/>
                <a:gd name="connsiteY3" fmla="*/ 172144 h 310969"/>
                <a:gd name="connsiteX4" fmla="*/ 152120 w 291141"/>
                <a:gd name="connsiteY4" fmla="*/ 305416 h 310969"/>
                <a:gd name="connsiteX5" fmla="*/ 137486 w 291141"/>
                <a:gd name="connsiteY5" fmla="*/ 310969 h 310969"/>
                <a:gd name="connsiteX6" fmla="*/ 115535 w 291141"/>
                <a:gd name="connsiteY6" fmla="*/ 288757 h 310969"/>
                <a:gd name="connsiteX7" fmla="*/ 121022 w 291141"/>
                <a:gd name="connsiteY7" fmla="*/ 273949 h 310969"/>
                <a:gd name="connsiteX8" fmla="*/ 199451 w 291141"/>
                <a:gd name="connsiteY8" fmla="*/ 194587 h 310969"/>
                <a:gd name="connsiteX9" fmla="*/ 214605 w 291141"/>
                <a:gd name="connsiteY9" fmla="*/ 179253 h 310969"/>
                <a:gd name="connsiteX10" fmla="*/ 191279 w 291141"/>
                <a:gd name="connsiteY10" fmla="*/ 179253 h 310969"/>
                <a:gd name="connsiteX11" fmla="*/ 149924 w 291141"/>
                <a:gd name="connsiteY11" fmla="*/ 179252 h 310969"/>
                <a:gd name="connsiteX12" fmla="*/ 115326 w 291141"/>
                <a:gd name="connsiteY12" fmla="*/ 179253 h 310969"/>
                <a:gd name="connsiteX13" fmla="*/ 17299 w 291141"/>
                <a:gd name="connsiteY13" fmla="*/ 179252 h 310969"/>
                <a:gd name="connsiteX14" fmla="*/ 0 w 291141"/>
                <a:gd name="connsiteY14" fmla="*/ 156393 h 310969"/>
                <a:gd name="connsiteX15" fmla="*/ 17299 w 291141"/>
                <a:gd name="connsiteY15" fmla="*/ 133534 h 310969"/>
                <a:gd name="connsiteX16" fmla="*/ 115327 w 291141"/>
                <a:gd name="connsiteY16" fmla="*/ 133534 h 310969"/>
                <a:gd name="connsiteX17" fmla="*/ 149924 w 291141"/>
                <a:gd name="connsiteY17" fmla="*/ 133534 h 310969"/>
                <a:gd name="connsiteX18" fmla="*/ 206596 w 291141"/>
                <a:gd name="connsiteY18" fmla="*/ 133533 h 310969"/>
                <a:gd name="connsiteX19" fmla="*/ 216401 w 291141"/>
                <a:gd name="connsiteY19" fmla="*/ 133534 h 310969"/>
                <a:gd name="connsiteX20" fmla="*/ 209958 w 291141"/>
                <a:gd name="connsiteY20" fmla="*/ 127015 h 310969"/>
                <a:gd name="connsiteX21" fmla="*/ 122852 w 291141"/>
                <a:gd name="connsiteY21" fmla="*/ 38871 h 310969"/>
                <a:gd name="connsiteX22" fmla="*/ 115535 w 291141"/>
                <a:gd name="connsiteY22" fmla="*/ 22212 h 310969"/>
                <a:gd name="connsiteX23" fmla="*/ 137485 w 291141"/>
                <a:gd name="connsiteY23" fmla="*/ 0 h 310969"/>
                <a:gd name="connsiteX24" fmla="*/ 152120 w 291141"/>
                <a:gd name="connsiteY24" fmla="*/ 5553 h 31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91141" h="310969">
                  <a:moveTo>
                    <a:pt x="152120" y="5553"/>
                  </a:moveTo>
                  <a:cubicBezTo>
                    <a:pt x="152120" y="5553"/>
                    <a:pt x="152120" y="5553"/>
                    <a:pt x="283824" y="138826"/>
                  </a:cubicBezTo>
                  <a:cubicBezTo>
                    <a:pt x="289312" y="142528"/>
                    <a:pt x="291141" y="149932"/>
                    <a:pt x="291141" y="155485"/>
                  </a:cubicBezTo>
                  <a:cubicBezTo>
                    <a:pt x="291141" y="161038"/>
                    <a:pt x="289312" y="166591"/>
                    <a:pt x="283824" y="172144"/>
                  </a:cubicBezTo>
                  <a:cubicBezTo>
                    <a:pt x="283824" y="172144"/>
                    <a:pt x="283824" y="172144"/>
                    <a:pt x="152120" y="305416"/>
                  </a:cubicBezTo>
                  <a:cubicBezTo>
                    <a:pt x="148461" y="309118"/>
                    <a:pt x="142974" y="310969"/>
                    <a:pt x="137486" y="310969"/>
                  </a:cubicBezTo>
                  <a:cubicBezTo>
                    <a:pt x="124681" y="310969"/>
                    <a:pt x="115535" y="301714"/>
                    <a:pt x="115535" y="288757"/>
                  </a:cubicBezTo>
                  <a:cubicBezTo>
                    <a:pt x="115535" y="283204"/>
                    <a:pt x="117364" y="277651"/>
                    <a:pt x="121022" y="273949"/>
                  </a:cubicBezTo>
                  <a:cubicBezTo>
                    <a:pt x="121022" y="273949"/>
                    <a:pt x="121022" y="273949"/>
                    <a:pt x="199451" y="194587"/>
                  </a:cubicBezTo>
                  <a:lnTo>
                    <a:pt x="214605" y="179253"/>
                  </a:lnTo>
                  <a:lnTo>
                    <a:pt x="191279" y="179253"/>
                  </a:lnTo>
                  <a:cubicBezTo>
                    <a:pt x="149924" y="179252"/>
                    <a:pt x="149924" y="179252"/>
                    <a:pt x="149924" y="179252"/>
                  </a:cubicBezTo>
                  <a:cubicBezTo>
                    <a:pt x="115326" y="179253"/>
                    <a:pt x="115326" y="179253"/>
                    <a:pt x="115326" y="179253"/>
                  </a:cubicBezTo>
                  <a:cubicBezTo>
                    <a:pt x="17299" y="179252"/>
                    <a:pt x="17299" y="179252"/>
                    <a:pt x="17299" y="179252"/>
                  </a:cubicBezTo>
                  <a:cubicBezTo>
                    <a:pt x="7208" y="179253"/>
                    <a:pt x="0" y="169728"/>
                    <a:pt x="0" y="156393"/>
                  </a:cubicBezTo>
                  <a:cubicBezTo>
                    <a:pt x="0" y="143059"/>
                    <a:pt x="7208" y="133534"/>
                    <a:pt x="17299" y="133534"/>
                  </a:cubicBezTo>
                  <a:cubicBezTo>
                    <a:pt x="115327" y="133534"/>
                    <a:pt x="115327" y="133534"/>
                    <a:pt x="115327" y="133534"/>
                  </a:cubicBezTo>
                  <a:cubicBezTo>
                    <a:pt x="149924" y="133534"/>
                    <a:pt x="149924" y="133534"/>
                    <a:pt x="149924" y="133534"/>
                  </a:cubicBezTo>
                  <a:cubicBezTo>
                    <a:pt x="174431" y="133534"/>
                    <a:pt x="192811" y="133534"/>
                    <a:pt x="206596" y="133533"/>
                  </a:cubicBezTo>
                  <a:lnTo>
                    <a:pt x="216401" y="133534"/>
                  </a:lnTo>
                  <a:lnTo>
                    <a:pt x="209958" y="127015"/>
                  </a:lnTo>
                  <a:cubicBezTo>
                    <a:pt x="193078" y="109933"/>
                    <a:pt x="166068" y="82602"/>
                    <a:pt x="122852" y="38871"/>
                  </a:cubicBezTo>
                  <a:cubicBezTo>
                    <a:pt x="119194" y="35169"/>
                    <a:pt x="115535" y="29616"/>
                    <a:pt x="115535" y="22212"/>
                  </a:cubicBezTo>
                  <a:cubicBezTo>
                    <a:pt x="115535" y="9255"/>
                    <a:pt x="124681" y="0"/>
                    <a:pt x="137485" y="0"/>
                  </a:cubicBezTo>
                  <a:cubicBezTo>
                    <a:pt x="142974" y="0"/>
                    <a:pt x="148461" y="1851"/>
                    <a:pt x="152120" y="555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wrap="square">
              <a:noAutofit/>
            </a:bodyPr>
            <a:lstStyle/>
            <a:p>
              <a:endParaRPr lang="en-US" dirty="0"/>
            </a:p>
          </p:txBody>
        </p:sp>
        <p:sp>
          <p:nvSpPr>
            <p:cNvPr id="103" name="Title">
              <a:extLst>
                <a:ext uri="{FF2B5EF4-FFF2-40B4-BE49-F238E27FC236}">
                  <a16:creationId id="{480A25FF-96D1-1573-FFEF-E40D2CBAF58E}"/>
                </a:ext>
              </a:extLst>
            </p:cNvPr>
            <p:cNvSpPr/>
            <p:nvPr/>
          </p:nvSpPr>
          <p:spPr>
            <a:xfrm>
              <a:off x="2423450" y="3486106"/>
              <a:ext cx="2010313" cy="20752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40" tIns="45720" rIns="91440" bIns="45720" anchor="ctr" anchorCtr="0">
              <a:normAutofit/>
            </a:bodyPr>
            <a:lstStyle/>
            <a:p>
              <a:pPr/>
              <a:r>
                <a:rPr lang="zh-CN" altLang="en-US" sz="2400" b="1" dirty="0">
                  <a:solidFill>
                    <a:srgbClr val="FFFFFF"/>
                  </a:solidFill>
                  <a:cs typeface="+mn-ea"/>
                  <a:sym typeface="+mn-lt"/>
                </a:rPr>
                <a:t/>
              </a:r>
              <a:endParaRPr lang="en-US" dirty="0"/>
            </a:p>
          </p:txBody>
        </p:sp>
        <p:grpSp>
          <p:nvGrpSpPr>
            <p:cNvPr id="43" name="组合 42">
              <a:extLst>
                <a:ext uri="{FF2B5EF4-FFF2-40B4-BE49-F238E27FC236}">
                  <a16:creationId id="{5824B489-E4AA-8694-89A2-C5132586B93A}"/>
                </a:ext>
              </a:extLst>
            </p:cNvPr>
            <p:cNvGrpSpPr/>
            <p:nvPr/>
          </p:nvGrpSpPr>
          <p:grpSpPr>
            <a:xfrm>
              <a:off x="4772475" y="1130300"/>
              <a:ext cx="6746425" cy="1542639"/>
              <a:chOff x="4772475" y="1130300"/>
              <a:chExt cx="6746425" cy="1542639"/>
            </a:xfrm>
          </p:grpSpPr>
          <p:sp>
            <p:nvSpPr>
              <p:cNvPr id="6" name="Bullet1">
                <a:extLst>
                  <a:ext uri="{FF2B5EF4-FFF2-40B4-BE49-F238E27FC236}">
                    <a16:creationId id="{6B128BE0-CFE9-CCB1-2110-11FECFEB7BE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475" y="1130300"/>
                <a:ext cx="6746425" cy="486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适用领域明确</a:t>
                </a:r>
                <a:endParaRPr lang="en-US" dirty="0"/>
              </a:p>
            </p:txBody>
          </p:sp>
          <p:sp>
            <p:nvSpPr>
              <p:cNvPr id="7" name="Text1">
                <a:extLst>
                  <a:ext uri="{FF2B5EF4-FFF2-40B4-BE49-F238E27FC236}">
                    <a16:creationId id="{E22A04E8-8EC9-4128-FDD9-6C17AB73DD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475" y="1712748"/>
                <a:ext cx="6746425" cy="9601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制定明确的适用领域清单，指导用户在不同场景下合理使用AI工具。</a:t>
                </a:r>
                <a:endParaRPr lang="en-US" dirty="0"/>
              </a:p>
            </p:txBody>
          </p:sp>
          <p:sp>
            <p:nvSpPr>
              <p:cNvPr id="8" name="ComponentBackground1">
                <a:extLst>
                  <a:ext uri="{FF2B5EF4-FFF2-40B4-BE49-F238E27FC236}">
                    <a16:creationId id="{FC119687-ABB3-0F24-6D53-EAF565190C48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92680" y="1637565"/>
                <a:ext cx="5526220" cy="613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Arial"/>
                </a:endParaRPr>
              </a:p>
            </p:txBody>
          </p:sp>
          <p:sp>
            <p:nvSpPr>
              <p:cNvPr id="9" name="Shape1">
                <a:extLst>
                  <a:ext uri="{FF2B5EF4-FFF2-40B4-BE49-F238E27FC236}">
                    <a16:creationId id="{3C823A93-9F50-4390-1E67-4CAC48DD902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73663" y="1634262"/>
                <a:ext cx="1782124" cy="6139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id="{E43C5B02-E074-E527-C305-71F207E8D5D1}"/>
                </a:ext>
              </a:extLst>
            </p:cNvPr>
            <p:cNvGrpSpPr/>
            <p:nvPr/>
          </p:nvGrpSpPr>
          <p:grpSpPr>
            <a:xfrm>
              <a:off x="4772475" y="2860881"/>
              <a:ext cx="6746425" cy="1542639"/>
              <a:chOff x="4772475" y="2860881"/>
              <a:chExt cx="6746425" cy="1542639"/>
            </a:xfrm>
          </p:grpSpPr>
          <p:sp>
            <p:nvSpPr>
              <p:cNvPr id="12" name="Bullet2">
                <a:extLst>
                  <a:ext uri="{FF2B5EF4-FFF2-40B4-BE49-F238E27FC236}">
                    <a16:creationId id="{7C7255E8-B01C-9448-907E-FC812231FC9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475" y="2860881"/>
                <a:ext cx="6746425" cy="486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禁用情形规定</a:t>
                </a:r>
                <a:endParaRPr lang="en-US" dirty="0"/>
              </a:p>
            </p:txBody>
          </p:sp>
          <p:sp>
            <p:nvSpPr>
              <p:cNvPr id="13" name="Text2">
                <a:extLst>
                  <a:ext uri="{FF2B5EF4-FFF2-40B4-BE49-F238E27FC236}">
                    <a16:creationId id="{7EE6A7E5-D53D-C506-8813-DA9369C537C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475" y="3443329"/>
                <a:ext cx="6746425" cy="9601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明确禁止AI替代人类的关键场景，如医疗诊断、司法判决等专业领域。</a:t>
                </a:r>
                <a:endParaRPr lang="en-US" dirty="0"/>
              </a:p>
            </p:txBody>
          </p:sp>
          <p:sp>
            <p:nvSpPr>
              <p:cNvPr id="14" name="ComponentBackground2">
                <a:extLst>
                  <a:ext uri="{FF2B5EF4-FFF2-40B4-BE49-F238E27FC236}">
                    <a16:creationId id="{EBF81331-62FF-866A-1C6E-00A62FFF630C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92680" y="3368146"/>
                <a:ext cx="5526220" cy="613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2">
                      <a:alpha val="25000"/>
                    </a:schemeClr>
                  </a:gs>
                  <a:gs pos="100000">
                    <a:schemeClr val="accent2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Arial"/>
                </a:endParaRPr>
              </a:p>
            </p:txBody>
          </p:sp>
          <p:sp>
            <p:nvSpPr>
              <p:cNvPr id="15" name="Shape2">
                <a:extLst>
                  <a:ext uri="{FF2B5EF4-FFF2-40B4-BE49-F238E27FC236}">
                    <a16:creationId id="{AE4EA1F7-2A95-4A70-789D-3CDD7483C4E0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73663" y="3364843"/>
                <a:ext cx="1782124" cy="61394"/>
              </a:xfrm>
              <a:prstGeom prst="roundRect">
                <a:avLst>
                  <a:gd name="adj" fmla="val 50000"/>
                </a:avLst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组合 44">
              <a:extLst>
                <a:ext uri="{FF2B5EF4-FFF2-40B4-BE49-F238E27FC236}">
                  <a16:creationId id="{1109FDF2-42E7-E98C-C7CD-45C026FFD0A7}"/>
                </a:ext>
              </a:extLst>
            </p:cNvPr>
            <p:cNvGrpSpPr/>
            <p:nvPr/>
          </p:nvGrpSpPr>
          <p:grpSpPr>
            <a:xfrm>
              <a:off x="4772475" y="4591461"/>
              <a:ext cx="6746425" cy="1542639"/>
              <a:chOff x="4772475" y="4591461"/>
              <a:chExt cx="6746425" cy="1542639"/>
            </a:xfrm>
          </p:grpSpPr>
          <p:sp>
            <p:nvSpPr>
              <p:cNvPr id="17" name="Bullet3">
                <a:extLst>
                  <a:ext uri="{FF2B5EF4-FFF2-40B4-BE49-F238E27FC236}">
                    <a16:creationId id="{3F983497-50B3-11DB-894D-508B2D56FF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475" y="4591461"/>
                <a:ext cx="6746425" cy="4868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特殊用途审批</a:t>
                </a:r>
                <a:endParaRPr lang="en-US" dirty="0"/>
              </a:p>
            </p:txBody>
          </p:sp>
          <p:sp>
            <p:nvSpPr>
              <p:cNvPr id="18" name="Text3">
                <a:extLst>
                  <a:ext uri="{FF2B5EF4-FFF2-40B4-BE49-F238E27FC236}">
                    <a16:creationId id="{8D345774-6B71-4CAF-A88C-35EE5F71C68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72475" y="5173909"/>
                <a:ext cx="6746425" cy="9601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建立特殊用途的审批机制，确保高风险应用得到充分评估和监管。</a:t>
                </a:r>
                <a:endParaRPr lang="en-US" dirty="0"/>
              </a:p>
            </p:txBody>
          </p:sp>
          <p:sp>
            <p:nvSpPr>
              <p:cNvPr id="19" name="ComponentBackground3">
                <a:extLst>
                  <a:ext uri="{FF2B5EF4-FFF2-40B4-BE49-F238E27FC236}">
                    <a16:creationId id="{AAFA0558-AB36-A634-A4D4-794238B8F547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5992680" y="5098726"/>
                <a:ext cx="5526220" cy="61394"/>
              </a:xfrm>
              <a:prstGeom prst="roundRect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1">
                      <a:alpha val="25000"/>
                    </a:schemeClr>
                  </a:gs>
                  <a:gs pos="100000">
                    <a:schemeClr val="accent1">
                      <a:alpha val="1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>
                  <a:solidFill>
                    <a:schemeClr val="lt1"/>
                  </a:solidFill>
                  <a:sym typeface="Arial"/>
                </a:endParaRPr>
              </a:p>
            </p:txBody>
          </p:sp>
          <p:sp>
            <p:nvSpPr>
              <p:cNvPr id="20" name="Shape3">
                <a:extLst>
                  <a:ext uri="{FF2B5EF4-FFF2-40B4-BE49-F238E27FC236}">
                    <a16:creationId id="{4AD7A995-5FB9-2D3D-ECB9-0AD768DC3B39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873663" y="5095423"/>
                <a:ext cx="1782124" cy="61394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575" tIns="34275" rIns="68575" bIns="34275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200" dirty="0">
                  <a:solidFill>
                    <a:srgbClr val="3F3F3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应用场景规范</a:t>
            </a: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健康发展建议</a:t>
            </a:r>
            <a:endParaRPr 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1adf2206-53ce-4f20-9d5e-ef01109b40fa.source.3.zh-Hans.pptx">
            <a:extLst>
              <a:ext uri="{FF2B5EF4-FFF2-40B4-BE49-F238E27FC236}">
                <a16:creationId id="{2D64F6AF-D29B-C9D5-C162-AF3E962D6322}"/>
              </a:ext>
            </a:extLst>
          </p:cNvPr>
          <p:cNvGrpSpPr/>
          <p:nvPr/>
        </p:nvGrpSpPr>
        <p:grpSpPr>
          <a:xfrm>
            <a:off x="574040" y="1130300"/>
            <a:ext cx="11309000" cy="5727701"/>
            <a:chOff x="574040" y="1130300"/>
            <a:chExt cx="11309000" cy="5727701"/>
          </a:xfrm>
        </p:grpSpPr>
        <p:sp>
          <p:nvSpPr>
            <p:cNvPr id="4" name="矩形 3">
              <a:extLst>
                <a:ext uri="{FF2B5EF4-FFF2-40B4-BE49-F238E27FC236}">
                  <a16:creationId id="{8CBB082D-9A10-DB1C-0BFB-5C614DA2947A}"/>
                </a:ext>
              </a:extLst>
            </p:cNvPr>
            <p:cNvSpPr/>
            <p:nvPr/>
          </p:nvSpPr>
          <p:spPr>
            <a:xfrm>
              <a:off x="574040" y="3719319"/>
              <a:ext cx="8061960" cy="1234440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8" name="矩形: 圆角 27">
              <a:extLst>
                <a:ext uri="{FF2B5EF4-FFF2-40B4-BE49-F238E27FC236}">
                  <a16:creationId id="{0DBB10BC-720F-6286-7833-A3F4099F6CD5}"/>
                </a:ext>
              </a:extLst>
            </p:cNvPr>
            <p:cNvSpPr/>
            <p:nvPr/>
          </p:nvSpPr>
          <p:spPr>
            <a:xfrm>
              <a:off x="860120" y="1888038"/>
              <a:ext cx="3876980" cy="54891"/>
            </a:xfrm>
            <a:prstGeom prst="roundRect">
              <a:avLst>
                <a:gd name="adj" fmla="val 0"/>
              </a:avLst>
            </a:prstGeom>
            <a:solidFill>
              <a:schemeClr val="accent1">
                <a:alpha val="35000"/>
              </a:schemeClr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20" name="Rectangle: Rounded Corners 40">
              <a:extLst>
                <a:ext uri="{FF2B5EF4-FFF2-40B4-BE49-F238E27FC236}">
                  <a16:creationId id="{AC90F2A0-8B08-B5AF-84BC-E07534104F8E}"/>
                </a:ext>
              </a:extLst>
            </p:cNvPr>
            <p:cNvSpPr/>
            <p:nvPr/>
          </p:nvSpPr>
          <p:spPr>
            <a:xfrm>
              <a:off x="762423" y="1888038"/>
              <a:ext cx="1495143" cy="54891"/>
            </a:xfrm>
            <a:prstGeom prst="roundRect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rmAutofit fontScale="25000" lnSpcReduction="20000"/>
            </a:bodyPr>
            <a:lstStyle/>
            <a:p>
              <a:pPr algn="ctr"/>
              <a:endParaRPr lang="en-US" sz="2400" b="1" dirty="0">
                <a:solidFill>
                  <a:srgbClr val="FFFFFF"/>
                </a:solidFill>
                <a:cs typeface="+mn-ea"/>
              </a:endParaRPr>
            </a:p>
          </p:txBody>
        </p:sp>
        <p:sp>
          <p:nvSpPr>
            <p:cNvPr id="141" name="PictureMisc1">
              <a:extLst>
                <a:ext uri="{FF2B5EF4-FFF2-40B4-BE49-F238E27FC236}">
                  <a16:creationId id="{01613B2F-68A0-793D-4E4A-CF4A3E4AAC6B}"/>
                </a:ext>
              </a:extLst>
            </p:cNvPr>
            <p:cNvSpPr/>
            <p:nvPr/>
          </p:nvSpPr>
          <p:spPr bwMode="auto">
            <a:xfrm>
              <a:off x="8493394" y="1586170"/>
              <a:ext cx="2993123" cy="5271831"/>
            </a:xfrm>
            <a:custGeom>
              <a:avLst/>
              <a:gdLst>
                <a:gd name="connsiteX0" fmla="*/ 394679 w 2858747"/>
                <a:gd name="connsiteY0" fmla="*/ 0 h 5035153"/>
                <a:gd name="connsiteX1" fmla="*/ 2464068 w 2858747"/>
                <a:gd name="connsiteY1" fmla="*/ 0 h 5035153"/>
                <a:gd name="connsiteX2" fmla="*/ 2858747 w 2858747"/>
                <a:gd name="connsiteY2" fmla="*/ 394679 h 5035153"/>
                <a:gd name="connsiteX3" fmla="*/ 2858747 w 2858747"/>
                <a:gd name="connsiteY3" fmla="*/ 5035153 h 5035153"/>
                <a:gd name="connsiteX4" fmla="*/ 0 w 2858747"/>
                <a:gd name="connsiteY4" fmla="*/ 5035153 h 5035153"/>
                <a:gd name="connsiteX5" fmla="*/ 0 w 2858747"/>
                <a:gd name="connsiteY5" fmla="*/ 394679 h 5035153"/>
                <a:gd name="connsiteX6" fmla="*/ 394679 w 2858747"/>
                <a:gd name="connsiteY6" fmla="*/ 0 h 5035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858747" h="5035153">
                  <a:moveTo>
                    <a:pt x="394679" y="0"/>
                  </a:moveTo>
                  <a:lnTo>
                    <a:pt x="2464068" y="0"/>
                  </a:lnTo>
                  <a:cubicBezTo>
                    <a:pt x="2682043" y="0"/>
                    <a:pt x="2858747" y="176704"/>
                    <a:pt x="2858747" y="394679"/>
                  </a:cubicBezTo>
                  <a:lnTo>
                    <a:pt x="2858747" y="5035153"/>
                  </a:lnTo>
                  <a:lnTo>
                    <a:pt x="0" y="5035153"/>
                  </a:lnTo>
                  <a:lnTo>
                    <a:pt x="0" y="394679"/>
                  </a:lnTo>
                  <a:cubicBezTo>
                    <a:pt x="0" y="176704"/>
                    <a:pt x="176704" y="0"/>
                    <a:pt x="394679" y="0"/>
                  </a:cubicBezTo>
                  <a:close/>
                </a:path>
              </a:pathLst>
            </a:custGeom>
            <a:blipFill>
              <a:blip r:embed="rId4"/>
              <a:srcRect/>
              <a:stretch>
                <a:fillRect l="-46447" r="-117749"/>
              </a:stretch>
            </a:blip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altLang="zh-CN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pic>
          <p:nvPicPr>
            <p:cNvPr id="139" name="c">
              <a:extLst>
                <a:ext uri="{FF2B5EF4-FFF2-40B4-BE49-F238E27FC236}">
                  <a16:creationId id="{22B81C59-C2F6-0043-7C5A-DC72F39F50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val="0"/>
                </a:ext>
              </a:extLst>
            </a:blip>
            <a:srcRect b="19070"/>
            <a:stretch>
              <a:fillRect/>
            </a:stretch>
          </p:blipFill>
          <p:spPr>
            <a:xfrm>
              <a:off x="8239477" y="1210289"/>
              <a:ext cx="3643563" cy="5647711"/>
            </a:xfrm>
            <a:custGeom>
              <a:avLst/>
              <a:gdLst>
                <a:gd name="connsiteX0" fmla="*/ 0 w 3479986"/>
                <a:gd name="connsiteY0" fmla="*/ 0 h 5394158"/>
                <a:gd name="connsiteX1" fmla="*/ 3479986 w 3479986"/>
                <a:gd name="connsiteY1" fmla="*/ 0 h 5394158"/>
                <a:gd name="connsiteX2" fmla="*/ 3479986 w 3479986"/>
                <a:gd name="connsiteY2" fmla="*/ 5394158 h 5394158"/>
                <a:gd name="connsiteX3" fmla="*/ 0 w 3479986"/>
                <a:gd name="connsiteY3" fmla="*/ 5394158 h 5394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79986" h="5394158">
                  <a:moveTo>
                    <a:pt x="0" y="0"/>
                  </a:moveTo>
                  <a:lnTo>
                    <a:pt x="3479986" y="0"/>
                  </a:lnTo>
                  <a:lnTo>
                    <a:pt x="3479986" y="5394158"/>
                  </a:lnTo>
                  <a:lnTo>
                    <a:pt x="0" y="5394158"/>
                  </a:lnTo>
                  <a:close/>
                </a:path>
              </a:pathLst>
            </a:custGeom>
          </p:spPr>
        </p:pic>
        <p:sp>
          <p:nvSpPr>
            <p:cNvPr id="2" name="Title">
              <a:extLst>
                <a:ext uri="{FF2B5EF4-FFF2-40B4-BE49-F238E27FC236}">
                  <a16:creationId id="{60F0DE3F-AC5C-4978-289E-7E8FF0AC58D7}"/>
                </a:ext>
              </a:extLst>
            </p:cNvPr>
            <p:cNvSpPr txBox="1">
              <a:spLocks/>
            </p:cNvSpPr>
            <p:nvPr/>
          </p:nvSpPr>
          <p:spPr>
            <a:xfrm>
              <a:off x="660398" y="1130300"/>
              <a:ext cx="7683501" cy="747183"/>
            </a:xfrm>
            <a:prstGeom prst="rect">
              <a:avLst/>
            </a:prstGeom>
            <a:noFill/>
          </p:spPr>
          <p:txBody>
            <a:bodyPr vert="horz" wrap="square" rtlCol="0" anchor="ctr">
              <a:normAutofit/>
            </a:bodyPr>
            <a:lstStyle/>
            <a:p>
              <a:pPr/>
              <a:r>
                <a:rPr lang="zh-CN" altLang="en-US" sz="2400" b="1" dirty="0">
                  <a:cs typeface="+mn-ea"/>
                  <a:sym typeface="+mn-lt"/>
                </a:rPr>
                <a:t/>
              </a:r>
              <a:endParaRPr lang="en-US" dirty="0"/>
            </a:p>
          </p:txBody>
        </p:sp>
        <p:grpSp>
          <p:nvGrpSpPr>
            <p:cNvPr id="3" name="组合 2">
              <a:extLst>
                <a:ext uri="{FF2B5EF4-FFF2-40B4-BE49-F238E27FC236}">
                  <a16:creationId id="{04C74167-3328-89FB-9E57-7AD699C03A74}"/>
                </a:ext>
              </a:extLst>
            </p:cNvPr>
            <p:cNvGrpSpPr/>
            <p:nvPr/>
          </p:nvGrpSpPr>
          <p:grpSpPr>
            <a:xfrm>
              <a:off x="660400" y="2538978"/>
              <a:ext cx="7471179" cy="950665"/>
              <a:chOff x="660400" y="2538978"/>
              <a:chExt cx="7471179" cy="950665"/>
            </a:xfrm>
          </p:grpSpPr>
          <p:sp>
            <p:nvSpPr>
              <p:cNvPr id="57" name="Bullet1">
                <a:extLst>
                  <a:ext uri="{FF2B5EF4-FFF2-40B4-BE49-F238E27FC236}">
                    <a16:creationId id="{AB38507D-BD44-BA16-FC3B-0F8D2BDCC23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2538978"/>
                <a:ext cx="7471179" cy="408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透明度提升</a:t>
                </a:r>
                <a:endParaRPr lang="en-US" dirty="0"/>
              </a:p>
            </p:txBody>
          </p:sp>
          <p:sp>
            <p:nvSpPr>
              <p:cNvPr id="58" name="Text1">
                <a:extLst>
                  <a:ext uri="{FF2B5EF4-FFF2-40B4-BE49-F238E27FC236}">
                    <a16:creationId id="{C0E2B6A8-3BE2-B313-4ECB-E669D0884EB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2947845"/>
                <a:ext cx="7471179" cy="54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增强AI决策过程的可解释性，让用户清晰理解其工作原理和局限性。</a:t>
                </a:r>
                <a:endParaRPr lang="en-US" dirty="0"/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id="{4A675DBC-78C5-EE33-79B5-E7BD5D677C93}"/>
                </a:ext>
              </a:extLst>
            </p:cNvPr>
            <p:cNvGrpSpPr/>
            <p:nvPr/>
          </p:nvGrpSpPr>
          <p:grpSpPr>
            <a:xfrm>
              <a:off x="660400" y="3861207"/>
              <a:ext cx="7471179" cy="950665"/>
              <a:chOff x="660400" y="3861207"/>
              <a:chExt cx="7471179" cy="950665"/>
            </a:xfrm>
          </p:grpSpPr>
          <p:sp>
            <p:nvSpPr>
              <p:cNvPr id="5" name="Bullet2">
                <a:extLst>
                  <a:ext uri="{FF2B5EF4-FFF2-40B4-BE49-F238E27FC236}">
                    <a16:creationId id="{22E61F5D-7406-21E2-0F9F-B690EED1D7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3861207"/>
                <a:ext cx="7471179" cy="408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可控性优化</a:t>
                </a:r>
                <a:endParaRPr lang="en-US" dirty="0"/>
              </a:p>
            </p:txBody>
          </p:sp>
          <p:sp>
            <p:nvSpPr>
              <p:cNvPr id="6" name="Text2">
                <a:extLst>
                  <a:ext uri="{FF2B5EF4-FFF2-40B4-BE49-F238E27FC236}">
                    <a16:creationId id="{F1513446-0EBA-51D1-A1C2-D0968729954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4270074"/>
                <a:ext cx="7471179" cy="54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开发更精细的控制功能，允许用户根据需求调整AI的帮助程度和方式。</a:t>
                </a:r>
                <a:endParaRPr lang="en-US" dirty="0"/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id="{EC658333-CB15-187E-1972-83C5195D4B67}"/>
                </a:ext>
              </a:extLst>
            </p:cNvPr>
            <p:cNvGrpSpPr/>
            <p:nvPr/>
          </p:nvGrpSpPr>
          <p:grpSpPr>
            <a:xfrm>
              <a:off x="660400" y="5183435"/>
              <a:ext cx="7471179" cy="950665"/>
              <a:chOff x="660400" y="5183435"/>
              <a:chExt cx="7471179" cy="950665"/>
            </a:xfrm>
          </p:grpSpPr>
          <p:sp>
            <p:nvSpPr>
              <p:cNvPr id="9" name="Bullet3">
                <a:extLst>
                  <a:ext uri="{FF2B5EF4-FFF2-40B4-BE49-F238E27FC236}">
                    <a16:creationId id="{1F9EC46A-7E8D-1466-1201-72F83361E1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5183435"/>
                <a:ext cx="7471179" cy="4088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安全性强化</a:t>
                </a:r>
                <a:endParaRPr lang="en-US" dirty="0"/>
              </a:p>
            </p:txBody>
          </p:sp>
          <p:sp>
            <p:nvSpPr>
              <p:cNvPr id="10" name="Text3">
                <a:extLst>
                  <a:ext uri="{FF2B5EF4-FFF2-40B4-BE49-F238E27FC236}">
                    <a16:creationId id="{7BC2138D-A7EF-6D02-696A-68EED960DF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60400" y="5592302"/>
                <a:ext cx="7471179" cy="54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rm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kumimoji="0" lang="zh-CN" altLang="en-US" sz="12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cs typeface="+mn-ea"/>
                    <a:sym typeface="+mn-lt"/>
                  </a:rPr>
                  <a:t>加强系统安全防护，防止AI被恶意利用从事替代人类的不当行为。</a:t>
                </a:r>
                <a:endParaRPr lang="en-US" dirty="0"/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技术改进方向</a:t>
            </a:r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9d3405da-2ed9-4a0c-937c-542516bbcd12.source.3.zh-Hans.pptx">
            <a:extLst>
              <a:ext uri="{FF2B5EF4-FFF2-40B4-BE49-F238E27FC236}">
                <a16:creationId id="{A2D777D0-1A93-DE25-D11B-E7751EEDFA20}"/>
              </a:ext>
            </a:extLst>
          </p:cNvPr>
          <p:cNvGrpSpPr/>
          <p:nvPr/>
        </p:nvGrpSpPr>
        <p:grpSpPr>
          <a:xfrm>
            <a:off x="660399" y="1130300"/>
            <a:ext cx="10858501" cy="5003802"/>
            <a:chOff x="660399" y="1130300"/>
            <a:chExt cx="10858501" cy="5003802"/>
          </a:xfrm>
        </p:grpSpPr>
        <p:grpSp>
          <p:nvGrpSpPr>
            <p:cNvPr id="3" name="组合 2">
              <a:extLst>
                <a:ext uri="{FF2B5EF4-FFF2-40B4-BE49-F238E27FC236}">
                  <a16:creationId id="{9CEA5746-932B-6A40-2C66-38D1F62EDAF9}"/>
                </a:ext>
              </a:extLst>
            </p:cNvPr>
            <p:cNvGrpSpPr/>
            <p:nvPr/>
          </p:nvGrpSpPr>
          <p:grpSpPr>
            <a:xfrm>
              <a:off x="660399" y="1803398"/>
              <a:ext cx="3458724" cy="4330704"/>
              <a:chOff x="660399" y="1803398"/>
              <a:chExt cx="3458724" cy="4330704"/>
            </a:xfrm>
          </p:grpSpPr>
          <p:sp>
            <p:nvSpPr>
              <p:cNvPr id="43" name="Picture1">
                <a:extLst>
                  <a:ext uri="{FF2B5EF4-FFF2-40B4-BE49-F238E27FC236}">
                    <a16:creationId id="{0F72FC4F-FE25-49EC-F900-B809CF9ED51E}"/>
                  </a:ext>
                </a:extLst>
              </p:cNvPr>
              <p:cNvSpPr/>
              <p:nvPr/>
            </p:nvSpPr>
            <p:spPr>
              <a:xfrm>
                <a:off x="660399" y="1803398"/>
                <a:ext cx="3458719" cy="1927571"/>
              </a:xfrm>
              <a:prstGeom prst="round1Rect">
                <a:avLst/>
              </a:prstGeom>
              <a:blipFill>
                <a:blip r:embed="rId4"/>
                <a:srcRect/>
                <a:stretch>
                  <a:fillRect l="0" t="-9811" r="0" b="-9811"/>
                </a:stretch>
              </a:blipFill>
              <a:ln w="19050">
                <a:solidFill>
                  <a:schemeClr val="accent1"/>
                </a:solidFill>
                <a:round/>
              </a:ln>
              <a:effectLst>
                <a:outerShdw dist="50800" dir="2700000" algn="ctr" rotWithShape="0">
                  <a:schemeClr val="accent1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4" name="Text1">
                <a:extLst>
                  <a:ext uri="{FF2B5EF4-FFF2-40B4-BE49-F238E27FC236}">
                    <a16:creationId id="{DFAC14F0-C4BD-CB4B-DD1F-CE191D98BB42}"/>
                  </a:ext>
                </a:extLst>
              </p:cNvPr>
              <p:cNvSpPr txBox="1"/>
              <p:nvPr/>
            </p:nvSpPr>
            <p:spPr>
              <a:xfrm>
                <a:off x="660399" y="4358102"/>
                <a:ext cx="3458724" cy="1776000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开展用户教育，帮助公众建立对AI助手的正确认知和使用态度。</a:t>
                </a:r>
                <a:endParaRPr lang="en-US" dirty="0"/>
              </a:p>
            </p:txBody>
          </p:sp>
          <p:sp>
            <p:nvSpPr>
              <p:cNvPr id="45" name="Bullet1">
                <a:extLst>
                  <a:ext uri="{FF2B5EF4-FFF2-40B4-BE49-F238E27FC236}">
                    <a16:creationId id="{398EED1E-9108-599F-CA78-4DF05EF34C88}"/>
                  </a:ext>
                </a:extLst>
              </p:cNvPr>
              <p:cNvSpPr txBox="1"/>
              <p:nvPr/>
            </p:nvSpPr>
            <p:spPr>
              <a:xfrm>
                <a:off x="660399" y="3813927"/>
                <a:ext cx="3458719" cy="54417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正确使用观念培养</a:t>
                </a:r>
                <a:endParaRPr lang="en-US" dirty="0"/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id="{3C27A3C7-88F5-EB65-A74F-F47C5D211313}"/>
                </a:ext>
              </a:extLst>
            </p:cNvPr>
            <p:cNvGrpSpPr/>
            <p:nvPr/>
          </p:nvGrpSpPr>
          <p:grpSpPr>
            <a:xfrm>
              <a:off x="4360288" y="1803400"/>
              <a:ext cx="3458724" cy="4330700"/>
              <a:chOff x="4360288" y="1803400"/>
              <a:chExt cx="3458724" cy="4330700"/>
            </a:xfrm>
          </p:grpSpPr>
          <p:sp>
            <p:nvSpPr>
              <p:cNvPr id="40" name="Picture2">
                <a:extLst>
                  <a:ext uri="{FF2B5EF4-FFF2-40B4-BE49-F238E27FC236}">
                    <a16:creationId id="{F0FA13DC-7DE8-1017-E2CD-0A342F6339DA}"/>
                  </a:ext>
                </a:extLst>
              </p:cNvPr>
              <p:cNvSpPr/>
              <p:nvPr/>
            </p:nvSpPr>
            <p:spPr>
              <a:xfrm>
                <a:off x="4360290" y="1803400"/>
                <a:ext cx="3458719" cy="1927570"/>
              </a:xfrm>
              <a:prstGeom prst="round1Rect">
                <a:avLst/>
              </a:prstGeom>
              <a:blipFill>
                <a:blip r:embed="rId5"/>
                <a:srcRect/>
                <a:stretch>
                  <a:fillRect l="0" t="-1266" r="0" b="-1266"/>
                </a:stretch>
              </a:blipFill>
              <a:ln w="19050">
                <a:solidFill>
                  <a:schemeClr val="accent2"/>
                </a:solidFill>
                <a:round/>
              </a:ln>
              <a:effectLst>
                <a:outerShdw dist="50800" dir="2700000" algn="ctr" rotWithShape="0">
                  <a:schemeClr val="accent2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41" name="Text2">
                <a:extLst>
                  <a:ext uri="{FF2B5EF4-FFF2-40B4-BE49-F238E27FC236}">
                    <a16:creationId id="{30928546-4B85-0530-F6AE-DCD1BC6E6A3D}"/>
                  </a:ext>
                </a:extLst>
              </p:cNvPr>
              <p:cNvSpPr txBox="1"/>
              <p:nvPr/>
            </p:nvSpPr>
            <p:spPr>
              <a:xfrm>
                <a:off x="4360288" y="4358099"/>
                <a:ext cx="3458724" cy="177600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提高用户对潜在风险的识别能力，培养负责任的使用习惯。</a:t>
                </a:r>
                <a:endParaRPr lang="en-US" dirty="0"/>
              </a:p>
            </p:txBody>
          </p:sp>
          <p:sp>
            <p:nvSpPr>
              <p:cNvPr id="42" name="Bullet2">
                <a:extLst>
                  <a:ext uri="{FF2B5EF4-FFF2-40B4-BE49-F238E27FC236}">
                    <a16:creationId id="{E7A097A7-BBF1-C654-1B63-20BE699F8767}"/>
                  </a:ext>
                </a:extLst>
              </p:cNvPr>
              <p:cNvSpPr txBox="1"/>
              <p:nvPr/>
            </p:nvSpPr>
            <p:spPr>
              <a:xfrm>
                <a:off x="4360290" y="3813926"/>
                <a:ext cx="3458719" cy="54417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风险防范意识提升</a:t>
                </a:r>
                <a:endParaRPr lang="en-US" dirty="0"/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id="{932997F7-B89D-3395-DBA8-CA958F798514}"/>
                </a:ext>
              </a:extLst>
            </p:cNvPr>
            <p:cNvGrpSpPr/>
            <p:nvPr/>
          </p:nvGrpSpPr>
          <p:grpSpPr>
            <a:xfrm>
              <a:off x="8060175" y="1803400"/>
              <a:ext cx="3458724" cy="4330700"/>
              <a:chOff x="8060175" y="1803400"/>
              <a:chExt cx="3458724" cy="4330700"/>
            </a:xfrm>
          </p:grpSpPr>
          <p:sp>
            <p:nvSpPr>
              <p:cNvPr id="37" name="Picture3">
                <a:extLst>
                  <a:ext uri="{FF2B5EF4-FFF2-40B4-BE49-F238E27FC236}">
                    <a16:creationId id="{D91FCF74-0071-9A88-6B2C-4885A9442E06}"/>
                  </a:ext>
                </a:extLst>
              </p:cNvPr>
              <p:cNvSpPr/>
              <p:nvPr/>
            </p:nvSpPr>
            <p:spPr>
              <a:xfrm>
                <a:off x="8060177" y="1803400"/>
                <a:ext cx="3458719" cy="1927570"/>
              </a:xfrm>
              <a:prstGeom prst="round1Rect">
                <a:avLst/>
              </a:prstGeom>
              <a:blipFill>
                <a:blip r:embed="rId6"/>
                <a:srcRect/>
                <a:stretch>
                  <a:fillRect l="0" t="-281" r="0" b="-281"/>
                </a:stretch>
              </a:blipFill>
              <a:ln w="19050">
                <a:solidFill>
                  <a:schemeClr val="accent3"/>
                </a:solidFill>
                <a:round/>
              </a:ln>
              <a:effectLst>
                <a:outerShdw dist="50800" dir="2700000" algn="ctr" rotWithShape="0">
                  <a:schemeClr val="accent3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>
                  <a:solidFill>
                    <a:schemeClr val="lt1"/>
                  </a:solidFill>
                </a:endParaRPr>
              </a:p>
            </p:txBody>
          </p:sp>
          <p:sp>
            <p:nvSpPr>
              <p:cNvPr id="38" name="Text3">
                <a:extLst>
                  <a:ext uri="{FF2B5EF4-FFF2-40B4-BE49-F238E27FC236}">
                    <a16:creationId id="{40387CFD-F4C1-7F8C-B956-B66841D57EC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60175" y="4358099"/>
                <a:ext cx="3458724" cy="1776001"/>
              </a:xfrm>
              <a:prstGeom prst="rect">
                <a:avLst/>
              </a:prstGeom>
              <a:noFill/>
            </p:spPr>
            <p:txBody>
              <a:bodyPr wrap="square" rtlCol="0" anchor="t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20000"/>
                  </a:lnSpc>
                </a:pPr>
                <a:r>
                  <a:rPr lang="zh-CN" altLang="en-US" sz="1400" dirty="0">
                    <a:solidFill>
                      <a:schemeClr val="tx1"/>
                    </a:solidFill>
                  </a:rPr>
                  <a:t>提供相关培训，帮助用户更好地利用AI工具，发挥其最大辅助价值。</a:t>
                </a:r>
                <a:endParaRPr lang="en-US" dirty="0"/>
              </a:p>
            </p:txBody>
          </p:sp>
          <p:sp>
            <p:nvSpPr>
              <p:cNvPr id="39" name="Bullet3">
                <a:extLst>
                  <a:ext uri="{FF2B5EF4-FFF2-40B4-BE49-F238E27FC236}">
                    <a16:creationId id="{A2CFA777-9F01-964A-82E0-4BEA6460ED22}"/>
                  </a:ext>
                </a:extLst>
              </p:cNvPr>
              <p:cNvSpPr txBox="1"/>
              <p:nvPr/>
            </p:nvSpPr>
            <p:spPr>
              <a:xfrm>
                <a:off x="8060177" y="3813926"/>
                <a:ext cx="3458719" cy="544173"/>
              </a:xfrm>
              <a:prstGeom prst="rect">
                <a:avLst/>
              </a:prstGeom>
              <a:noFill/>
            </p:spPr>
            <p:txBody>
              <a:bodyPr wrap="square" rtlCol="0" anchor="ctr" anchorCtr="0">
                <a:normAutofit/>
              </a:bodyPr>
              <a:lstStyle>
                <a:defPPr>
                  <a:defRPr lang="zh-CN"/>
                </a:defPPr>
                <a:lvl1pPr marL="0" algn="ctr" defTabSz="914400" rtl="0" eaLnBrk="1" latinLnBrk="0" hangingPunct="1">
                  <a:lnSpc>
                    <a:spcPct val="150000"/>
                  </a:lnSpc>
                  <a:defRPr sz="1200" kern="1200">
                    <a:solidFill>
                      <a:schemeClr val="bg1">
                        <a:lumMod val="50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l">
                  <a:lnSpc>
                    <a:spcPct val="100000"/>
                  </a:lnSpc>
                </a:pPr>
                <a:r>
                  <a:rPr lang="zh-CN" altLang="en-US" sz="2000" b="1" dirty="0">
                    <a:solidFill>
                      <a:schemeClr val="tx1"/>
                    </a:solidFill>
                  </a:rPr>
                  <a:t>技能培训支持</a:t>
                </a:r>
                <a:endParaRPr lang="en-US" dirty="0"/>
              </a:p>
            </p:txBody>
          </p:sp>
        </p:grpSp>
        <p:sp>
          <p:nvSpPr>
            <p:cNvPr id="46" name="Title">
              <a:extLst>
                <a:ext uri="{FF2B5EF4-FFF2-40B4-BE49-F238E27FC236}">
                  <a16:creationId id="{BBDB6091-235E-A138-2343-4764651E5D3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0400" y="1130300"/>
              <a:ext cx="10858500" cy="54417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/>
              </a:r>
              <a:endParaRPr lang="en-US" dirty="0"/>
            </a:p>
          </p:txBody>
        </p: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用户教育引导</a:t>
            </a:r>
            <a:endParaRPr lang="en-US" dirty="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a16="http://schemas.microsoft.com/office/drawing/2014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367ec379-7aec-43ac-8d95-d92107300e25.source.3.zh-Hans.pptx">
            <a:extLst>
              <a:ext uri="{FF2B5EF4-FFF2-40B4-BE49-F238E27FC236}">
                <a16:creationId id="{7D2C9850-8D8C-2D76-1668-D250C50B002A}"/>
              </a:ext>
            </a:extLst>
          </p:cNvPr>
          <p:cNvGrpSpPr/>
          <p:nvPr/>
        </p:nvGrpSpPr>
        <p:grpSpPr>
          <a:xfrm>
            <a:off x="666750" y="1130300"/>
            <a:ext cx="10852150" cy="5003802"/>
            <a:chOff x="666750" y="1130300"/>
            <a:chExt cx="10852150" cy="5003802"/>
          </a:xfrm>
        </p:grpSpPr>
        <p:sp>
          <p:nvSpPr>
            <p:cNvPr id="23" name="Title">
              <a:extLst>
                <a:ext uri="{FF2B5EF4-FFF2-40B4-BE49-F238E27FC236}">
                  <a16:creationId id="{BC49883F-1078-FD2E-CEBD-286C618254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750" y="1130300"/>
              <a:ext cx="3790085" cy="100438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 anchorCtr="0">
              <a:normAutofit/>
            </a:bodyPr>
            <a:lstStyle/>
            <a:p>
              <a:pPr>
                <a:buSzPct val="25000"/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/>
              </a:r>
              <a:endParaRPr lang="en-US" dirty="0"/>
            </a:p>
          </p:txBody>
        </p:sp>
        <p:sp>
          <p:nvSpPr>
            <p:cNvPr id="33" name="矩形: 圆角 32">
              <a:extLst>
                <a:ext uri="{FF2B5EF4-FFF2-40B4-BE49-F238E27FC236}">
                  <a16:creationId id="{7D274CD4-D583-79A2-2534-77857C2A03B6}"/>
                </a:ext>
              </a:extLst>
            </p:cNvPr>
            <p:cNvSpPr/>
            <p:nvPr/>
          </p:nvSpPr>
          <p:spPr>
            <a:xfrm>
              <a:off x="762438" y="2205429"/>
              <a:ext cx="1430338" cy="45719"/>
            </a:xfrm>
            <a:prstGeom prst="roundRect">
              <a:avLst>
                <a:gd name="adj" fmla="val 50000"/>
              </a:avLst>
            </a:prstGeom>
            <a:solidFill>
              <a:schemeClr val="tx1"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" name="ShapeRoundedRectangle 3">
              <a:extLst>
                <a:ext uri="{FF2B5EF4-FFF2-40B4-BE49-F238E27FC236}">
                  <a16:creationId id="{C60D43B9-F3A7-26A3-B92B-F8FC95F44C67}"/>
                </a:ext>
              </a:extLst>
            </p:cNvPr>
            <p:cNvSpPr/>
            <p:nvPr/>
          </p:nvSpPr>
          <p:spPr>
            <a:xfrm>
              <a:off x="4532333" y="1130301"/>
              <a:ext cx="6986567" cy="186011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46" name="PictureMisc1">
              <a:extLst>
                <a:ext uri="{FF2B5EF4-FFF2-40B4-BE49-F238E27FC236}">
                  <a16:creationId id="{FE007EEE-E98A-3465-8E69-1E185C94C9E0}"/>
                </a:ext>
              </a:extLst>
            </p:cNvPr>
            <p:cNvSpPr/>
            <p:nvPr/>
          </p:nvSpPr>
          <p:spPr>
            <a:xfrm>
              <a:off x="4456835" y="1130301"/>
              <a:ext cx="6986567" cy="1860110"/>
            </a:xfrm>
            <a:prstGeom prst="roundRect">
              <a:avLst>
                <a:gd name="adj" fmla="val 50000"/>
              </a:avLst>
            </a:prstGeom>
            <a:blipFill>
              <a:blip r:embed="rId4"/>
              <a:stretch>
                <a:fillRect l="0" t="-75199" r="0" b="-75199"/>
              </a:stretch>
            </a:blipFill>
            <a:ln w="38100">
              <a:noFill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zh-CN" altLang="en-US" sz="1600" dirty="0">
                <a:cs typeface="+mn-ea"/>
                <a:sym typeface="+mn-lt"/>
              </a:endParaRPr>
            </a:p>
          </p:txBody>
        </p:sp>
        <p:grpSp>
          <p:nvGrpSpPr>
            <p:cNvPr id="97" name="组合 96">
              <a:extLst>
                <a:ext uri="{FF2B5EF4-FFF2-40B4-BE49-F238E27FC236}">
                  <a16:creationId id="{3838C721-16CC-C937-7F1D-D1C8707DBAC9}"/>
                </a:ext>
              </a:extLst>
            </p:cNvPr>
            <p:cNvGrpSpPr>
              <a:grpSpLocks/>
            </p:cNvGrpSpPr>
            <p:nvPr/>
          </p:nvGrpSpPr>
          <p:grpSpPr>
            <a:xfrm>
              <a:off x="668787" y="3232151"/>
              <a:ext cx="10850112" cy="2901951"/>
              <a:chOff x="3538350" y="1130300"/>
              <a:chExt cx="10850113" cy="3003550"/>
            </a:xfrm>
          </p:grpSpPr>
          <p:grpSp>
            <p:nvGrpSpPr>
              <p:cNvPr id="85" name="组合 84">
                <a:extLst>
                  <a:ext uri="{FF2B5EF4-FFF2-40B4-BE49-F238E27FC236}">
                    <a16:creationId id="{D03D5032-5FE1-A9E4-DDB7-B02E55850A34}"/>
                  </a:ext>
                </a:extLst>
              </p:cNvPr>
              <p:cNvGrpSpPr/>
              <p:nvPr/>
            </p:nvGrpSpPr>
            <p:grpSpPr>
              <a:xfrm>
                <a:off x="3538350" y="1130300"/>
                <a:ext cx="3478045" cy="2994860"/>
                <a:chOff x="668787" y="1863035"/>
                <a:chExt cx="3478045" cy="2994860"/>
              </a:xfrm>
            </p:grpSpPr>
            <p:sp>
              <p:nvSpPr>
                <p:cNvPr id="86" name="Number1">
                  <a:extLst>
                    <a:ext uri="{FF2B5EF4-FFF2-40B4-BE49-F238E27FC236}">
                      <a16:creationId id="{D6582E69-19A3-FC8F-DF08-5C41D04B0651}"/>
                    </a:ext>
                  </a:extLst>
                </p:cNvPr>
                <p:cNvSpPr/>
                <p:nvPr/>
              </p:nvSpPr>
              <p:spPr>
                <a:xfrm>
                  <a:off x="783086" y="1863035"/>
                  <a:ext cx="444471" cy="462029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1</a:t>
                  </a:r>
                  <a:endParaRPr sz="1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87" name="Text1">
                  <a:extLst>
                    <a:ext uri="{FF2B5EF4-FFF2-40B4-BE49-F238E27FC236}">
                      <a16:creationId id="{66061193-72CC-D908-5F17-2EA350BA4D3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68790" y="3093896"/>
                  <a:ext cx="3478042" cy="1763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加快相关立法进程，明确AI助手的法律地位和使用边界。</a:t>
                  </a:r>
                  <a:endParaRPr lang="en-US" dirty="0"/>
                </a:p>
              </p:txBody>
            </p:sp>
            <p:sp>
              <p:nvSpPr>
                <p:cNvPr id="88" name="Bullet1">
                  <a:extLst>
                    <a:ext uri="{FF2B5EF4-FFF2-40B4-BE49-F238E27FC236}">
                      <a16:creationId id="{15C83D47-95C4-5C17-9CBF-A92187907DB4}"/>
                    </a:ext>
                  </a:extLst>
                </p:cNvPr>
                <p:cNvSpPr txBox="1"/>
                <p:nvPr/>
              </p:nvSpPr>
              <p:spPr>
                <a:xfrm>
                  <a:off x="668787" y="2410605"/>
                  <a:ext cx="3478042" cy="683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b="1" dirty="0">
                      <a:cs typeface="+mn-ea"/>
                      <a:sym typeface="+mn-lt"/>
                    </a:rPr>
                    <a:t>立法规范制定</a:t>
                  </a:r>
                  <a:endParaRPr lang="en-US" dirty="0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id="{F8551F0F-DE6F-7804-6730-BC0BA0FE0D7B}"/>
                  </a:ext>
                </a:extLst>
              </p:cNvPr>
              <p:cNvGrpSpPr/>
              <p:nvPr/>
            </p:nvGrpSpPr>
            <p:grpSpPr>
              <a:xfrm>
                <a:off x="7224386" y="1130300"/>
                <a:ext cx="3478045" cy="2994860"/>
                <a:chOff x="4401039" y="1871725"/>
                <a:chExt cx="3478045" cy="2994860"/>
              </a:xfrm>
            </p:grpSpPr>
            <p:sp>
              <p:nvSpPr>
                <p:cNvPr id="90" name="Number2">
                  <a:extLst>
                    <a:ext uri="{FF2B5EF4-FFF2-40B4-BE49-F238E27FC236}">
                      <a16:creationId id="{30F85559-28EC-210B-BABE-030CF04B61F5}"/>
                    </a:ext>
                  </a:extLst>
                </p:cNvPr>
                <p:cNvSpPr/>
                <p:nvPr/>
              </p:nvSpPr>
              <p:spPr>
                <a:xfrm>
                  <a:off x="4518512" y="1871725"/>
                  <a:ext cx="444471" cy="462029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2</a:t>
                  </a:r>
                  <a:endParaRPr sz="1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1" name="Text2">
                  <a:extLst>
                    <a:ext uri="{FF2B5EF4-FFF2-40B4-BE49-F238E27FC236}">
                      <a16:creationId id="{B86B7157-7707-3211-8B86-1E7E4FE0F15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4401042" y="3102586"/>
                  <a:ext cx="3478042" cy="1763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kumimoji="0" lang="zh-CN" altLang="en-US" sz="1200" i="0" u="none" strike="noStrike" kern="1200" cap="none" spc="0" normalizeH="0" baseline="0" noProof="0" dirty="0" err="1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推动形成统一的行业技术标准和使用规范，引导产业健康发展。</a:t>
                  </a:r>
                  <a:endParaRPr lang="en-US" dirty="0"/>
                </a:p>
              </p:txBody>
            </p:sp>
            <p:sp>
              <p:nvSpPr>
                <p:cNvPr id="92" name="Bullet2">
                  <a:extLst>
                    <a:ext uri="{FF2B5EF4-FFF2-40B4-BE49-F238E27FC236}">
                      <a16:creationId id="{9288A3E9-61EA-1248-83B7-F842E00F79CD}"/>
                    </a:ext>
                  </a:extLst>
                </p:cNvPr>
                <p:cNvSpPr txBox="1"/>
                <p:nvPr/>
              </p:nvSpPr>
              <p:spPr>
                <a:xfrm>
                  <a:off x="4401039" y="2419295"/>
                  <a:ext cx="3478042" cy="683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b="1" dirty="0">
                      <a:cs typeface="+mn-ea"/>
                      <a:sym typeface="+mn-lt"/>
                    </a:rPr>
                    <a:t>行业标准建立</a:t>
                  </a:r>
                  <a:endParaRPr lang="en-US" dirty="0"/>
                </a:p>
              </p:txBody>
            </p:sp>
          </p:grpSp>
          <p:grpSp>
            <p:nvGrpSpPr>
              <p:cNvPr id="93" name="组合 92">
                <a:extLst>
                  <a:ext uri="{FF2B5EF4-FFF2-40B4-BE49-F238E27FC236}">
                    <a16:creationId id="{CC463980-7A03-BF91-2AB4-F2BA29A1FAEA}"/>
                  </a:ext>
                </a:extLst>
              </p:cNvPr>
              <p:cNvGrpSpPr/>
              <p:nvPr/>
            </p:nvGrpSpPr>
            <p:grpSpPr>
              <a:xfrm>
                <a:off x="10910421" y="1138990"/>
                <a:ext cx="3478042" cy="2994860"/>
                <a:chOff x="8135325" y="1871725"/>
                <a:chExt cx="3478042" cy="2994860"/>
              </a:xfrm>
            </p:grpSpPr>
            <p:sp>
              <p:nvSpPr>
                <p:cNvPr id="94" name="Number3">
                  <a:extLst>
                    <a:ext uri="{FF2B5EF4-FFF2-40B4-BE49-F238E27FC236}">
                      <a16:creationId id="{D9F4FEA6-AC2F-F509-E30B-F874E1B497FB}"/>
                    </a:ext>
                  </a:extLst>
                </p:cNvPr>
                <p:cNvSpPr/>
                <p:nvPr/>
              </p:nvSpPr>
              <p:spPr>
                <a:xfrm>
                  <a:off x="8249624" y="1871725"/>
                  <a:ext cx="444471" cy="462029"/>
                </a:xfrm>
                <a:prstGeom prst="ellipse">
                  <a:avLst/>
                </a:prstGeom>
                <a:solidFill>
                  <a:schemeClr val="accent1"/>
                </a:solidFill>
                <a:ln w="381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lIns="91440" tIns="45720" rIns="91440" bIns="45720" anchor="ctr"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</a:defRPr>
                  </a:lvl9pPr>
                </a:lstStyle>
                <a:p>
                  <a:pPr algn="ctr"/>
                  <a:r>
                    <a:rPr lang="en-US" sz="1400" b="1" dirty="0">
                      <a:solidFill>
                        <a:srgbClr val="FFFFFF"/>
                      </a:solidFill>
                      <a:cs typeface="+mn-ea"/>
                      <a:sym typeface="+mn-lt"/>
                    </a:rPr>
                    <a:t>3</a:t>
                  </a:r>
                  <a:endParaRPr sz="1400" b="1" dirty="0">
                    <a:solidFill>
                      <a:srgbClr val="FFFFFF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95" name="Text3">
                  <a:extLst>
                    <a:ext uri="{FF2B5EF4-FFF2-40B4-BE49-F238E27FC236}">
                      <a16:creationId id="{3B420F09-3E10-619C-1718-B9BB490AB1BE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8135325" y="3102586"/>
                  <a:ext cx="3478042" cy="176399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 defTabSz="913765">
                    <a:lnSpc>
                      <a:spcPct val="120000"/>
                    </a:lnSpc>
                    <a:buSzPct val="25000"/>
                    <a:defRPr/>
                  </a:pPr>
                  <a:r>
                    <a:rPr kumimoji="0" lang="zh-CN" altLang="en-US" sz="1200" i="0" u="none" strike="noStrike" kern="120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cs typeface="+mn-ea"/>
                      <a:sym typeface="+mn-lt"/>
                    </a:rPr>
                    <a:t>建立适应AI技术特点的监管体系，确保其发展符合社会公共利益。</a:t>
                  </a:r>
                  <a:endParaRPr lang="en-US" dirty="0"/>
                </a:p>
              </p:txBody>
            </p:sp>
            <p:sp>
              <p:nvSpPr>
                <p:cNvPr id="96" name="Bullet3">
                  <a:extLst>
                    <a:ext uri="{FF2B5EF4-FFF2-40B4-BE49-F238E27FC236}">
                      <a16:creationId id="{BF26BBA9-C22E-478D-C18D-DF118B10786A}"/>
                    </a:ext>
                  </a:extLst>
                </p:cNvPr>
                <p:cNvSpPr txBox="1"/>
                <p:nvPr/>
              </p:nvSpPr>
              <p:spPr>
                <a:xfrm>
                  <a:off x="8135325" y="2419295"/>
                  <a:ext cx="3478042" cy="68329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square" lIns="91440" tIns="45720" rIns="91440" bIns="45720" anchor="t" anchorCtr="0">
                  <a:normAutofit/>
                </a:bodyPr>
                <a:lstStyle/>
                <a:p>
                  <a:pPr>
                    <a:buSzPct val="25000"/>
                  </a:pPr>
                  <a:r>
                    <a:rPr lang="zh-CN" altLang="en-US" b="1" dirty="0">
                      <a:cs typeface="+mn-ea"/>
                      <a:sym typeface="+mn-lt"/>
                    </a:rPr>
                    <a:t>监管机制创新</a:t>
                  </a:r>
                  <a:endParaRPr lang="en-US" dirty="0"/>
                </a:p>
              </p:txBody>
            </p:sp>
          </p:grp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政策法规完善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以上部分文本内容由AI生成</a:t>
            </a:r>
            <a:endParaRPr lang="en-US" dirty="0"/>
          </a:p>
        </p:txBody>
      </p:sp>
      <p:sp>
        <p:nvSpPr>
          <p:cNvPr id="3" name=""/>
          <p:cNvSpPr>
            <a:spLocks noGrp="1"/>
          </p:cNvSpPr>
          <p:nvPr>
            <p:ph type="body" idx="1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Some of the above text content is generated by AI</a:t>
            </a:r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谢谢观看</a:t>
            </a:r>
            <a:endParaRPr lang="en-US" dirty="0"/>
          </a:p>
        </p:txBody>
      </p:sp>
      <p:sp>
        <p:nvSpPr>
          <p:cNvPr id="4" name=""/>
          <p:cNvSpPr>
            <a:spLocks noGrp="1"/>
          </p:cNvSpPr>
          <p:nvPr>
            <p:ph type="body" sz="quarter" idx="13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作者:xxx</a:t>
            </a:r>
            <a:endParaRPr lang="en-US" dirty="0"/>
          </a:p>
        </p:txBody>
      </p:sp>
      <p:sp>
        <p:nvSpPr>
          <p:cNvPr id="5" name=""/>
          <p:cNvSpPr>
            <a:spLocks noGrp="1"/>
          </p:cNvSpPr>
          <p:nvPr>
            <p:ph type="body" sz="quarter" idx="14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>http://www.xxx.com</a:t>
            </a:r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ded7e5-59ad-4bbb-b5fc-a2d44e37f558.source.5.zh-Hans.pptx">
            <a:extLst>
              <a:ext uri="{FF2B5EF4-FFF2-40B4-BE49-F238E27FC236}">
                <a16:creationId id="{66AD54FC-E105-0A89-D797-C90DC0C97FF7}"/>
              </a:ext>
            </a:extLst>
          </p:cNvPr>
          <p:cNvGrpSpPr/>
          <p:nvPr/>
        </p:nvGrpSpPr>
        <p:grpSpPr>
          <a:xfrm>
            <a:off x="660399" y="1130301"/>
            <a:ext cx="10858501" cy="4813299"/>
            <a:chOff x="660399" y="1130301"/>
            <a:chExt cx="10858501" cy="4813299"/>
          </a:xfrm>
        </p:grpSpPr>
        <p:sp>
          <p:nvSpPr>
            <p:cNvPr id="6" name="Title">
              <a:extLst>
                <a:ext uri="{FF2B5EF4-FFF2-40B4-BE49-F238E27FC236}">
                  <a16:creationId id="{71800703-0988-EEDB-222A-0623DFC04226}"/>
                </a:ext>
              </a:extLst>
            </p:cNvPr>
            <p:cNvSpPr txBox="1"/>
            <p:nvPr/>
          </p:nvSpPr>
          <p:spPr>
            <a:xfrm flipH="1">
              <a:off x="660399" y="1130301"/>
              <a:ext cx="10858500" cy="8508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b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id="{D553BCBC-A4FC-26A6-C4DC-01FAD8332554}"/>
                </a:ext>
              </a:extLst>
            </p:cNvPr>
            <p:cNvGrpSpPr/>
            <p:nvPr/>
          </p:nvGrpSpPr>
          <p:grpSpPr>
            <a:xfrm>
              <a:off x="660400" y="2166257"/>
              <a:ext cx="5011057" cy="1021268"/>
              <a:chOff x="870454" y="2628900"/>
              <a:chExt cx="5011057" cy="1021268"/>
            </a:xfrm>
          </p:grpSpPr>
          <p:sp>
            <p:nvSpPr>
              <p:cNvPr id="22" name="Bullet1">
                <a:extLst>
                  <a:ext uri="{FF2B5EF4-FFF2-40B4-BE49-F238E27FC236}">
                    <a16:creationId id="{BCA3A0B0-20F8-66E8-FE75-D6D24796E5B3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助手的本质特征</a:t>
                </a:r>
                <a:endParaRPr lang="en-US" dirty="0"/>
              </a:p>
            </p:txBody>
          </p:sp>
          <p:sp>
            <p:nvSpPr>
              <p:cNvPr id="23" name="Number1">
                <a:extLst>
                  <a:ext uri="{FF2B5EF4-FFF2-40B4-BE49-F238E27FC236}">
                    <a16:creationId id="{F485C623-AB02-E00F-3A68-555909B942B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id="{9D74461D-69A9-79F7-AA72-6E2A6A6F4813}"/>
                </a:ext>
              </a:extLst>
            </p:cNvPr>
            <p:cNvGrpSpPr/>
            <p:nvPr/>
          </p:nvGrpSpPr>
          <p:grpSpPr>
            <a:xfrm>
              <a:off x="6507843" y="2166257"/>
              <a:ext cx="5011057" cy="1021268"/>
              <a:chOff x="870454" y="2628900"/>
              <a:chExt cx="5011057" cy="1021268"/>
            </a:xfrm>
          </p:grpSpPr>
          <p:sp>
            <p:nvSpPr>
              <p:cNvPr id="20" name="Bullet2">
                <a:extLst>
                  <a:ext uri="{FF2B5EF4-FFF2-40B4-BE49-F238E27FC236}">
                    <a16:creationId id="{B1CF1F0D-9ED3-73B8-EF3D-F32DE190BF0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替身的潜在风险</a:t>
                </a:r>
                <a:endParaRPr lang="en-US" dirty="0"/>
              </a:p>
            </p:txBody>
          </p:sp>
          <p:sp>
            <p:nvSpPr>
              <p:cNvPr id="21" name="Number2">
                <a:extLst>
                  <a:ext uri="{FF2B5EF4-FFF2-40B4-BE49-F238E27FC236}">
                    <a16:creationId id="{AB122258-800F-7D44-E929-D29E3673ABE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id="{5832FA2C-CF71-9A87-073B-1D4DF303EB47}"/>
                </a:ext>
              </a:extLst>
            </p:cNvPr>
            <p:cNvGrpSpPr/>
            <p:nvPr/>
          </p:nvGrpSpPr>
          <p:grpSpPr>
            <a:xfrm>
              <a:off x="660400" y="3544295"/>
              <a:ext cx="5011057" cy="1021268"/>
              <a:chOff x="870454" y="2628900"/>
              <a:chExt cx="5011057" cy="1021268"/>
            </a:xfrm>
          </p:grpSpPr>
          <p:sp>
            <p:nvSpPr>
              <p:cNvPr id="18" name="Bullet3">
                <a:extLst>
                  <a:ext uri="{FF2B5EF4-FFF2-40B4-BE49-F238E27FC236}">
                    <a16:creationId id="{574EE006-5071-7668-318A-E793E5DF9B6E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角色定位的区分标准</a:t>
                </a:r>
                <a:endParaRPr lang="en-US" dirty="0"/>
              </a:p>
            </p:txBody>
          </p:sp>
          <p:sp>
            <p:nvSpPr>
              <p:cNvPr id="19" name="Number3">
                <a:extLst>
                  <a:ext uri="{FF2B5EF4-FFF2-40B4-BE49-F238E27FC236}">
                    <a16:creationId id="{6A927DC5-325D-6D02-0123-9C7CC52015D0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id="{0277B892-DE4B-C79C-62F3-DBFCB75F3C16}"/>
                </a:ext>
              </a:extLst>
            </p:cNvPr>
            <p:cNvGrpSpPr/>
            <p:nvPr/>
          </p:nvGrpSpPr>
          <p:grpSpPr>
            <a:xfrm>
              <a:off x="6507843" y="3544295"/>
              <a:ext cx="5011057" cy="1021268"/>
              <a:chOff x="870454" y="2628900"/>
              <a:chExt cx="5011057" cy="1021268"/>
            </a:xfrm>
          </p:grpSpPr>
          <p:sp>
            <p:nvSpPr>
              <p:cNvPr id="16" name="Bullet4">
                <a:extLst>
                  <a:ext uri="{FF2B5EF4-FFF2-40B4-BE49-F238E27FC236}">
                    <a16:creationId id="{0EF3BFA9-48FC-3CEF-A26D-8D2E7422D0B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健康发展建议</a:t>
                </a:r>
                <a:endParaRPr lang="en-US" dirty="0"/>
              </a:p>
            </p:txBody>
          </p:sp>
          <p:sp>
            <p:nvSpPr>
              <p:cNvPr id="17" name="Number4">
                <a:extLst>
                  <a:ext uri="{FF2B5EF4-FFF2-40B4-BE49-F238E27FC236}">
                    <a16:creationId id="{716B10AB-FC8A-0752-E8D5-8EFCB4FDAA33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id="{8859C7F7-DFDA-DB45-F432-7C2AFC4A9292}"/>
                </a:ext>
              </a:extLst>
            </p:cNvPr>
            <p:cNvGrpSpPr/>
            <p:nvPr/>
          </p:nvGrpSpPr>
          <p:grpSpPr>
            <a:xfrm>
              <a:off x="660400" y="4922332"/>
              <a:ext cx="5011057" cy="1021268"/>
              <a:chOff x="870454" y="2628900"/>
              <a:chExt cx="5011057" cy="1021268"/>
            </a:xfrm>
          </p:grpSpPr>
          <p:sp>
            <p:nvSpPr>
              <p:cNvPr id="14" name="Bullet5">
                <a:extLst>
                  <a:ext uri="{FF2B5EF4-FFF2-40B4-BE49-F238E27FC236}">
                    <a16:creationId id="{4059F3ED-72BD-CBCA-F6B8-167A39063BD5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以上部分文本内容由AI生成</a:t>
                </a:r>
                <a:endParaRPr lang="en-US" dirty="0"/>
              </a:p>
            </p:txBody>
          </p:sp>
          <p:sp>
            <p:nvSpPr>
              <p:cNvPr id="15" name="Number5">
                <a:extLst>
                  <a:ext uri="{FF2B5EF4-FFF2-40B4-BE49-F238E27FC236}">
                    <a16:creationId id="{9819D46F-91C9-58D9-23A0-0FDAE9D250E8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ded7e5-59ad-4bbb-b5fc-a2d44e37f558.source.5.zh-Hans.pptx">
            <a:extLst>
              <a:ext uri="{FF2B5EF4-FFF2-40B4-BE49-F238E27FC236}">
                <a16:creationId id="{66AD54FC-E105-0A89-D797-C90DC0C97FF7}"/>
              </a:ext>
            </a:extLst>
          </p:cNvPr>
          <p:cNvGrpSpPr/>
          <p:nvPr/>
        </p:nvGrpSpPr>
        <p:grpSpPr>
          <a:xfrm>
            <a:off x="660399" y="1130301"/>
            <a:ext cx="10858501" cy="4813299"/>
            <a:chOff x="660399" y="1130301"/>
            <a:chExt cx="10858501" cy="4813299"/>
          </a:xfrm>
        </p:grpSpPr>
        <p:sp>
          <p:nvSpPr>
            <p:cNvPr id="6" name="Title">
              <a:extLst>
                <a:ext uri="{FF2B5EF4-FFF2-40B4-BE49-F238E27FC236}">
                  <a16:creationId id="{71800703-0988-EEDB-222A-0623DFC04226}"/>
                </a:ext>
              </a:extLst>
            </p:cNvPr>
            <p:cNvSpPr txBox="1"/>
            <p:nvPr/>
          </p:nvSpPr>
          <p:spPr>
            <a:xfrm flipH="1">
              <a:off x="660399" y="1130301"/>
              <a:ext cx="10858500" cy="8508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b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id="{D553BCBC-A4FC-26A6-C4DC-01FAD8332554}"/>
                </a:ext>
              </a:extLst>
            </p:cNvPr>
            <p:cNvGrpSpPr/>
            <p:nvPr/>
          </p:nvGrpSpPr>
          <p:grpSpPr>
            <a:xfrm>
              <a:off x="660400" y="2166257"/>
              <a:ext cx="5011057" cy="1021268"/>
              <a:chOff x="870454" y="2628900"/>
              <a:chExt cx="5011057" cy="1021268"/>
            </a:xfrm>
          </p:grpSpPr>
          <p:sp>
            <p:nvSpPr>
              <p:cNvPr id="22" name="Bullet1">
                <a:extLst>
                  <a:ext uri="{FF2B5EF4-FFF2-40B4-BE49-F238E27FC236}">
                    <a16:creationId id="{BCA3A0B0-20F8-66E8-FE75-D6D24796E5B3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助手的本质特征</a:t>
                </a:r>
                <a:endParaRPr lang="en-US" dirty="0"/>
              </a:p>
            </p:txBody>
          </p:sp>
          <p:sp>
            <p:nvSpPr>
              <p:cNvPr id="23" name="Number1">
                <a:extLst>
                  <a:ext uri="{FF2B5EF4-FFF2-40B4-BE49-F238E27FC236}">
                    <a16:creationId id="{F485C623-AB02-E00F-3A68-555909B942B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id="{9D74461D-69A9-79F7-AA72-6E2A6A6F4813}"/>
                </a:ext>
              </a:extLst>
            </p:cNvPr>
            <p:cNvGrpSpPr/>
            <p:nvPr/>
          </p:nvGrpSpPr>
          <p:grpSpPr>
            <a:xfrm>
              <a:off x="6507843" y="2166257"/>
              <a:ext cx="5011057" cy="1021268"/>
              <a:chOff x="870454" y="2628900"/>
              <a:chExt cx="5011057" cy="1021268"/>
            </a:xfrm>
          </p:grpSpPr>
          <p:sp>
            <p:nvSpPr>
              <p:cNvPr id="20" name="Bullet2">
                <a:extLst>
                  <a:ext uri="{FF2B5EF4-FFF2-40B4-BE49-F238E27FC236}">
                    <a16:creationId id="{B1CF1F0D-9ED3-73B8-EF3D-F32DE190BF0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替身的潜在风险</a:t>
                </a:r>
                <a:endParaRPr lang="en-US" dirty="0"/>
              </a:p>
            </p:txBody>
          </p:sp>
          <p:sp>
            <p:nvSpPr>
              <p:cNvPr id="21" name="Number2">
                <a:extLst>
                  <a:ext uri="{FF2B5EF4-FFF2-40B4-BE49-F238E27FC236}">
                    <a16:creationId id="{AB122258-800F-7D44-E929-D29E3673ABE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id="{5832FA2C-CF71-9A87-073B-1D4DF303EB47}"/>
                </a:ext>
              </a:extLst>
            </p:cNvPr>
            <p:cNvGrpSpPr/>
            <p:nvPr/>
          </p:nvGrpSpPr>
          <p:grpSpPr>
            <a:xfrm>
              <a:off x="660400" y="3544295"/>
              <a:ext cx="5011057" cy="1021268"/>
              <a:chOff x="870454" y="2628900"/>
              <a:chExt cx="5011057" cy="1021268"/>
            </a:xfrm>
          </p:grpSpPr>
          <p:sp>
            <p:nvSpPr>
              <p:cNvPr id="18" name="Bullet3">
                <a:extLst>
                  <a:ext uri="{FF2B5EF4-FFF2-40B4-BE49-F238E27FC236}">
                    <a16:creationId id="{574EE006-5071-7668-318A-E793E5DF9B6E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角色定位的区分标准</a:t>
                </a:r>
                <a:endParaRPr lang="en-US" dirty="0"/>
              </a:p>
            </p:txBody>
          </p:sp>
          <p:sp>
            <p:nvSpPr>
              <p:cNvPr id="19" name="Number3">
                <a:extLst>
                  <a:ext uri="{FF2B5EF4-FFF2-40B4-BE49-F238E27FC236}">
                    <a16:creationId id="{6A927DC5-325D-6D02-0123-9C7CC52015D0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id="{0277B892-DE4B-C79C-62F3-DBFCB75F3C16}"/>
                </a:ext>
              </a:extLst>
            </p:cNvPr>
            <p:cNvGrpSpPr/>
            <p:nvPr/>
          </p:nvGrpSpPr>
          <p:grpSpPr>
            <a:xfrm>
              <a:off x="6507843" y="3544295"/>
              <a:ext cx="5011057" cy="1021268"/>
              <a:chOff x="870454" y="2628900"/>
              <a:chExt cx="5011057" cy="1021268"/>
            </a:xfrm>
          </p:grpSpPr>
          <p:sp>
            <p:nvSpPr>
              <p:cNvPr id="16" name="Bullet4">
                <a:extLst>
                  <a:ext uri="{FF2B5EF4-FFF2-40B4-BE49-F238E27FC236}">
                    <a16:creationId id="{0EF3BFA9-48FC-3CEF-A26D-8D2E7422D0B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健康发展建议</a:t>
                </a:r>
                <a:endParaRPr lang="en-US" dirty="0"/>
              </a:p>
            </p:txBody>
          </p:sp>
          <p:sp>
            <p:nvSpPr>
              <p:cNvPr id="17" name="Number4">
                <a:extLst>
                  <a:ext uri="{FF2B5EF4-FFF2-40B4-BE49-F238E27FC236}">
                    <a16:creationId id="{716B10AB-FC8A-0752-E8D5-8EFCB4FDAA33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id="{8859C7F7-DFDA-DB45-F432-7C2AFC4A9292}"/>
                </a:ext>
              </a:extLst>
            </p:cNvPr>
            <p:cNvGrpSpPr/>
            <p:nvPr/>
          </p:nvGrpSpPr>
          <p:grpSpPr>
            <a:xfrm>
              <a:off x="660400" y="4922332"/>
              <a:ext cx="5011057" cy="1021268"/>
              <a:chOff x="870454" y="2628900"/>
              <a:chExt cx="5011057" cy="1021268"/>
            </a:xfrm>
          </p:grpSpPr>
          <p:sp>
            <p:nvSpPr>
              <p:cNvPr id="14" name="Bullet5">
                <a:extLst>
                  <a:ext uri="{FF2B5EF4-FFF2-40B4-BE49-F238E27FC236}">
                    <a16:creationId id="{4059F3ED-72BD-CBCA-F6B8-167A39063BD5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以上部分文本内容由AI生成</a:t>
                </a:r>
                <a:endParaRPr lang="en-US" dirty="0"/>
              </a:p>
            </p:txBody>
          </p:sp>
          <p:sp>
            <p:nvSpPr>
              <p:cNvPr id="15" name="Number5">
                <a:extLst>
                  <a:ext uri="{FF2B5EF4-FFF2-40B4-BE49-F238E27FC236}">
                    <a16:creationId id="{9819D46F-91C9-58D9-23A0-0FDAE9D250E8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ded7e5-59ad-4bbb-b5fc-a2d44e37f558.source.5.zh-Hans.pptx">
            <a:extLst>
              <a:ext uri="{FF2B5EF4-FFF2-40B4-BE49-F238E27FC236}">
                <a16:creationId id="{66AD54FC-E105-0A89-D797-C90DC0C97FF7}"/>
              </a:ext>
            </a:extLst>
          </p:cNvPr>
          <p:cNvGrpSpPr/>
          <p:nvPr/>
        </p:nvGrpSpPr>
        <p:grpSpPr>
          <a:xfrm>
            <a:off x="660399" y="1130301"/>
            <a:ext cx="10858501" cy="4813299"/>
            <a:chOff x="660399" y="1130301"/>
            <a:chExt cx="10858501" cy="4813299"/>
          </a:xfrm>
        </p:grpSpPr>
        <p:sp>
          <p:nvSpPr>
            <p:cNvPr id="6" name="Title">
              <a:extLst>
                <a:ext uri="{FF2B5EF4-FFF2-40B4-BE49-F238E27FC236}">
                  <a16:creationId id="{71800703-0988-EEDB-222A-0623DFC04226}"/>
                </a:ext>
              </a:extLst>
            </p:cNvPr>
            <p:cNvSpPr txBox="1"/>
            <p:nvPr/>
          </p:nvSpPr>
          <p:spPr>
            <a:xfrm flipH="1">
              <a:off x="660399" y="1130301"/>
              <a:ext cx="10858500" cy="8508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b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id="{D553BCBC-A4FC-26A6-C4DC-01FAD8332554}"/>
                </a:ext>
              </a:extLst>
            </p:cNvPr>
            <p:cNvGrpSpPr/>
            <p:nvPr/>
          </p:nvGrpSpPr>
          <p:grpSpPr>
            <a:xfrm>
              <a:off x="660400" y="2166257"/>
              <a:ext cx="5011057" cy="1021268"/>
              <a:chOff x="870454" y="2628900"/>
              <a:chExt cx="5011057" cy="1021268"/>
            </a:xfrm>
          </p:grpSpPr>
          <p:sp>
            <p:nvSpPr>
              <p:cNvPr id="22" name="Bullet1">
                <a:extLst>
                  <a:ext uri="{FF2B5EF4-FFF2-40B4-BE49-F238E27FC236}">
                    <a16:creationId id="{BCA3A0B0-20F8-66E8-FE75-D6D24796E5B3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助手的本质特征</a:t>
                </a:r>
                <a:endParaRPr lang="en-US" dirty="0"/>
              </a:p>
            </p:txBody>
          </p:sp>
          <p:sp>
            <p:nvSpPr>
              <p:cNvPr id="23" name="Number1">
                <a:extLst>
                  <a:ext uri="{FF2B5EF4-FFF2-40B4-BE49-F238E27FC236}">
                    <a16:creationId id="{F485C623-AB02-E00F-3A68-555909B942B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id="{9D74461D-69A9-79F7-AA72-6E2A6A6F4813}"/>
                </a:ext>
              </a:extLst>
            </p:cNvPr>
            <p:cNvGrpSpPr/>
            <p:nvPr/>
          </p:nvGrpSpPr>
          <p:grpSpPr>
            <a:xfrm>
              <a:off x="6507843" y="2166257"/>
              <a:ext cx="5011057" cy="1021268"/>
              <a:chOff x="870454" y="2628900"/>
              <a:chExt cx="5011057" cy="1021268"/>
            </a:xfrm>
          </p:grpSpPr>
          <p:sp>
            <p:nvSpPr>
              <p:cNvPr id="20" name="Bullet2">
                <a:extLst>
                  <a:ext uri="{FF2B5EF4-FFF2-40B4-BE49-F238E27FC236}">
                    <a16:creationId id="{B1CF1F0D-9ED3-73B8-EF3D-F32DE190BF0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替身的潜在风险</a:t>
                </a:r>
                <a:endParaRPr lang="en-US" dirty="0"/>
              </a:p>
            </p:txBody>
          </p:sp>
          <p:sp>
            <p:nvSpPr>
              <p:cNvPr id="21" name="Number2">
                <a:extLst>
                  <a:ext uri="{FF2B5EF4-FFF2-40B4-BE49-F238E27FC236}">
                    <a16:creationId id="{AB122258-800F-7D44-E929-D29E3673ABE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id="{5832FA2C-CF71-9A87-073B-1D4DF303EB47}"/>
                </a:ext>
              </a:extLst>
            </p:cNvPr>
            <p:cNvGrpSpPr/>
            <p:nvPr/>
          </p:nvGrpSpPr>
          <p:grpSpPr>
            <a:xfrm>
              <a:off x="660400" y="3544295"/>
              <a:ext cx="5011057" cy="1021268"/>
              <a:chOff x="870454" y="2628900"/>
              <a:chExt cx="5011057" cy="1021268"/>
            </a:xfrm>
          </p:grpSpPr>
          <p:sp>
            <p:nvSpPr>
              <p:cNvPr id="18" name="Bullet3">
                <a:extLst>
                  <a:ext uri="{FF2B5EF4-FFF2-40B4-BE49-F238E27FC236}">
                    <a16:creationId id="{574EE006-5071-7668-318A-E793E5DF9B6E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角色定位的区分标准</a:t>
                </a:r>
                <a:endParaRPr lang="en-US" dirty="0"/>
              </a:p>
            </p:txBody>
          </p:sp>
          <p:sp>
            <p:nvSpPr>
              <p:cNvPr id="19" name="Number3">
                <a:extLst>
                  <a:ext uri="{FF2B5EF4-FFF2-40B4-BE49-F238E27FC236}">
                    <a16:creationId id="{6A927DC5-325D-6D02-0123-9C7CC52015D0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id="{0277B892-DE4B-C79C-62F3-DBFCB75F3C16}"/>
                </a:ext>
              </a:extLst>
            </p:cNvPr>
            <p:cNvGrpSpPr/>
            <p:nvPr/>
          </p:nvGrpSpPr>
          <p:grpSpPr>
            <a:xfrm>
              <a:off x="6507843" y="3544295"/>
              <a:ext cx="5011057" cy="1021268"/>
              <a:chOff x="870454" y="2628900"/>
              <a:chExt cx="5011057" cy="1021268"/>
            </a:xfrm>
          </p:grpSpPr>
          <p:sp>
            <p:nvSpPr>
              <p:cNvPr id="16" name="Bullet4">
                <a:extLst>
                  <a:ext uri="{FF2B5EF4-FFF2-40B4-BE49-F238E27FC236}">
                    <a16:creationId id="{0EF3BFA9-48FC-3CEF-A26D-8D2E7422D0B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健康发展建议</a:t>
                </a:r>
                <a:endParaRPr lang="en-US" dirty="0"/>
              </a:p>
            </p:txBody>
          </p:sp>
          <p:sp>
            <p:nvSpPr>
              <p:cNvPr id="17" name="Number4">
                <a:extLst>
                  <a:ext uri="{FF2B5EF4-FFF2-40B4-BE49-F238E27FC236}">
                    <a16:creationId id="{716B10AB-FC8A-0752-E8D5-8EFCB4FDAA33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id="{8859C7F7-DFDA-DB45-F432-7C2AFC4A9292}"/>
                </a:ext>
              </a:extLst>
            </p:cNvPr>
            <p:cNvGrpSpPr/>
            <p:nvPr/>
          </p:nvGrpSpPr>
          <p:grpSpPr>
            <a:xfrm>
              <a:off x="660400" y="4922332"/>
              <a:ext cx="5011057" cy="1021268"/>
              <a:chOff x="870454" y="2628900"/>
              <a:chExt cx="5011057" cy="1021268"/>
            </a:xfrm>
          </p:grpSpPr>
          <p:sp>
            <p:nvSpPr>
              <p:cNvPr id="14" name="Bullet5">
                <a:extLst>
                  <a:ext uri="{FF2B5EF4-FFF2-40B4-BE49-F238E27FC236}">
                    <a16:creationId id="{4059F3ED-72BD-CBCA-F6B8-167A39063BD5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以上部分文本内容由AI生成</a:t>
                </a:r>
                <a:endParaRPr lang="en-US" dirty="0"/>
              </a:p>
            </p:txBody>
          </p:sp>
          <p:sp>
            <p:nvSpPr>
              <p:cNvPr id="15" name="Number5">
                <a:extLst>
                  <a:ext uri="{FF2B5EF4-FFF2-40B4-BE49-F238E27FC236}">
                    <a16:creationId id="{9819D46F-91C9-58D9-23A0-0FDAE9D250E8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a16="http://schemas.microsoft.com/office/drawing/2014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19ded7e5-59ad-4bbb-b5fc-a2d44e37f558.source.5.zh-Hans.pptx">
            <a:extLst>
              <a:ext uri="{FF2B5EF4-FFF2-40B4-BE49-F238E27FC236}">
                <a16:creationId id="{66AD54FC-E105-0A89-D797-C90DC0C97FF7}"/>
              </a:ext>
            </a:extLst>
          </p:cNvPr>
          <p:cNvGrpSpPr/>
          <p:nvPr/>
        </p:nvGrpSpPr>
        <p:grpSpPr>
          <a:xfrm>
            <a:off x="660399" y="1130301"/>
            <a:ext cx="10858501" cy="4813299"/>
            <a:chOff x="660399" y="1130301"/>
            <a:chExt cx="10858501" cy="4813299"/>
          </a:xfrm>
        </p:grpSpPr>
        <p:sp>
          <p:nvSpPr>
            <p:cNvPr id="6" name="Title">
              <a:extLst>
                <a:ext uri="{FF2B5EF4-FFF2-40B4-BE49-F238E27FC236}">
                  <a16:creationId id="{71800703-0988-EEDB-222A-0623DFC04226}"/>
                </a:ext>
              </a:extLst>
            </p:cNvPr>
            <p:cNvSpPr txBox="1"/>
            <p:nvPr/>
          </p:nvSpPr>
          <p:spPr>
            <a:xfrm flipH="1">
              <a:off x="660399" y="1130301"/>
              <a:ext cx="10858500" cy="8508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rtlCol="0" anchor="b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SzPct val="25000"/>
              </a:pPr>
              <a:r>
                <a:rPr lang="zh-CN" altLang="en-US" sz="4800" b="1" dirty="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  <a:endParaRPr lang="en-US" dirty="0"/>
            </a:p>
          </p:txBody>
        </p:sp>
        <p:grpSp>
          <p:nvGrpSpPr>
            <p:cNvPr id="5" name="组合 4">
              <a:extLst>
                <a:ext uri="{FF2B5EF4-FFF2-40B4-BE49-F238E27FC236}">
                  <a16:creationId id="{D553BCBC-A4FC-26A6-C4DC-01FAD8332554}"/>
                </a:ext>
              </a:extLst>
            </p:cNvPr>
            <p:cNvGrpSpPr/>
            <p:nvPr/>
          </p:nvGrpSpPr>
          <p:grpSpPr>
            <a:xfrm>
              <a:off x="660400" y="2166257"/>
              <a:ext cx="5011057" cy="1021268"/>
              <a:chOff x="870454" y="2628900"/>
              <a:chExt cx="5011057" cy="1021268"/>
            </a:xfrm>
          </p:grpSpPr>
          <p:sp>
            <p:nvSpPr>
              <p:cNvPr id="22" name="Bullet1">
                <a:extLst>
                  <a:ext uri="{FF2B5EF4-FFF2-40B4-BE49-F238E27FC236}">
                    <a16:creationId id="{BCA3A0B0-20F8-66E8-FE75-D6D24796E5B3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助手的本质特征</a:t>
                </a:r>
                <a:endParaRPr lang="en-US" dirty="0"/>
              </a:p>
            </p:txBody>
          </p:sp>
          <p:sp>
            <p:nvSpPr>
              <p:cNvPr id="23" name="Number1">
                <a:extLst>
                  <a:ext uri="{FF2B5EF4-FFF2-40B4-BE49-F238E27FC236}">
                    <a16:creationId id="{F485C623-AB02-E00F-3A68-555909B942B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1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7" name="组合 6">
              <a:extLst>
                <a:ext uri="{FF2B5EF4-FFF2-40B4-BE49-F238E27FC236}">
                  <a16:creationId id="{9D74461D-69A9-79F7-AA72-6E2A6A6F4813}"/>
                </a:ext>
              </a:extLst>
            </p:cNvPr>
            <p:cNvGrpSpPr/>
            <p:nvPr/>
          </p:nvGrpSpPr>
          <p:grpSpPr>
            <a:xfrm>
              <a:off x="6507843" y="2166257"/>
              <a:ext cx="5011057" cy="1021268"/>
              <a:chOff x="870454" y="2628900"/>
              <a:chExt cx="5011057" cy="1021268"/>
            </a:xfrm>
          </p:grpSpPr>
          <p:sp>
            <p:nvSpPr>
              <p:cNvPr id="20" name="Bullet2">
                <a:extLst>
                  <a:ext uri="{FF2B5EF4-FFF2-40B4-BE49-F238E27FC236}">
                    <a16:creationId id="{B1CF1F0D-9ED3-73B8-EF3D-F32DE190BF0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替身的潜在风险</a:t>
                </a:r>
                <a:endParaRPr lang="en-US" dirty="0"/>
              </a:p>
            </p:txBody>
          </p:sp>
          <p:sp>
            <p:nvSpPr>
              <p:cNvPr id="21" name="Number2">
                <a:extLst>
                  <a:ext uri="{FF2B5EF4-FFF2-40B4-BE49-F238E27FC236}">
                    <a16:creationId id="{AB122258-800F-7D44-E929-D29E3673ABEC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2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id="{5832FA2C-CF71-9A87-073B-1D4DF303EB47}"/>
                </a:ext>
              </a:extLst>
            </p:cNvPr>
            <p:cNvGrpSpPr/>
            <p:nvPr/>
          </p:nvGrpSpPr>
          <p:grpSpPr>
            <a:xfrm>
              <a:off x="660400" y="3544295"/>
              <a:ext cx="5011057" cy="1021268"/>
              <a:chOff x="870454" y="2628900"/>
              <a:chExt cx="5011057" cy="1021268"/>
            </a:xfrm>
          </p:grpSpPr>
          <p:sp>
            <p:nvSpPr>
              <p:cNvPr id="18" name="Bullet3">
                <a:extLst>
                  <a:ext uri="{FF2B5EF4-FFF2-40B4-BE49-F238E27FC236}">
                    <a16:creationId id="{574EE006-5071-7668-318A-E793E5DF9B6E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角色定位的区分标准</a:t>
                </a:r>
                <a:endParaRPr lang="en-US" dirty="0"/>
              </a:p>
            </p:txBody>
          </p:sp>
          <p:sp>
            <p:nvSpPr>
              <p:cNvPr id="19" name="Number3">
                <a:extLst>
                  <a:ext uri="{FF2B5EF4-FFF2-40B4-BE49-F238E27FC236}">
                    <a16:creationId id="{6A927DC5-325D-6D02-0123-9C7CC52015D0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3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id="{0277B892-DE4B-C79C-62F3-DBFCB75F3C16}"/>
                </a:ext>
              </a:extLst>
            </p:cNvPr>
            <p:cNvGrpSpPr/>
            <p:nvPr/>
          </p:nvGrpSpPr>
          <p:grpSpPr>
            <a:xfrm>
              <a:off x="6507843" y="3544295"/>
              <a:ext cx="5011057" cy="1021268"/>
              <a:chOff x="870454" y="2628900"/>
              <a:chExt cx="5011057" cy="1021268"/>
            </a:xfrm>
          </p:grpSpPr>
          <p:sp>
            <p:nvSpPr>
              <p:cNvPr id="16" name="Bullet4">
                <a:extLst>
                  <a:ext uri="{FF2B5EF4-FFF2-40B4-BE49-F238E27FC236}">
                    <a16:creationId id="{0EF3BFA9-48FC-3CEF-A26D-8D2E7422D0BC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健康发展建议</a:t>
                </a:r>
                <a:endParaRPr lang="en-US" dirty="0"/>
              </a:p>
            </p:txBody>
          </p:sp>
          <p:sp>
            <p:nvSpPr>
              <p:cNvPr id="17" name="Number4">
                <a:extLst>
                  <a:ext uri="{FF2B5EF4-FFF2-40B4-BE49-F238E27FC236}">
                    <a16:creationId id="{716B10AB-FC8A-0752-E8D5-8EFCB4FDAA33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4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id="{8859C7F7-DFDA-DB45-F432-7C2AFC4A9292}"/>
                </a:ext>
              </a:extLst>
            </p:cNvPr>
            <p:cNvGrpSpPr/>
            <p:nvPr/>
          </p:nvGrpSpPr>
          <p:grpSpPr>
            <a:xfrm>
              <a:off x="660400" y="4922332"/>
              <a:ext cx="5011057" cy="1021268"/>
              <a:chOff x="870454" y="2628900"/>
              <a:chExt cx="5011057" cy="1021268"/>
            </a:xfrm>
          </p:grpSpPr>
          <p:sp>
            <p:nvSpPr>
              <p:cNvPr id="14" name="Bullet5">
                <a:extLst>
                  <a:ext uri="{FF2B5EF4-FFF2-40B4-BE49-F238E27FC236}">
                    <a16:creationId id="{4059F3ED-72BD-CBCA-F6B8-167A39063BD5}"/>
                  </a:ext>
                </a:extLst>
              </p:cNvPr>
              <p:cNvSpPr txBox="1"/>
              <p:nvPr/>
            </p:nvSpPr>
            <p:spPr>
              <a:xfrm>
                <a:off x="1788491" y="2628900"/>
                <a:ext cx="4093020" cy="1021268"/>
              </a:xfrm>
              <a:prstGeom prst="plaque">
                <a:avLst>
                  <a:gd name="adj" fmla="val 6239"/>
                </a:avLst>
              </a:prstGeom>
              <a:noFill/>
              <a:ln w="6350">
                <a:solidFill>
                  <a:schemeClr val="tx1">
                    <a:alpha val="50000"/>
                  </a:schemeClr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ctr"/>
              <a:lstStyle>
                <a:defPPr>
                  <a:defRPr lang="zh-CN"/>
                </a:defPPr>
                <a:lvl1pPr>
                  <a:defRPr b="1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pPr>
                  <a:lnSpc>
                    <a:spcPct val="120000"/>
                  </a:lnSpc>
                </a:pPr>
                <a:r>
                  <a:rPr lang="zh-CN" altLang="en-US" dirty="0">
                    <a:sym typeface="Arial" panose="020B0604020202020204" pitchFamily="34" charset="0"/>
                  </a:rPr>
                  <a:t>以上部分文本内容由AI生成</a:t>
                </a:r>
                <a:endParaRPr lang="en-US" dirty="0"/>
              </a:p>
            </p:txBody>
          </p:sp>
          <p:sp>
            <p:nvSpPr>
              <p:cNvPr id="15" name="Number5">
                <a:extLst>
                  <a:ext uri="{FF2B5EF4-FFF2-40B4-BE49-F238E27FC236}">
                    <a16:creationId id="{9819D46F-91C9-58D9-23A0-0FDAE9D250E8}"/>
                  </a:ext>
                </a:extLst>
              </p:cNvPr>
              <p:cNvSpPr/>
              <p:nvPr/>
            </p:nvSpPr>
            <p:spPr>
              <a:xfrm>
                <a:off x="870454" y="2725565"/>
                <a:ext cx="807580" cy="807579"/>
              </a:xfrm>
              <a:prstGeom prst="plaque">
                <a:avLst>
                  <a:gd name="adj" fmla="val 12595"/>
                </a:avLst>
              </a:prstGeom>
              <a:solidFill>
                <a:schemeClr val="accent1"/>
              </a:solidFill>
            </p:spPr>
            <p:txBody>
              <a:bodyPr wrap="none" lIns="90000" tIns="46800" rIns="90000" bIns="46800" anchor="ctr" anchorCtr="0">
                <a:normAutofit/>
              </a:bodyPr>
              <a:lstStyle/>
              <a:p>
                <a:pPr algn="ctr"/>
                <a:r>
                  <a:rPr lang="en-US" altLang="zh-CN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5</a:t>
                </a:r>
                <a:endParaRPr lang="zh-CN" altLang="en-US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/>
            <a:r>
              <a:rPr lang="zh-CN" altLang="en-US" dirty="0"/>
              <a:t/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AIGC" val="{&quot;Label&quot;:&quot;1&quot;,&quot;ContentProducer&quot;:&quot;\u6210\u90fd\u827e\u65af\u83b1\u5fb7\u7f51\u7edc\u79d1\u6280\u6709\u9650\u516c\u53f8&quot;,&quot;ProduceID&quot;:&quot;bb48c281-6043-49ad-bf59-5c09f6ad2dfd&quot;,&quot;ReservedCode1&quot;:&quot;4e5c03b5194cf0c155afbee6ab8505e083e47ad2b4411068c18760499fadfc73&quot;,&quot;ContentPropagator&quot;:&quot;\u4f5c\u8005:xxx&quot;,&quot;PropagateID&quot;:&quot;bb48c281-6043-49ad-bf59-5c09f6ad2dfd&quot;,&quot;ReservedCode2&quot;:&quot;afc039230dc70d443e9dd917a0a4f4490e1a255d498b1eeafec077d8fec7f169&quot;}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fun"/>
</p:tagLst>
</file>

<file path=ppt/tags/tag1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3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11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fun"/>
</p:tagLst>
</file>

<file path=ppt/tags/tag15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retro"/>
</p:tagLst>
</file>

<file path=ppt/tags/tag17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24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retro"/>
</p:tagLst>
</file>

<file path=ppt/tags/tag25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retro"/>
</p:tagLst>
</file>

<file path=ppt/tags/tag46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high-tech"/>
</p:tagLst>
</file>

<file path=ppt/tags/tag76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retro"/>
</p:tagLst>
</file>

<file path=ppt/tags/tag82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simple"/>
</p:tagLst>
</file>

<file path=ppt/tags/tag127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IAGRAMSTYLE" val="fun"/>
</p:tagLst>
</file>

<file path=ppt/theme/theme1.xml><?xml version="1.0" encoding="utf-8"?>
<a:theme xmlns:a="http://schemas.openxmlformats.org/drawingml/2006/main" name="Designed by iSlide">
  <a:themeElements>
    <a:clrScheme name="小学模板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F8654A"/>
      </a:accent1>
      <a:accent2>
        <a:srgbClr val="FFA44B"/>
      </a:accent2>
      <a:accent3>
        <a:srgbClr val="F9C588"/>
      </a:accent3>
      <a:accent4>
        <a:srgbClr val="B27E72"/>
      </a:accent4>
      <a:accent5>
        <a:srgbClr val="77AFD6"/>
      </a:accent5>
      <a:accent6>
        <a:srgbClr val="5F659F"/>
      </a:accent6>
      <a:hlink>
        <a:srgbClr val="D95A3D"/>
      </a:hlink>
      <a:folHlink>
        <a:srgbClr val="979797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Default.potx" id="{1D9758C4-BF53-48D5-9F51-21F468A6C710}" vid="{F0E1EFAF-5478-48F0-8152-DA9350739AF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45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7" baseType="lpstr">
      <vt:lpstr>Arial</vt:lpstr>
      <vt:lpstr>Designed by iSlide</vt:lpstr>
      <vt:lpstr>Presentation Title Goes Here</vt:lpstr>
      <vt:lpstr>Agenda</vt:lpstr>
      <vt:lpstr>Click to add title</vt:lpstr>
      <vt:lpstr>Click to add title</vt:lpstr>
      <vt:lpstr>Thank you</vt:lpstr>
    </vt:vector>
  </TitlesOfParts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Template</dc:title>
  <dc:creator>iSlide</dc:creator>
  <cp:lastModifiedBy>iSlide</cp:lastModifiedBy>
  <cp:revision>76</cp:revision>
  <dcterms:created xsi:type="dcterms:W3CDTF">2023-06-05T05:58:43Z</dcterms:created>
  <dcterms:modified xsi:type="dcterms:W3CDTF">2024-08-22T06:49:23Z</dcterms:modified>
</cp:coreProperties>
</file>