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2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75" d="100"/>
          <a:sy n="75" d="100"/>
        </p:scale>
        <p:origin x="672" y="666"/>
      </p:cViewPr>
      <p:guideLst>
        <p:guide pos="416"/>
        <p:guide pos="7256"/>
        <p:guide orient="horz" pos="648"/>
        <p:guide orient="horz" pos="72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5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7" name="组合 6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753" name="任意多边形 1752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5" name="任意多边形 1754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6" name="任意多边形 1755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7" name="任意多边形 1756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8" name="任意多边形 1757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9" name="任意多边形 1758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0" name="任意多边形 1759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2" name="任意多边形 1761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4" name="任意多边形 1763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6" name="任意多边形 1765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7" name="任意多边形 1766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8" name="任意多边形 1767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9" name="任意多边形 1768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1" name="任意多边形 1770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2" name="任意多边形 1771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5" name="任意多边形 1774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6" name="任意多边形 1775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7" name="任意多边形 1776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8" name="任意多边形 1777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9" name="任意多边形 1778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0" name="任意多边形 1779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1" name="任意多边形 1780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2" name="任意多边形 1781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3" name="任意多边形 1782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4" name="任意多边形 1783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5" name="任意多边形 1784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6" name="任意多边形 1785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7" name="任意多边形 1786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8" name="任意多边形 1787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9" name="任意多边形 1788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0" name="任意多边形 1789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1" name="任意多边形 1790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2" name="任意多边形 1791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3" name="任意多边形 1792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4" name="任意多边形 1793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5" name="任意多边形 1794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6" name="任意多边形 1795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7" name="任意多边形 1796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8" name="任意多边形 1797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9" name="任意多边形 1798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0" name="任意多边形 1799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1" name="任意多边形 1800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2" name="任意多边形 1801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3" name="任意多边形 1802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4" name="任意多边形 1803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5" name="任意多边形 1804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6" name="任意多边形 1805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7" name="任意多边形 1806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8" name="任意多边形 1807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9" name="任意多边形 1808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0" name="任意多边形 1809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1" name="任意多边形 1810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2" name="任意多边形 1811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3" name="任意多边形 1812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4" name="任意多边形 1813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5" name="任意多边形 1814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6" name="任意多边形 1815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7" name="任意多边形 1816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8" name="任意多边形 1817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9" name="任意多边形 1818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0" name="任意多边形 1819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1" name="任意多边形 1820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2" name="任意多边形 1821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3" name="任意多边形 1822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6" name="任意多边形 1825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7" name="任意多边形 1826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8" name="任意多边形 1827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9" name="任意多边形 1828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0" name="任意多边形 1829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1" name="任意多边形 1830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2" name="任意多边形 1831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3" name="任意多边形 1832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4" name="任意多边形 1833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5" name="任意多边形 1834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6" name="任意多边形 1835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7" name="任意多边形 1836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8" name="任意多边形 1837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9" name="任意多边形 1838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0" name="任意多边形 1839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1" name="任意多边形 1840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2" name="任意多边形 1841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3" name="任意多边形 1842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4" name="任意多边形 1843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5" name="任意多边形 1844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6" name="任意多边形 1845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7" name="任意多边形 1846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8" name="任意多边形 1847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9" name="任意多边形 1848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0" name="任意多边形 1849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1" name="任意多边形 1850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2" name="任意多边形 1851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3" name="任意多边形 1852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4" name="任意多边形 1853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5" name="任意多边形 1854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6" name="任意多边形 1855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7" name="任意多边形 1856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8" name="任意多边形 1857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9" name="任意多边形 1858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0" name="任意多边形 1859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1" name="任意多边形 1860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2" name="任意多边形 1861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3" name="任意多边形 1862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4" name="任意多边形 1863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5" name="任意多边形 1864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6" name="任意多边形 1865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7" name="任意多边形 1866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8" name="任意多边形 1867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9" name="任意多边形 1868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0" name="任意多边形 1869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1" name="任意多边形 1870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2" name="任意多边形 1871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3" name="任意多边形 1872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4" name="任意多边形 1873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5" name="任意多边形 1874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6" name="任意多边形 1875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7" name="任意多边形 1876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8" name="任意多边形 1877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9" name="任意多边形 1878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0" name="任意多边形 1879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1" name="任意多边形 1880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2" name="任意多边形 1881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3" name="任意多边形 1882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4" name="任意多边形 1883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5" name="任意多边形 1884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6" name="任意多边形 1885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7" name="任意多边形 1886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8" name="任意多边形 1887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9" name="任意多边形 1888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0" name="任意多边形 1889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1" name="任意多边形 1890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2" name="任意多边形 1891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3" name="任意多边形 1892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4" name="任意多边形 1893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5" name="任意多边形 1894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6" name="任意多边形 1895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7" name="任意多边形 1896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8" name="任意多边形 1897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9" name="任意多边形 1898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0" name="任意多边形 1899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3" name="任意多边形 1902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4" name="任意多边形 1903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5" name="任意多边形 1904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6" name="任意多边形 1905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7" name="任意多边形 1906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8" name="任意多边形 1907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9" name="任意多边形 1908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0" name="任意多边形 1909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1" name="任意多边形 1910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2" name="任意多边形 1911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3" name="任意多边形 1912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4" name="任意多边形 1913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5" name="任意多边形 1914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6" name="任意多边形 1915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7" name="任意多边形 1916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8" name="任意多边形 1917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9" name="任意多边形 1918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0" name="任意多边形 1919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1" name="任意多边形 1920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2" name="任意多边形 1921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3" name="任意多边形 1922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4" name="任意多边形 1923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925" name="任意多边形 1924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6" name="任意多边形 1925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7" name="任意多边形 1926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8" name="任意多边形 1927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9" name="任意多边形 1928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930" name="任意多边形 1929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1" name="任意多边形 1930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2" name="任意多边形 1931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3" name="任意多边形 1932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4" name="任意多边形 1933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5" name="任意多边形 1934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6" name="任意多边形 1935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7" name="任意多边形 1936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8" name="任意多边形 1937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9" name="任意多边形 1938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0" name="任意多边形 1939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1" name="任意多边形 1940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2" name="任意多边形 1941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3" name="任意多边形 1942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4" name="任意多边形 1943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5" name="任意多边形 1944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6" name="任意多边形 1945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7" name="任意多边形 1946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8" name="任意多边形 1947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9" name="任意多边形 1948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0" name="任意多边形 1949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1" name="任意多边形 1950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2" name="任意多边形 1951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3" name="任意多边形 1952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4" name="任意多边形 1953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5" name="任意多边形 1954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6" name="任意多边形 1955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7" name="任意多边形 1956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8" name="任意多边形 1957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9" name="任意多边形 1958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0" name="任意多边形 1959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1" name="任意多边形 1960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2" name="任意多边形 1961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3" name="任意多边形 1962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4" name="任意多边形 1963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5" name="任意多边形 1964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6" name="任意多边形 1965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7" name="任意多边形 1966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8" name="任意多边形 1967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9" name="任意多边形 1968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4" name="任意多边形 1973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7" name="任意多边形 1976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8" name="任意多边形 1977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9" name="任意多边形 1978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0" name="任意多边形 1979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1" name="任意多边形 1980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2" name="任意多边形 1981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3" name="任意多边形 1982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4" name="任意多边形 1983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5" name="任意多边形 1984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6" name="任意多边形 1985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7" name="任意多边形 1986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8" name="任意多边形 1987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1970" name="任意多边形 1969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1" name="任意多边形 1970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2" name="任意多边形 1971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3" name="任意多边形 1972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55650" y="1147752"/>
            <a:ext cx="6319151" cy="1877219"/>
          </a:xfrm>
        </p:spPr>
        <p:txBody>
          <a:bodyPr anchor="b">
            <a:normAutofit/>
          </a:bodyPr>
          <a:lstStyle>
            <a:lvl1pPr lvl="0" algn="ctr" defTabSz="914400">
              <a:defRPr lang="zh-CN" altLang="en-US" sz="6000" b="1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7084" y="3071363"/>
            <a:ext cx="6280019" cy="535853"/>
          </a:xfrm>
        </p:spPr>
        <p:txBody>
          <a:bodyPr>
            <a:normAutofit/>
          </a:bodyPr>
          <a:lstStyle>
            <a:lvl1pPr marL="228600" lvl="0" indent="-228600" algn="ctr" defTabSz="914400">
              <a:spcBef>
                <a:spcPts val="0"/>
              </a:spcBef>
              <a:buNone/>
              <a:defRPr lang="zh-CN" altLang="en-US" sz="2000" dirty="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78658" y="3775339"/>
            <a:ext cx="6222630" cy="296271"/>
          </a:xfrm>
        </p:spPr>
        <p:txBody>
          <a:bodyPr anchor="ctr"/>
          <a:lstStyle>
            <a:lvl1pPr marL="0" indent="0" algn="ctr">
              <a:buNone/>
              <a:defRPr lang="zh-CN" altLang="en-US" sz="16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778658" y="4071610"/>
            <a:ext cx="6222630" cy="296271"/>
          </a:xfrm>
        </p:spPr>
        <p:txBody>
          <a:bodyPr anchor="ctr"/>
          <a:lstStyle>
            <a:lvl1pPr marL="0" indent="0" algn="ctr">
              <a:buNone/>
              <a:defRPr lang="zh-CN" altLang="en-US" sz="12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</p:spPr>
        <p:txBody>
          <a:bodyPr/>
          <a:lstStyle>
            <a:lvl1pPr lvl="0" defTabSz="914400">
              <a:defRPr lang="zh-CN" altLang="en-US" dirty="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vl="0">
              <a:buNone/>
              <a:defRPr lang="zh-CN" altLang="en-US" dirty="0"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任意多边形 1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562" cy="594626"/>
          </a:xfrm>
        </p:spPr>
        <p:txBody>
          <a:bodyPr anchor="t">
            <a:normAutofit/>
          </a:bodyPr>
          <a:lstStyle>
            <a:lvl1pPr marL="0" lvl="0" indent="0" algn="r">
              <a:buFont typeface="+mj-lt"/>
              <a:buNone/>
              <a:defRPr lang="zh-CN" altLang="en-US" sz="2400" b="1" dirty="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647836" y="1500187"/>
            <a:ext cx="7871045" cy="4633913"/>
          </a:xfrm>
        </p:spPr>
        <p:txBody>
          <a:bodyPr/>
          <a:lstStyle>
            <a:lvl1pPr marL="342900" lvl="0" indent="-342900">
              <a:buAutoNum type="arabicPeriod"/>
              <a:defRPr lang="zh-CN" altLang="en-US" dirty="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4" name="任意多边形 13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 19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 22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 29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 32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 35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 37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44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46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55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58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61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70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71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72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73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 117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 118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 119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 120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 121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 122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 123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 124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 125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 126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 127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 128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 129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 130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 131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 132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 133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 134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任意多边形 135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任意多边形 136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8" name="任意多边形 137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9" name="任意多边形 138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 139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 140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 141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 142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 143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 144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 145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 146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 147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 148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 149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 150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 151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 152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 153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 154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 155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 156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 157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 159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 160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 161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 162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 163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 164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 165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 166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 167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 171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 172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 173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 174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76" name="任意多边形 175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 176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 177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 178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 179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81" name="任意多边形 180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 181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 182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 183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 184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 185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 186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 187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 188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 189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 190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 191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 192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 194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 195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 196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 197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 198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 199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任意多边形 200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 201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任意多边形 202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任意多边形 203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 204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 205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 206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 207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 208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 209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 210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 211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 212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多边形 213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 214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 215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 216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 217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 218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 219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任意多边形 220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 221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任意多边形 222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多边形 223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 224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 225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任意多边形 226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任意多边形 227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多边形 228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 229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任意多边形 230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多边形 231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 232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10" name="任意多边形 9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78023" y="1951182"/>
            <a:ext cx="5011745" cy="951057"/>
          </a:xfrm>
        </p:spPr>
        <p:txBody>
          <a:bodyPr anchor="b">
            <a:normAutofit/>
          </a:bodyPr>
          <a:lstStyle>
            <a:lvl1pPr lvl="0" algn="ctr" defTabSz="914400">
              <a:defRPr lang="zh-CN" altLang="en-US" sz="4400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878023" y="2902239"/>
            <a:ext cx="5011745" cy="1148989"/>
          </a:xfrm>
        </p:spPr>
        <p:txBody>
          <a:bodyPr>
            <a:normAutofit/>
          </a:bodyPr>
          <a:lstStyle>
            <a:lvl1pPr marL="0" lvl="0" indent="0" algn="ctr">
              <a:buNone/>
              <a:defRPr lang="zh-CN" alt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</p:spPr>
        <p:txBody>
          <a:bodyPr/>
          <a:lstStyle>
            <a:lvl1pPr lvl="0" defTabSz="914400">
              <a:defRPr lang="zh-CN" altLang="en-US" dirty="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6" name="组合 5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 13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 19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 22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 29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4" name="任意多边形 1823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5" name="任意多边形 1824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1" name="任意多边形 1900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2" name="任意多边形 1901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8" name="任意多边形 1727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9" name="任意多边形 1728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0" name="任意多边形 1729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1" name="任意多边形 1730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2" name="任意多边形 1731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3" name="任意多边形 1732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4" name="任意多边形 1733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5" name="任意多边形 1734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6" name="任意多边形 1735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7" name="任意多边形 1736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8" name="任意多边形 1737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9" name="任意多边形 1738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0" name="任意多边形 1739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1" name="任意多边形 1740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2" name="任意多边形 1741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3" name="任意多边形 1742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4" name="任意多边形 1743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5" name="任意多边形 1744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6" name="任意多边形 1745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7" name="任意多边形 1746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8" name="任意多边形 1747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9" name="任意多边形 1748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0" name="任意多边形 1749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1" name="任意多边形 1750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2" name="任意多边形 1751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5" name="任意多边形 1974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6" name="任意多边形 1975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9" name="任意多边形 1988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0" name="任意多边形 1989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2" name="任意多边形 1991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3" name="任意多边形 1992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4" name="任意多边形 1993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5" name="任意多边形 1994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6" name="任意多边形 1995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7" name="任意多边形 1996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8" name="任意多边形 1997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9" name="任意多边形 1998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0" name="任意多边形 1999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1" name="任意多边形 2000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2" name="任意多边形 2001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3" name="任意多边形 2002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4" name="任意多边形 2003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5" name="任意多边形 2004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6" name="任意多边形 2005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7" name="任意多边形 2006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8" name="任意多边形 2007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9" name="任意多边形 2008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0" name="任意多边形 2009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1" name="任意多边形 2010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2" name="任意多边形 2011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3" name="任意多边形 2012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4" name="任意多边形 2013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5" name="任意多边形 2014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1" name="任意多边形 1760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3" name="任意多边形 1762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5" name="任意多边形 1764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0" name="任意多边形 1769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3" name="任意多边形 1772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4" name="任意多边形 1773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6" name="任意多边形 2015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7" name="任意多边形 2016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8" name="任意多边形 2017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9" name="任意多边形 2018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0" name="任意多边形 2019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1" name="任意多边形 2020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2" name="任意多边形 2021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3" name="任意多边形 2022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4" name="任意多边形 2023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5" name="任意多边形 2024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6" name="任意多边形 2025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7" name="任意多边形 2026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8" name="任意多边形 2027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9" name="任意多边形 2028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0" name="任意多边形 2029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1" name="任意多边形 2030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2" name="任意多边形 2031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3" name="任意多边形 2032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4" name="任意多边形 2033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5" name="任意多边形 2034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6" name="任意多边形 2035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7" name="任意多边形 2036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8" name="任意多边形 2037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9" name="任意多边形 2038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0" name="任意多边形 2039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1" name="任意多边形 2040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2" name="任意多边形 2041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3" name="任意多边形 2042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4" name="任意多边形 2043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5" name="任意多边形 2044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6" name="任意多边形 2045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7" name="任意多边形 2046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8" name="任意多边形 2047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9" name="任意多边形 2048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0" name="任意多边形 2049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1" name="任意多边形 2050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2" name="任意多边形 2051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3" name="任意多边形 2052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4" name="任意多边形 2053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5" name="任意多边形 2054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6" name="任意多边形 2055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7" name="任意多边形 2056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8" name="任意多边形 2057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9" name="任意多边形 2058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0" name="任意多边形 2059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1" name="任意多边形 2060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2" name="任意多边形 2061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3" name="任意多边形 2062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4" name="任意多边形 2063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5" name="任意多边形 2064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6" name="任意多边形 2065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7" name="任意多边形 2066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8" name="任意多边形 2067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9" name="任意多边形 2068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0" name="任意多边形 2069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1" name="任意多边形 2070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2" name="任意多边形 2071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3" name="任意多边形 2072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4" name="任意多边形 2073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5" name="任意多边形 2074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6" name="任意多边形 2075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7" name="任意多边形 2076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8" name="任意多边形 2077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9" name="任意多边形 2078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0" name="任意多边形 2079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1" name="任意多边形 2080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2" name="任意多边形 2081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3" name="任意多边形 2082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4" name="任意多边形 2083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5" name="任意多边形 2084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6" name="任意多边形 2085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7" name="任意多边形 2086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8" name="任意多边形 2087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9" name="任意多边形 2088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0" name="任意多边形 2089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1" name="任意多边形 2090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2" name="任意多边形 2091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3" name="任意多边形 2092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4" name="任意多边形 2093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095" name="任意多边形 2094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6" name="任意多边形 2095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7" name="任意多边形 2096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8" name="任意多边形 2097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9" name="任意多边形 2098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100" name="任意多边形 2099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1" name="任意多边形 2100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2" name="任意多边形 2101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3" name="任意多边形 2102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4" name="任意多边形 2103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5" name="任意多边形 2104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6" name="任意多边形 2105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7" name="任意多边形 2106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8" name="任意多边形 2107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9" name="任意多边形 2108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0" name="任意多边形 2109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1" name="任意多边形 2110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2" name="任意多边形 2111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3" name="任意多边形 2112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4" name="任意多边形 2113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5" name="任意多边形 2114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6" name="任意多边形 2115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7" name="任意多边形 2116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8" name="任意多边形 2117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9" name="任意多边形 2118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0" name="任意多边形 2119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1" name="任意多边形 2120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2" name="任意多边形 2121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3" name="任意多边形 2122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4" name="任意多边形 2123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5" name="任意多边形 2124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6" name="任意多边形 2125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7" name="任意多边形 2126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8" name="任意多边形 2127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9" name="任意多边形 2128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0" name="任意多边形 2129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1" name="任意多边形 2130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2" name="任意多边形 2131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3" name="任意多边形 2132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4" name="任意多边形 2133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5" name="任意多边形 2134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6" name="任意多边形 2135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7" name="任意多边形 2136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8" name="任意多边形 2137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9" name="任意多边形 2138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0" name="任意多边形 2139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1" name="任意多边形 2140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2" name="任意多边形 2141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3" name="任意多边形 2142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4" name="任意多边形 2143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5" name="任意多边形 2144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6" name="任意多边形 2145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7" name="任意多边形 2146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8" name="任意多边形 2147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9" name="任意多边形 2148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0" name="任意多边形 2149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1" name="任意多边形 2150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2" name="任意多边形 2151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8" name="任意多边形 7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35345" y="1389636"/>
            <a:ext cx="5610114" cy="1842687"/>
          </a:xfrm>
        </p:spPr>
        <p:txBody>
          <a:bodyPr anchor="ctr">
            <a:noAutofit/>
          </a:bodyPr>
          <a:lstStyle>
            <a:lvl1pPr lvl="0" algn="ctr" defTabSz="914400">
              <a:defRPr lang="zh-CN" altLang="en-US" sz="6000" b="1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432338" y="3555565"/>
            <a:ext cx="5568950" cy="296271"/>
          </a:xfrm>
        </p:spPr>
        <p:txBody>
          <a:bodyPr anchor="ctr"/>
          <a:lstStyle>
            <a:lvl1pPr marL="0" indent="0" algn="ctr">
              <a:buNone/>
              <a:defRPr lang="zh-CN" altLang="en-US" sz="16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432338" y="3851836"/>
            <a:ext cx="5568950" cy="296271"/>
          </a:xfrm>
        </p:spPr>
        <p:txBody>
          <a:bodyPr anchor="ctr"/>
          <a:lstStyle>
            <a:lvl1pPr marL="0" indent="0" algn="ctr">
              <a:buNone/>
              <a:defRPr lang="zh-CN" altLang="en-US" sz="12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组合 422"/>
          <p:cNvGrpSpPr/>
          <p:nvPr/>
        </p:nvGrpSpPr>
        <p:grpSpPr>
          <a:xfrm>
            <a:off x="0" y="1711770"/>
            <a:ext cx="12189650" cy="5146230"/>
            <a:chOff x="0" y="7156450"/>
            <a:chExt cx="12189650" cy="5146230"/>
          </a:xfrm>
        </p:grpSpPr>
        <p:sp>
          <p:nvSpPr>
            <p:cNvPr id="235" name="任意多边形: 形状 234"/>
            <p:cNvSpPr/>
            <p:nvPr/>
          </p:nvSpPr>
          <p:spPr>
            <a:xfrm>
              <a:off x="9130347" y="9801034"/>
              <a:ext cx="3059303" cy="2501646"/>
            </a:xfrm>
            <a:custGeom>
              <a:avLst/>
              <a:gdLst>
                <a:gd name="connsiteX0" fmla="*/ 3059049 w 3059303"/>
                <a:gd name="connsiteY0" fmla="*/ -268 h 2501646"/>
                <a:gd name="connsiteX1" fmla="*/ 2305876 w 3059303"/>
                <a:gd name="connsiteY1" fmla="*/ 1027988 h 2501646"/>
                <a:gd name="connsiteX2" fmla="*/ 1955609 w 3059303"/>
                <a:gd name="connsiteY2" fmla="*/ 1054594 h 2501646"/>
                <a:gd name="connsiteX3" fmla="*/ 1599502 w 3059303"/>
                <a:gd name="connsiteY3" fmla="*/ 1855075 h 2501646"/>
                <a:gd name="connsiteX4" fmla="*/ 1282002 w 3059303"/>
                <a:gd name="connsiteY4" fmla="*/ 1784463 h 2501646"/>
                <a:gd name="connsiteX5" fmla="*/ 997776 w 3059303"/>
                <a:gd name="connsiteY5" fmla="*/ 2154097 h 2501646"/>
                <a:gd name="connsiteX6" fmla="*/ 366585 w 3059303"/>
                <a:gd name="connsiteY6" fmla="*/ 2202039 h 2501646"/>
                <a:gd name="connsiteX7" fmla="*/ 0 w 3059303"/>
                <a:gd name="connsiteY7" fmla="*/ 2501378 h 2501646"/>
                <a:gd name="connsiteX8" fmla="*/ 3059303 w 3059303"/>
                <a:gd name="connsiteY8" fmla="*/ 2501378 h 250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9303" h="2501646">
                  <a:moveTo>
                    <a:pt x="3059049" y="-268"/>
                  </a:moveTo>
                  <a:cubicBezTo>
                    <a:pt x="2609215" y="129526"/>
                    <a:pt x="2174558" y="533132"/>
                    <a:pt x="2305876" y="1027988"/>
                  </a:cubicBezTo>
                  <a:cubicBezTo>
                    <a:pt x="2188718" y="1007185"/>
                    <a:pt x="2068259" y="1016336"/>
                    <a:pt x="1955609" y="1054594"/>
                  </a:cubicBezTo>
                  <a:cubicBezTo>
                    <a:pt x="1640713" y="1164005"/>
                    <a:pt x="1394206" y="1539544"/>
                    <a:pt x="1599502" y="1855075"/>
                  </a:cubicBezTo>
                  <a:cubicBezTo>
                    <a:pt x="1436180" y="1753475"/>
                    <a:pt x="1329436" y="1770112"/>
                    <a:pt x="1282002" y="1784463"/>
                  </a:cubicBezTo>
                  <a:cubicBezTo>
                    <a:pt x="1141667" y="1826564"/>
                    <a:pt x="1048957" y="1987663"/>
                    <a:pt x="997776" y="2154097"/>
                  </a:cubicBezTo>
                  <a:cubicBezTo>
                    <a:pt x="827151" y="2106408"/>
                    <a:pt x="575310" y="2111742"/>
                    <a:pt x="366585" y="2202039"/>
                  </a:cubicBezTo>
                  <a:cubicBezTo>
                    <a:pt x="219139" y="2265539"/>
                    <a:pt x="94171" y="2371965"/>
                    <a:pt x="0" y="2501378"/>
                  </a:cubicBezTo>
                  <a:lnTo>
                    <a:pt x="3059303" y="2501378"/>
                  </a:lnTo>
                  <a:close/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9495980" y="10635551"/>
              <a:ext cx="2693415" cy="1667129"/>
            </a:xfrm>
            <a:custGeom>
              <a:avLst/>
              <a:gdLst>
                <a:gd name="connsiteX0" fmla="*/ 2693416 w 2693415"/>
                <a:gd name="connsiteY0" fmla="*/ 1666861 h 1667129"/>
                <a:gd name="connsiteX1" fmla="*/ 2693416 w 2693415"/>
                <a:gd name="connsiteY1" fmla="*/ -268 h 1667129"/>
                <a:gd name="connsiteX2" fmla="*/ 2128838 w 2693415"/>
                <a:gd name="connsiteY2" fmla="*/ 751572 h 1667129"/>
                <a:gd name="connsiteX3" fmla="*/ 1816544 w 2693415"/>
                <a:gd name="connsiteY3" fmla="*/ 729538 h 1667129"/>
                <a:gd name="connsiteX4" fmla="*/ 1398524 w 2693415"/>
                <a:gd name="connsiteY4" fmla="*/ 1389112 h 1667129"/>
                <a:gd name="connsiteX5" fmla="*/ 1127506 w 2693415"/>
                <a:gd name="connsiteY5" fmla="*/ 1285607 h 1667129"/>
                <a:gd name="connsiteX6" fmla="*/ 829056 w 2693415"/>
                <a:gd name="connsiteY6" fmla="*/ 1574659 h 1667129"/>
                <a:gd name="connsiteX7" fmla="*/ 266192 w 2693415"/>
                <a:gd name="connsiteY7" fmla="*/ 1534972 h 1667129"/>
                <a:gd name="connsiteX8" fmla="*/ 0 w 2693415"/>
                <a:gd name="connsiteY8" fmla="*/ 1666861 h 1667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3415" h="1667129">
                  <a:moveTo>
                    <a:pt x="2693416" y="1666861"/>
                  </a:moveTo>
                  <a:lnTo>
                    <a:pt x="2693416" y="-268"/>
                  </a:lnTo>
                  <a:cubicBezTo>
                    <a:pt x="2365883" y="117144"/>
                    <a:pt x="2087054" y="383590"/>
                    <a:pt x="2128838" y="751572"/>
                  </a:cubicBezTo>
                  <a:cubicBezTo>
                    <a:pt x="2028253" y="717974"/>
                    <a:pt x="1920812" y="710393"/>
                    <a:pt x="1816544" y="729538"/>
                  </a:cubicBezTo>
                  <a:cubicBezTo>
                    <a:pt x="1524444" y="785100"/>
                    <a:pt x="1258506" y="1084249"/>
                    <a:pt x="1398524" y="1389112"/>
                  </a:cubicBezTo>
                  <a:cubicBezTo>
                    <a:pt x="1267777" y="1278368"/>
                    <a:pt x="1171448" y="1279194"/>
                    <a:pt x="1127506" y="1285607"/>
                  </a:cubicBezTo>
                  <a:cubicBezTo>
                    <a:pt x="998347" y="1304657"/>
                    <a:pt x="895667" y="1434261"/>
                    <a:pt x="829056" y="1574659"/>
                  </a:cubicBezTo>
                  <a:cubicBezTo>
                    <a:pt x="684784" y="1510461"/>
                    <a:pt x="461963" y="1482394"/>
                    <a:pt x="266192" y="1534972"/>
                  </a:cubicBezTo>
                  <a:cubicBezTo>
                    <a:pt x="169799" y="1561388"/>
                    <a:pt x="79438" y="1606155"/>
                    <a:pt x="0" y="1666861"/>
                  </a:cubicBezTo>
                  <a:close/>
                </a:path>
              </a:pathLst>
            </a:custGeom>
            <a:solidFill>
              <a:srgbClr val="FFD09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0" y="10463466"/>
              <a:ext cx="12189396" cy="1839214"/>
            </a:xfrm>
            <a:custGeom>
              <a:avLst/>
              <a:gdLst>
                <a:gd name="connsiteX0" fmla="*/ 7658100 w 12189396"/>
                <a:gd name="connsiteY0" fmla="*/ 1429308 h 1839214"/>
                <a:gd name="connsiteX1" fmla="*/ 2755900 w 12189396"/>
                <a:gd name="connsiteY1" fmla="*/ 73011 h 1839214"/>
                <a:gd name="connsiteX2" fmla="*/ 0 w 12189396"/>
                <a:gd name="connsiteY2" fmla="*/ -268 h 1839214"/>
                <a:gd name="connsiteX3" fmla="*/ 0 w 12189396"/>
                <a:gd name="connsiteY3" fmla="*/ 1838946 h 1839214"/>
                <a:gd name="connsiteX4" fmla="*/ 12189396 w 12189396"/>
                <a:gd name="connsiteY4" fmla="*/ 1838946 h 1839214"/>
                <a:gd name="connsiteX5" fmla="*/ 12189396 w 12189396"/>
                <a:gd name="connsiteY5" fmla="*/ 1246682 h 1839214"/>
                <a:gd name="connsiteX6" fmla="*/ 7658100 w 12189396"/>
                <a:gd name="connsiteY6" fmla="*/ 1429308 h 1839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89396" h="1839214">
                  <a:moveTo>
                    <a:pt x="7658100" y="1429308"/>
                  </a:moveTo>
                  <a:cubicBezTo>
                    <a:pt x="5567236" y="856601"/>
                    <a:pt x="5047107" y="101649"/>
                    <a:pt x="2755900" y="73011"/>
                  </a:cubicBezTo>
                  <a:cubicBezTo>
                    <a:pt x="1484313" y="57136"/>
                    <a:pt x="581279" y="536561"/>
                    <a:pt x="0" y="-268"/>
                  </a:cubicBezTo>
                  <a:lnTo>
                    <a:pt x="0" y="1838946"/>
                  </a:lnTo>
                  <a:lnTo>
                    <a:pt x="12189396" y="1838946"/>
                  </a:lnTo>
                  <a:lnTo>
                    <a:pt x="12189396" y="1246682"/>
                  </a:lnTo>
                  <a:cubicBezTo>
                    <a:pt x="10976864" y="800086"/>
                    <a:pt x="9442450" y="1918321"/>
                    <a:pt x="7658100" y="1429308"/>
                  </a:cubicBezTo>
                  <a:close/>
                </a:path>
              </a:pathLst>
            </a:custGeom>
            <a:solidFill>
              <a:srgbClr val="FFDEB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9666287" y="9986581"/>
              <a:ext cx="63500" cy="6159"/>
            </a:xfrm>
            <a:custGeom>
              <a:avLst/>
              <a:gdLst>
                <a:gd name="connsiteX0" fmla="*/ 63500 w 63500"/>
                <a:gd name="connsiteY0" fmla="*/ 0 h 6159"/>
                <a:gd name="connsiteX1" fmla="*/ 0 w 63500"/>
                <a:gd name="connsiteY1" fmla="*/ 6160 h 6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0" h="6159">
                  <a:moveTo>
                    <a:pt x="63500" y="0"/>
                  </a:moveTo>
                  <a:lnTo>
                    <a:pt x="0" y="6160"/>
                  </a:lnTo>
                </a:path>
              </a:pathLst>
            </a:custGeom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9631806" y="9891423"/>
              <a:ext cx="50057" cy="73758"/>
            </a:xfrm>
            <a:custGeom>
              <a:avLst/>
              <a:gdLst>
                <a:gd name="connsiteX0" fmla="*/ 3874 w 50057"/>
                <a:gd name="connsiteY0" fmla="*/ 7705 h 73758"/>
                <a:gd name="connsiteX1" fmla="*/ 49785 w 50057"/>
                <a:gd name="connsiteY1" fmla="*/ 18436 h 73758"/>
                <a:gd name="connsiteX2" fmla="*/ 0 w 50057"/>
                <a:gd name="connsiteY2" fmla="*/ 73491 h 73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057" h="73758">
                  <a:moveTo>
                    <a:pt x="3874" y="7705"/>
                  </a:moveTo>
                  <a:cubicBezTo>
                    <a:pt x="3874" y="7705"/>
                    <a:pt x="45212" y="-16044"/>
                    <a:pt x="49785" y="18436"/>
                  </a:cubicBezTo>
                  <a:cubicBezTo>
                    <a:pt x="54356" y="52917"/>
                    <a:pt x="0" y="73491"/>
                    <a:pt x="0" y="73491"/>
                  </a:cubicBezTo>
                </a:path>
              </a:pathLst>
            </a:custGeom>
            <a:solidFill>
              <a:srgbClr val="26336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9263885" y="10162138"/>
              <a:ext cx="607709" cy="650332"/>
            </a:xfrm>
            <a:custGeom>
              <a:avLst/>
              <a:gdLst>
                <a:gd name="connsiteX0" fmla="*/ 174056 w 607709"/>
                <a:gd name="connsiteY0" fmla="*/ 532327 h 650332"/>
                <a:gd name="connsiteX1" fmla="*/ 171134 w 607709"/>
                <a:gd name="connsiteY1" fmla="*/ 611702 h 650332"/>
                <a:gd name="connsiteX2" fmla="*/ 171134 w 607709"/>
                <a:gd name="connsiteY2" fmla="*/ 634245 h 650332"/>
                <a:gd name="connsiteX3" fmla="*/ 299023 w 607709"/>
                <a:gd name="connsiteY3" fmla="*/ 649929 h 650332"/>
                <a:gd name="connsiteX4" fmla="*/ 362523 w 607709"/>
                <a:gd name="connsiteY4" fmla="*/ 645230 h 650332"/>
                <a:gd name="connsiteX5" fmla="*/ 347919 w 607709"/>
                <a:gd name="connsiteY5" fmla="*/ 640341 h 650332"/>
                <a:gd name="connsiteX6" fmla="*/ 337251 w 607709"/>
                <a:gd name="connsiteY6" fmla="*/ 582365 h 650332"/>
                <a:gd name="connsiteX7" fmla="*/ 471299 w 607709"/>
                <a:gd name="connsiteY7" fmla="*/ 457207 h 650332"/>
                <a:gd name="connsiteX8" fmla="*/ 498223 w 607709"/>
                <a:gd name="connsiteY8" fmla="*/ 459302 h 650332"/>
                <a:gd name="connsiteX9" fmla="*/ 555373 w 607709"/>
                <a:gd name="connsiteY9" fmla="*/ 41282 h 650332"/>
                <a:gd name="connsiteX10" fmla="*/ 469839 w 607709"/>
                <a:gd name="connsiteY10" fmla="*/ 769 h 650332"/>
                <a:gd name="connsiteX11" fmla="*/ 269814 w 607709"/>
                <a:gd name="connsiteY11" fmla="*/ 100908 h 650332"/>
                <a:gd name="connsiteX12" fmla="*/ 248160 w 607709"/>
                <a:gd name="connsiteY12" fmla="*/ 108846 h 650332"/>
                <a:gd name="connsiteX13" fmla="*/ 254510 w 607709"/>
                <a:gd name="connsiteY13" fmla="*/ 148279 h 650332"/>
                <a:gd name="connsiteX14" fmla="*/ 241810 w 607709"/>
                <a:gd name="connsiteY14" fmla="*/ 159646 h 650332"/>
                <a:gd name="connsiteX15" fmla="*/ 223967 w 607709"/>
                <a:gd name="connsiteY15" fmla="*/ 190824 h 650332"/>
                <a:gd name="connsiteX16" fmla="*/ 218696 w 607709"/>
                <a:gd name="connsiteY16" fmla="*/ 204159 h 650332"/>
                <a:gd name="connsiteX17" fmla="*/ 121605 w 607709"/>
                <a:gd name="connsiteY17" fmla="*/ 301124 h 650332"/>
                <a:gd name="connsiteX18" fmla="*/ 8320 w 607709"/>
                <a:gd name="connsiteY18" fmla="*/ 510674 h 650332"/>
                <a:gd name="connsiteX19" fmla="*/ 58612 w 607709"/>
                <a:gd name="connsiteY19" fmla="*/ 564395 h 650332"/>
                <a:gd name="connsiteX20" fmla="*/ 117159 w 607709"/>
                <a:gd name="connsiteY20" fmla="*/ 561283 h 650332"/>
                <a:gd name="connsiteX21" fmla="*/ 174056 w 607709"/>
                <a:gd name="connsiteY21" fmla="*/ 532327 h 65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7709" h="650332">
                  <a:moveTo>
                    <a:pt x="174056" y="532327"/>
                  </a:moveTo>
                  <a:cubicBezTo>
                    <a:pt x="172278" y="553854"/>
                    <a:pt x="171706" y="583127"/>
                    <a:pt x="171134" y="611702"/>
                  </a:cubicBezTo>
                  <a:cubicBezTo>
                    <a:pt x="171134" y="620592"/>
                    <a:pt x="171134" y="627958"/>
                    <a:pt x="171134" y="634245"/>
                  </a:cubicBezTo>
                  <a:cubicBezTo>
                    <a:pt x="211584" y="648596"/>
                    <a:pt x="257495" y="650691"/>
                    <a:pt x="299023" y="649929"/>
                  </a:cubicBezTo>
                  <a:cubicBezTo>
                    <a:pt x="320233" y="649529"/>
                    <a:pt x="341442" y="647961"/>
                    <a:pt x="362523" y="645230"/>
                  </a:cubicBezTo>
                  <a:cubicBezTo>
                    <a:pt x="357761" y="643217"/>
                    <a:pt x="352935" y="641585"/>
                    <a:pt x="347919" y="640341"/>
                  </a:cubicBezTo>
                  <a:cubicBezTo>
                    <a:pt x="301119" y="628593"/>
                    <a:pt x="318835" y="599701"/>
                    <a:pt x="337251" y="582365"/>
                  </a:cubicBezTo>
                  <a:cubicBezTo>
                    <a:pt x="334774" y="422472"/>
                    <a:pt x="380748" y="639515"/>
                    <a:pt x="471299" y="457207"/>
                  </a:cubicBezTo>
                  <a:cubicBezTo>
                    <a:pt x="479745" y="461061"/>
                    <a:pt x="489270" y="461804"/>
                    <a:pt x="498223" y="459302"/>
                  </a:cubicBezTo>
                  <a:cubicBezTo>
                    <a:pt x="583504" y="432886"/>
                    <a:pt x="663704" y="149105"/>
                    <a:pt x="555373" y="41282"/>
                  </a:cubicBezTo>
                  <a:cubicBezTo>
                    <a:pt x="532069" y="18777"/>
                    <a:pt x="502033" y="4547"/>
                    <a:pt x="469839" y="769"/>
                  </a:cubicBezTo>
                  <a:cubicBezTo>
                    <a:pt x="385574" y="-9391"/>
                    <a:pt x="303786" y="57411"/>
                    <a:pt x="269814" y="100908"/>
                  </a:cubicBezTo>
                  <a:cubicBezTo>
                    <a:pt x="262067" y="101658"/>
                    <a:pt x="254573" y="104388"/>
                    <a:pt x="248160" y="108846"/>
                  </a:cubicBezTo>
                  <a:cubicBezTo>
                    <a:pt x="238000" y="116847"/>
                    <a:pt x="244096" y="132722"/>
                    <a:pt x="254510" y="148279"/>
                  </a:cubicBezTo>
                  <a:cubicBezTo>
                    <a:pt x="249811" y="151550"/>
                    <a:pt x="245557" y="155366"/>
                    <a:pt x="241810" y="159646"/>
                  </a:cubicBezTo>
                  <a:cubicBezTo>
                    <a:pt x="234317" y="169076"/>
                    <a:pt x="228284" y="179585"/>
                    <a:pt x="223967" y="190824"/>
                  </a:cubicBezTo>
                  <a:cubicBezTo>
                    <a:pt x="222061" y="195206"/>
                    <a:pt x="220474" y="199778"/>
                    <a:pt x="218696" y="204159"/>
                  </a:cubicBezTo>
                  <a:cubicBezTo>
                    <a:pt x="205552" y="236671"/>
                    <a:pt x="147258" y="276549"/>
                    <a:pt x="121605" y="301124"/>
                  </a:cubicBezTo>
                  <a:cubicBezTo>
                    <a:pt x="65915" y="354591"/>
                    <a:pt x="-28573" y="420885"/>
                    <a:pt x="8320" y="510674"/>
                  </a:cubicBezTo>
                  <a:cubicBezTo>
                    <a:pt x="18163" y="534004"/>
                    <a:pt x="36007" y="553060"/>
                    <a:pt x="58612" y="564395"/>
                  </a:cubicBezTo>
                  <a:cubicBezTo>
                    <a:pt x="78170" y="567278"/>
                    <a:pt x="98046" y="566217"/>
                    <a:pt x="117159" y="561283"/>
                  </a:cubicBezTo>
                  <a:cubicBezTo>
                    <a:pt x="137924" y="555651"/>
                    <a:pt x="157292" y="545789"/>
                    <a:pt x="174056" y="532327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9294939" y="10716323"/>
              <a:ext cx="7111" cy="3428"/>
            </a:xfrm>
            <a:custGeom>
              <a:avLst/>
              <a:gdLst>
                <a:gd name="connsiteX0" fmla="*/ 7112 w 7111"/>
                <a:gd name="connsiteY0" fmla="*/ 3161 h 3428"/>
                <a:gd name="connsiteX1" fmla="*/ 7112 w 7111"/>
                <a:gd name="connsiteY1" fmla="*/ 3161 h 3428"/>
                <a:gd name="connsiteX2" fmla="*/ 0 w 7111"/>
                <a:gd name="connsiteY2" fmla="*/ -268 h 3428"/>
                <a:gd name="connsiteX3" fmla="*/ 7112 w 7111"/>
                <a:gd name="connsiteY3" fmla="*/ 3161 h 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11" h="3428">
                  <a:moveTo>
                    <a:pt x="7112" y="3161"/>
                  </a:moveTo>
                  <a:lnTo>
                    <a:pt x="7112" y="3161"/>
                  </a:lnTo>
                  <a:cubicBezTo>
                    <a:pt x="4635" y="2183"/>
                    <a:pt x="2286" y="1040"/>
                    <a:pt x="0" y="-268"/>
                  </a:cubicBezTo>
                  <a:cubicBezTo>
                    <a:pt x="2286" y="1027"/>
                    <a:pt x="4699" y="2177"/>
                    <a:pt x="7112" y="3161"/>
                  </a:cubicBezTo>
                  <a:close/>
                </a:path>
              </a:pathLst>
            </a:custGeom>
            <a:solidFill>
              <a:srgbClr val="0082F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9390100" y="10551868"/>
              <a:ext cx="56766" cy="109112"/>
            </a:xfrm>
            <a:custGeom>
              <a:avLst/>
              <a:gdLst>
                <a:gd name="connsiteX0" fmla="*/ 47651 w 56766"/>
                <a:gd name="connsiteY0" fmla="*/ 2580 h 109112"/>
                <a:gd name="connsiteX1" fmla="*/ 470 w 56766"/>
                <a:gd name="connsiteY1" fmla="*/ 103037 h 109112"/>
                <a:gd name="connsiteX2" fmla="*/ 9169 w 56766"/>
                <a:gd name="connsiteY2" fmla="*/ 106085 h 109112"/>
                <a:gd name="connsiteX3" fmla="*/ 56350 w 56766"/>
                <a:gd name="connsiteY3" fmla="*/ 5628 h 109112"/>
                <a:gd name="connsiteX4" fmla="*/ 47651 w 56766"/>
                <a:gd name="connsiteY4" fmla="*/ 2580 h 10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766" h="109112">
                  <a:moveTo>
                    <a:pt x="47651" y="2580"/>
                  </a:moveTo>
                  <a:cubicBezTo>
                    <a:pt x="32411" y="36444"/>
                    <a:pt x="16663" y="69934"/>
                    <a:pt x="470" y="103037"/>
                  </a:cubicBezTo>
                  <a:cubicBezTo>
                    <a:pt x="-2133" y="108371"/>
                    <a:pt x="6820" y="111355"/>
                    <a:pt x="9169" y="106085"/>
                  </a:cubicBezTo>
                  <a:cubicBezTo>
                    <a:pt x="25426" y="72811"/>
                    <a:pt x="41174" y="39327"/>
                    <a:pt x="56350" y="5628"/>
                  </a:cubicBezTo>
                  <a:cubicBezTo>
                    <a:pt x="58763" y="167"/>
                    <a:pt x="50000" y="-2817"/>
                    <a:pt x="47651" y="25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9241408" y="11752325"/>
              <a:ext cx="129540" cy="232536"/>
            </a:xfrm>
            <a:custGeom>
              <a:avLst/>
              <a:gdLst>
                <a:gd name="connsiteX0" fmla="*/ 129540 w 129540"/>
                <a:gd name="connsiteY0" fmla="*/ -268 h 232536"/>
                <a:gd name="connsiteX1" fmla="*/ 39624 w 129540"/>
                <a:gd name="connsiteY1" fmla="*/ -268 h 232536"/>
                <a:gd name="connsiteX2" fmla="*/ 0 w 129540"/>
                <a:gd name="connsiteY2" fmla="*/ 216394 h 232536"/>
                <a:gd name="connsiteX3" fmla="*/ 86995 w 129540"/>
                <a:gd name="connsiteY3" fmla="*/ 232269 h 232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" h="232536">
                  <a:moveTo>
                    <a:pt x="129540" y="-268"/>
                  </a:moveTo>
                  <a:cubicBezTo>
                    <a:pt x="99568" y="1574"/>
                    <a:pt x="69597" y="1574"/>
                    <a:pt x="39624" y="-268"/>
                  </a:cubicBezTo>
                  <a:lnTo>
                    <a:pt x="0" y="216394"/>
                  </a:lnTo>
                  <a:lnTo>
                    <a:pt x="86995" y="232269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9241408" y="11818683"/>
              <a:ext cx="114744" cy="166497"/>
            </a:xfrm>
            <a:custGeom>
              <a:avLst/>
              <a:gdLst>
                <a:gd name="connsiteX0" fmla="*/ 114745 w 114744"/>
                <a:gd name="connsiteY0" fmla="*/ 14337 h 166497"/>
                <a:gd name="connsiteX1" fmla="*/ 27560 w 114744"/>
                <a:gd name="connsiteY1" fmla="*/ -268 h 166497"/>
                <a:gd name="connsiteX2" fmla="*/ 0 w 114744"/>
                <a:gd name="connsiteY2" fmla="*/ 150354 h 166497"/>
                <a:gd name="connsiteX3" fmla="*/ 86995 w 114744"/>
                <a:gd name="connsiteY3" fmla="*/ 166229 h 16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44" h="166497">
                  <a:moveTo>
                    <a:pt x="114745" y="14337"/>
                  </a:moveTo>
                  <a:cubicBezTo>
                    <a:pt x="85408" y="11289"/>
                    <a:pt x="56261" y="6399"/>
                    <a:pt x="27560" y="-268"/>
                  </a:cubicBezTo>
                  <a:lnTo>
                    <a:pt x="0" y="150354"/>
                  </a:lnTo>
                  <a:lnTo>
                    <a:pt x="86995" y="166229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8974073" y="11968352"/>
              <a:ext cx="355028" cy="80829"/>
            </a:xfrm>
            <a:custGeom>
              <a:avLst/>
              <a:gdLst>
                <a:gd name="connsiteX0" fmla="*/ 5779 w 355028"/>
                <a:gd name="connsiteY0" fmla="*/ 31101 h 80829"/>
                <a:gd name="connsiteX1" fmla="*/ 79121 w 355028"/>
                <a:gd name="connsiteY1" fmla="*/ 45770 h 80829"/>
                <a:gd name="connsiteX2" fmla="*/ 204915 w 355028"/>
                <a:gd name="connsiteY2" fmla="*/ 67042 h 80829"/>
                <a:gd name="connsiteX3" fmla="*/ 325565 w 355028"/>
                <a:gd name="connsiteY3" fmla="*/ 78599 h 80829"/>
                <a:gd name="connsiteX4" fmla="*/ 355029 w 355028"/>
                <a:gd name="connsiteY4" fmla="*/ 34149 h 80829"/>
                <a:gd name="connsiteX5" fmla="*/ 354013 w 355028"/>
                <a:gd name="connsiteY5" fmla="*/ 48310 h 80829"/>
                <a:gd name="connsiteX6" fmla="*/ 0 w 355028"/>
                <a:gd name="connsiteY6" fmla="*/ -268 h 80829"/>
                <a:gd name="connsiteX7" fmla="*/ 1143 w 355028"/>
                <a:gd name="connsiteY7" fmla="*/ 3796 h 8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5028" h="80829">
                  <a:moveTo>
                    <a:pt x="5779" y="31101"/>
                  </a:moveTo>
                  <a:cubicBezTo>
                    <a:pt x="6477" y="35419"/>
                    <a:pt x="71882" y="44373"/>
                    <a:pt x="79121" y="45770"/>
                  </a:cubicBezTo>
                  <a:cubicBezTo>
                    <a:pt x="120904" y="53771"/>
                    <a:pt x="162814" y="60883"/>
                    <a:pt x="204915" y="67042"/>
                  </a:cubicBezTo>
                  <a:cubicBezTo>
                    <a:pt x="242443" y="72566"/>
                    <a:pt x="287465" y="85457"/>
                    <a:pt x="325565" y="78599"/>
                  </a:cubicBezTo>
                  <a:cubicBezTo>
                    <a:pt x="342329" y="75551"/>
                    <a:pt x="350012" y="48119"/>
                    <a:pt x="355029" y="34149"/>
                  </a:cubicBezTo>
                  <a:lnTo>
                    <a:pt x="354013" y="48310"/>
                  </a:lnTo>
                  <a:lnTo>
                    <a:pt x="0" y="-268"/>
                  </a:lnTo>
                  <a:lnTo>
                    <a:pt x="1143" y="3796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/>
            <p:cNvSpPr/>
            <p:nvPr/>
          </p:nvSpPr>
          <p:spPr>
            <a:xfrm>
              <a:off x="8965390" y="11827573"/>
              <a:ext cx="383531" cy="209817"/>
            </a:xfrm>
            <a:custGeom>
              <a:avLst/>
              <a:gdLst>
                <a:gd name="connsiteX0" fmla="*/ 378317 w 383531"/>
                <a:gd name="connsiteY0" fmla="*/ 65264 h 209817"/>
                <a:gd name="connsiteX1" fmla="*/ 355076 w 383531"/>
                <a:gd name="connsiteY1" fmla="*/ 74979 h 209817"/>
                <a:gd name="connsiteX2" fmla="*/ 294306 w 383531"/>
                <a:gd name="connsiteY2" fmla="*/ 50913 h 209817"/>
                <a:gd name="connsiteX3" fmla="*/ 289417 w 383531"/>
                <a:gd name="connsiteY3" fmla="*/ 60247 h 209817"/>
                <a:gd name="connsiteX4" fmla="*/ 316214 w 383531"/>
                <a:gd name="connsiteY4" fmla="*/ 71804 h 209817"/>
                <a:gd name="connsiteX5" fmla="*/ 302307 w 383531"/>
                <a:gd name="connsiteY5" fmla="*/ 15099 h 209817"/>
                <a:gd name="connsiteX6" fmla="*/ 242998 w 383531"/>
                <a:gd name="connsiteY6" fmla="*/ -268 h 209817"/>
                <a:gd name="connsiteX7" fmla="*/ 240204 w 383531"/>
                <a:gd name="connsiteY7" fmla="*/ 50151 h 209817"/>
                <a:gd name="connsiteX8" fmla="*/ 247062 w 383531"/>
                <a:gd name="connsiteY8" fmla="*/ 81901 h 209817"/>
                <a:gd name="connsiteX9" fmla="*/ 117205 w 383531"/>
                <a:gd name="connsiteY9" fmla="*/ 73773 h 209817"/>
                <a:gd name="connsiteX10" fmla="*/ 19224 w 383531"/>
                <a:gd name="connsiteY10" fmla="*/ 73773 h 209817"/>
                <a:gd name="connsiteX11" fmla="*/ 3222 w 383531"/>
                <a:gd name="connsiteY11" fmla="*/ 86473 h 209817"/>
                <a:gd name="connsiteX12" fmla="*/ 4428 w 383531"/>
                <a:gd name="connsiteY12" fmla="*/ 136447 h 209817"/>
                <a:gd name="connsiteX13" fmla="*/ 10080 w 383531"/>
                <a:gd name="connsiteY13" fmla="*/ 160831 h 209817"/>
                <a:gd name="connsiteX14" fmla="*/ 325612 w 383531"/>
                <a:gd name="connsiteY14" fmla="*/ 208456 h 209817"/>
                <a:gd name="connsiteX15" fmla="*/ 352028 w 383531"/>
                <a:gd name="connsiteY15" fmla="*/ 204773 h 209817"/>
                <a:gd name="connsiteX16" fmla="*/ 361235 w 383531"/>
                <a:gd name="connsiteY16" fmla="*/ 192645 h 209817"/>
                <a:gd name="connsiteX17" fmla="*/ 378317 w 383531"/>
                <a:gd name="connsiteY17" fmla="*/ 65328 h 20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3531" h="209817">
                  <a:moveTo>
                    <a:pt x="378317" y="65264"/>
                  </a:moveTo>
                  <a:cubicBezTo>
                    <a:pt x="371395" y="70153"/>
                    <a:pt x="363458" y="73455"/>
                    <a:pt x="355076" y="74979"/>
                  </a:cubicBezTo>
                  <a:cubicBezTo>
                    <a:pt x="322373" y="80567"/>
                    <a:pt x="297037" y="53897"/>
                    <a:pt x="294306" y="50913"/>
                  </a:cubicBezTo>
                  <a:cubicBezTo>
                    <a:pt x="289099" y="55739"/>
                    <a:pt x="289290" y="59295"/>
                    <a:pt x="289417" y="60247"/>
                  </a:cubicBezTo>
                  <a:cubicBezTo>
                    <a:pt x="290178" y="66597"/>
                    <a:pt x="300720" y="72312"/>
                    <a:pt x="316214" y="71804"/>
                  </a:cubicBezTo>
                  <a:cubicBezTo>
                    <a:pt x="314880" y="65454"/>
                    <a:pt x="309546" y="40690"/>
                    <a:pt x="302307" y="15099"/>
                  </a:cubicBezTo>
                  <a:cubicBezTo>
                    <a:pt x="286242" y="4622"/>
                    <a:pt x="265033" y="748"/>
                    <a:pt x="242998" y="-268"/>
                  </a:cubicBezTo>
                  <a:cubicBezTo>
                    <a:pt x="239316" y="16242"/>
                    <a:pt x="238363" y="33323"/>
                    <a:pt x="240204" y="50151"/>
                  </a:cubicBezTo>
                  <a:cubicBezTo>
                    <a:pt x="241347" y="60946"/>
                    <a:pt x="243633" y="71614"/>
                    <a:pt x="247062" y="81901"/>
                  </a:cubicBezTo>
                  <a:cubicBezTo>
                    <a:pt x="203628" y="86028"/>
                    <a:pt x="159814" y="83298"/>
                    <a:pt x="117205" y="73773"/>
                  </a:cubicBezTo>
                  <a:cubicBezTo>
                    <a:pt x="117205" y="73773"/>
                    <a:pt x="58086" y="59993"/>
                    <a:pt x="19224" y="73773"/>
                  </a:cubicBezTo>
                  <a:cubicBezTo>
                    <a:pt x="12620" y="76059"/>
                    <a:pt x="6969" y="80504"/>
                    <a:pt x="3222" y="86473"/>
                  </a:cubicBezTo>
                  <a:cubicBezTo>
                    <a:pt x="746" y="90537"/>
                    <a:pt x="-3128" y="99173"/>
                    <a:pt x="4428" y="136447"/>
                  </a:cubicBezTo>
                  <a:cubicBezTo>
                    <a:pt x="6524" y="146925"/>
                    <a:pt x="8620" y="155497"/>
                    <a:pt x="10080" y="160831"/>
                  </a:cubicBezTo>
                  <a:cubicBezTo>
                    <a:pt x="181530" y="186231"/>
                    <a:pt x="305546" y="204710"/>
                    <a:pt x="325612" y="208456"/>
                  </a:cubicBezTo>
                  <a:cubicBezTo>
                    <a:pt x="334566" y="210743"/>
                    <a:pt x="344027" y="209409"/>
                    <a:pt x="352028" y="204773"/>
                  </a:cubicBezTo>
                  <a:cubicBezTo>
                    <a:pt x="356155" y="201662"/>
                    <a:pt x="359394" y="197471"/>
                    <a:pt x="361235" y="192645"/>
                  </a:cubicBezTo>
                  <a:cubicBezTo>
                    <a:pt x="383015" y="153973"/>
                    <a:pt x="389112" y="108380"/>
                    <a:pt x="378317" y="65328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8964671" y="11894479"/>
              <a:ext cx="119574" cy="113069"/>
            </a:xfrm>
            <a:custGeom>
              <a:avLst/>
              <a:gdLst>
                <a:gd name="connsiteX0" fmla="*/ 117034 w 119574"/>
                <a:gd name="connsiteY0" fmla="*/ 64208 h 113069"/>
                <a:gd name="connsiteX1" fmla="*/ 117416 w 119574"/>
                <a:gd name="connsiteY1" fmla="*/ 5661 h 113069"/>
                <a:gd name="connsiteX2" fmla="*/ 19435 w 119574"/>
                <a:gd name="connsiteY2" fmla="*/ 6232 h 113069"/>
                <a:gd name="connsiteX3" fmla="*/ 3243 w 119574"/>
                <a:gd name="connsiteY3" fmla="*/ 18932 h 113069"/>
                <a:gd name="connsiteX4" fmla="*/ 4449 w 119574"/>
                <a:gd name="connsiteY4" fmla="*/ 69732 h 113069"/>
                <a:gd name="connsiteX5" fmla="*/ 10164 w 119574"/>
                <a:gd name="connsiteY5" fmla="*/ 94434 h 113069"/>
                <a:gd name="connsiteX6" fmla="*/ 21213 w 119574"/>
                <a:gd name="connsiteY6" fmla="*/ 102879 h 113069"/>
                <a:gd name="connsiteX7" fmla="*/ 75570 w 119574"/>
                <a:gd name="connsiteY7" fmla="*/ 112786 h 113069"/>
                <a:gd name="connsiteX8" fmla="*/ 119575 w 119574"/>
                <a:gd name="connsiteY8" fmla="*/ 110753 h 113069"/>
                <a:gd name="connsiteX9" fmla="*/ 117034 w 119574"/>
                <a:gd name="connsiteY9" fmla="*/ 64208 h 11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574" h="113069">
                  <a:moveTo>
                    <a:pt x="117034" y="64208"/>
                  </a:moveTo>
                  <a:cubicBezTo>
                    <a:pt x="116272" y="51508"/>
                    <a:pt x="119385" y="25536"/>
                    <a:pt x="117416" y="5661"/>
                  </a:cubicBezTo>
                  <a:cubicBezTo>
                    <a:pt x="108971" y="3819"/>
                    <a:pt x="55567" y="-7039"/>
                    <a:pt x="19435" y="6232"/>
                  </a:cubicBezTo>
                  <a:cubicBezTo>
                    <a:pt x="12768" y="8455"/>
                    <a:pt x="7053" y="12963"/>
                    <a:pt x="3243" y="18932"/>
                  </a:cubicBezTo>
                  <a:cubicBezTo>
                    <a:pt x="703" y="22997"/>
                    <a:pt x="-3107" y="31632"/>
                    <a:pt x="4449" y="69732"/>
                  </a:cubicBezTo>
                  <a:cubicBezTo>
                    <a:pt x="6545" y="80337"/>
                    <a:pt x="8704" y="88782"/>
                    <a:pt x="10164" y="94434"/>
                  </a:cubicBezTo>
                  <a:cubicBezTo>
                    <a:pt x="13593" y="97609"/>
                    <a:pt x="17276" y="100403"/>
                    <a:pt x="21213" y="102879"/>
                  </a:cubicBezTo>
                  <a:cubicBezTo>
                    <a:pt x="30167" y="108277"/>
                    <a:pt x="42105" y="112531"/>
                    <a:pt x="75570" y="112786"/>
                  </a:cubicBezTo>
                  <a:cubicBezTo>
                    <a:pt x="90238" y="112913"/>
                    <a:pt x="104970" y="112277"/>
                    <a:pt x="119575" y="110753"/>
                  </a:cubicBezTo>
                  <a:cubicBezTo>
                    <a:pt x="119003" y="95196"/>
                    <a:pt x="118051" y="79638"/>
                    <a:pt x="117034" y="6420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/>
          </p:nvSpPr>
          <p:spPr>
            <a:xfrm>
              <a:off x="9293195" y="11963146"/>
              <a:ext cx="53560" cy="72548"/>
            </a:xfrm>
            <a:custGeom>
              <a:avLst/>
              <a:gdLst>
                <a:gd name="connsiteX0" fmla="*/ 41939 w 53560"/>
                <a:gd name="connsiteY0" fmla="*/ 38340 h 72548"/>
                <a:gd name="connsiteX1" fmla="*/ 53560 w 53560"/>
                <a:gd name="connsiteY1" fmla="*/ -268 h 72548"/>
                <a:gd name="connsiteX2" fmla="*/ 9618 w 53560"/>
                <a:gd name="connsiteY2" fmla="*/ 33387 h 72548"/>
                <a:gd name="connsiteX3" fmla="*/ 6189 w 53560"/>
                <a:gd name="connsiteY3" fmla="*/ 40309 h 72548"/>
                <a:gd name="connsiteX4" fmla="*/ 601 w 53560"/>
                <a:gd name="connsiteY4" fmla="*/ 62851 h 72548"/>
                <a:gd name="connsiteX5" fmla="*/ 8983 w 53560"/>
                <a:gd name="connsiteY5" fmla="*/ 71804 h 72548"/>
                <a:gd name="connsiteX6" fmla="*/ 29176 w 53560"/>
                <a:gd name="connsiteY6" fmla="*/ 62152 h 72548"/>
                <a:gd name="connsiteX7" fmla="*/ 41939 w 53560"/>
                <a:gd name="connsiteY7" fmla="*/ 38340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60" h="72548">
                  <a:moveTo>
                    <a:pt x="41939" y="38340"/>
                  </a:moveTo>
                  <a:cubicBezTo>
                    <a:pt x="47273" y="25958"/>
                    <a:pt x="51147" y="13003"/>
                    <a:pt x="53560" y="-268"/>
                  </a:cubicBezTo>
                  <a:cubicBezTo>
                    <a:pt x="37875" y="9574"/>
                    <a:pt x="23207" y="20814"/>
                    <a:pt x="9618" y="33387"/>
                  </a:cubicBezTo>
                  <a:cubicBezTo>
                    <a:pt x="8094" y="34847"/>
                    <a:pt x="7776" y="36879"/>
                    <a:pt x="6189" y="40309"/>
                  </a:cubicBezTo>
                  <a:cubicBezTo>
                    <a:pt x="1299" y="51294"/>
                    <a:pt x="-1240" y="57072"/>
                    <a:pt x="601" y="62851"/>
                  </a:cubicBezTo>
                  <a:cubicBezTo>
                    <a:pt x="1871" y="66978"/>
                    <a:pt x="4983" y="70280"/>
                    <a:pt x="8983" y="71804"/>
                  </a:cubicBezTo>
                  <a:cubicBezTo>
                    <a:pt x="16921" y="74345"/>
                    <a:pt x="25175" y="66089"/>
                    <a:pt x="29176" y="62152"/>
                  </a:cubicBezTo>
                  <a:cubicBezTo>
                    <a:pt x="35653" y="55612"/>
                    <a:pt x="40098" y="47357"/>
                    <a:pt x="41939" y="38340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/>
          </p:nvSpPr>
          <p:spPr>
            <a:xfrm>
              <a:off x="9163875" y="11875448"/>
              <a:ext cx="68516" cy="83226"/>
            </a:xfrm>
            <a:custGeom>
              <a:avLst/>
              <a:gdLst>
                <a:gd name="connsiteX0" fmla="*/ 3619 w 68516"/>
                <a:gd name="connsiteY0" fmla="*/ 39741 h 83226"/>
                <a:gd name="connsiteX1" fmla="*/ 18859 w 68516"/>
                <a:gd name="connsiteY1" fmla="*/ 69840 h 83226"/>
                <a:gd name="connsiteX2" fmla="*/ 25718 w 68516"/>
                <a:gd name="connsiteY2" fmla="*/ 77333 h 83226"/>
                <a:gd name="connsiteX3" fmla="*/ 45403 w 68516"/>
                <a:gd name="connsiteY3" fmla="*/ 82604 h 83226"/>
                <a:gd name="connsiteX4" fmla="*/ 55308 w 68516"/>
                <a:gd name="connsiteY4" fmla="*/ 79429 h 83226"/>
                <a:gd name="connsiteX5" fmla="*/ 67564 w 68516"/>
                <a:gd name="connsiteY5" fmla="*/ 63490 h 83226"/>
                <a:gd name="connsiteX6" fmla="*/ 68517 w 68516"/>
                <a:gd name="connsiteY6" fmla="*/ 56442 h 83226"/>
                <a:gd name="connsiteX7" fmla="*/ 64897 w 68516"/>
                <a:gd name="connsiteY7" fmla="*/ 42980 h 83226"/>
                <a:gd name="connsiteX8" fmla="*/ 49657 w 68516"/>
                <a:gd name="connsiteY8" fmla="*/ 12817 h 83226"/>
                <a:gd name="connsiteX9" fmla="*/ 42799 w 68516"/>
                <a:gd name="connsiteY9" fmla="*/ 5324 h 83226"/>
                <a:gd name="connsiteX10" fmla="*/ 23114 w 68516"/>
                <a:gd name="connsiteY10" fmla="*/ 117 h 83226"/>
                <a:gd name="connsiteX11" fmla="*/ 13208 w 68516"/>
                <a:gd name="connsiteY11" fmla="*/ 3229 h 83226"/>
                <a:gd name="connsiteX12" fmla="*/ 953 w 68516"/>
                <a:gd name="connsiteY12" fmla="*/ 19167 h 83226"/>
                <a:gd name="connsiteX13" fmla="*/ 0 w 68516"/>
                <a:gd name="connsiteY13" fmla="*/ 26279 h 83226"/>
                <a:gd name="connsiteX14" fmla="*/ 3619 w 68516"/>
                <a:gd name="connsiteY14" fmla="*/ 39741 h 83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16" h="83226">
                  <a:moveTo>
                    <a:pt x="3619" y="39741"/>
                  </a:moveTo>
                  <a:lnTo>
                    <a:pt x="18859" y="69840"/>
                  </a:lnTo>
                  <a:cubicBezTo>
                    <a:pt x="20510" y="72888"/>
                    <a:pt x="22860" y="75429"/>
                    <a:pt x="25718" y="77333"/>
                  </a:cubicBezTo>
                  <a:cubicBezTo>
                    <a:pt x="31179" y="81906"/>
                    <a:pt x="38354" y="83810"/>
                    <a:pt x="45403" y="82604"/>
                  </a:cubicBezTo>
                  <a:cubicBezTo>
                    <a:pt x="48958" y="82413"/>
                    <a:pt x="52324" y="81334"/>
                    <a:pt x="55308" y="79429"/>
                  </a:cubicBezTo>
                  <a:cubicBezTo>
                    <a:pt x="61278" y="75936"/>
                    <a:pt x="65722" y="70221"/>
                    <a:pt x="67564" y="63490"/>
                  </a:cubicBezTo>
                  <a:lnTo>
                    <a:pt x="68517" y="56442"/>
                  </a:lnTo>
                  <a:cubicBezTo>
                    <a:pt x="68517" y="51679"/>
                    <a:pt x="67310" y="47044"/>
                    <a:pt x="64897" y="42980"/>
                  </a:cubicBezTo>
                  <a:lnTo>
                    <a:pt x="49657" y="12817"/>
                  </a:lnTo>
                  <a:cubicBezTo>
                    <a:pt x="48069" y="9769"/>
                    <a:pt x="45720" y="7166"/>
                    <a:pt x="42799" y="5324"/>
                  </a:cubicBezTo>
                  <a:cubicBezTo>
                    <a:pt x="37338" y="752"/>
                    <a:pt x="30099" y="-1153"/>
                    <a:pt x="23114" y="117"/>
                  </a:cubicBezTo>
                  <a:cubicBezTo>
                    <a:pt x="19621" y="244"/>
                    <a:pt x="16193" y="1324"/>
                    <a:pt x="13208" y="3229"/>
                  </a:cubicBezTo>
                  <a:cubicBezTo>
                    <a:pt x="7239" y="6721"/>
                    <a:pt x="2794" y="12436"/>
                    <a:pt x="953" y="19167"/>
                  </a:cubicBezTo>
                  <a:lnTo>
                    <a:pt x="0" y="26279"/>
                  </a:lnTo>
                  <a:cubicBezTo>
                    <a:pt x="0" y="30979"/>
                    <a:pt x="1206" y="35677"/>
                    <a:pt x="3619" y="3974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9095168" y="11886374"/>
              <a:ext cx="68896" cy="77156"/>
            </a:xfrm>
            <a:custGeom>
              <a:avLst/>
              <a:gdLst>
                <a:gd name="connsiteX0" fmla="*/ 7747 w 68896"/>
                <a:gd name="connsiteY0" fmla="*/ 44817 h 77156"/>
                <a:gd name="connsiteX1" fmla="*/ 14097 w 68896"/>
                <a:gd name="connsiteY1" fmla="*/ 51675 h 77156"/>
                <a:gd name="connsiteX2" fmla="*/ 9906 w 68896"/>
                <a:gd name="connsiteY2" fmla="*/ 46277 h 77156"/>
                <a:gd name="connsiteX3" fmla="*/ 17652 w 68896"/>
                <a:gd name="connsiteY3" fmla="*/ 59485 h 77156"/>
                <a:gd name="connsiteX4" fmla="*/ 14986 w 68896"/>
                <a:gd name="connsiteY4" fmla="*/ 53135 h 77156"/>
                <a:gd name="connsiteX5" fmla="*/ 16510 w 68896"/>
                <a:gd name="connsiteY5" fmla="*/ 57263 h 77156"/>
                <a:gd name="connsiteX6" fmla="*/ 28765 w 68896"/>
                <a:gd name="connsiteY6" fmla="*/ 73202 h 77156"/>
                <a:gd name="connsiteX7" fmla="*/ 38671 w 68896"/>
                <a:gd name="connsiteY7" fmla="*/ 76377 h 77156"/>
                <a:gd name="connsiteX8" fmla="*/ 49339 w 68896"/>
                <a:gd name="connsiteY8" fmla="*/ 75932 h 77156"/>
                <a:gd name="connsiteX9" fmla="*/ 55689 w 68896"/>
                <a:gd name="connsiteY9" fmla="*/ 73202 h 77156"/>
                <a:gd name="connsiteX10" fmla="*/ 65277 w 68896"/>
                <a:gd name="connsiteY10" fmla="*/ 63677 h 77156"/>
                <a:gd name="connsiteX11" fmla="*/ 67945 w 68896"/>
                <a:gd name="connsiteY11" fmla="*/ 57327 h 77156"/>
                <a:gd name="connsiteX12" fmla="*/ 67945 w 68896"/>
                <a:gd name="connsiteY12" fmla="*/ 43166 h 77156"/>
                <a:gd name="connsiteX13" fmla="*/ 62611 w 68896"/>
                <a:gd name="connsiteY13" fmla="*/ 30466 h 77156"/>
                <a:gd name="connsiteX14" fmla="*/ 58991 w 68896"/>
                <a:gd name="connsiteY14" fmla="*/ 24116 h 77156"/>
                <a:gd name="connsiteX15" fmla="*/ 50736 w 68896"/>
                <a:gd name="connsiteY15" fmla="*/ 13130 h 77156"/>
                <a:gd name="connsiteX16" fmla="*/ 45465 w 68896"/>
                <a:gd name="connsiteY16" fmla="*/ 7542 h 77156"/>
                <a:gd name="connsiteX17" fmla="*/ 36893 w 68896"/>
                <a:gd name="connsiteY17" fmla="*/ 2018 h 77156"/>
                <a:gd name="connsiteX18" fmla="*/ 16383 w 68896"/>
                <a:gd name="connsiteY18" fmla="*/ 2018 h 77156"/>
                <a:gd name="connsiteX19" fmla="*/ 7810 w 68896"/>
                <a:gd name="connsiteY19" fmla="*/ 7542 h 77156"/>
                <a:gd name="connsiteX20" fmla="*/ 3619 w 68896"/>
                <a:gd name="connsiteY20" fmla="*/ 12940 h 77156"/>
                <a:gd name="connsiteX21" fmla="*/ 0 w 68896"/>
                <a:gd name="connsiteY21" fmla="*/ 26402 h 77156"/>
                <a:gd name="connsiteX22" fmla="*/ 952 w 68896"/>
                <a:gd name="connsiteY22" fmla="*/ 33451 h 77156"/>
                <a:gd name="connsiteX23" fmla="*/ 7810 w 68896"/>
                <a:gd name="connsiteY23" fmla="*/ 45261 h 7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896" h="77156">
                  <a:moveTo>
                    <a:pt x="7747" y="44817"/>
                  </a:moveTo>
                  <a:cubicBezTo>
                    <a:pt x="10033" y="46976"/>
                    <a:pt x="12128" y="49262"/>
                    <a:pt x="14097" y="51675"/>
                  </a:cubicBezTo>
                  <a:lnTo>
                    <a:pt x="9906" y="46277"/>
                  </a:lnTo>
                  <a:cubicBezTo>
                    <a:pt x="13017" y="50341"/>
                    <a:pt x="15621" y="54786"/>
                    <a:pt x="17652" y="59485"/>
                  </a:cubicBezTo>
                  <a:lnTo>
                    <a:pt x="14986" y="53135"/>
                  </a:lnTo>
                  <a:cubicBezTo>
                    <a:pt x="15557" y="54469"/>
                    <a:pt x="16065" y="55866"/>
                    <a:pt x="16510" y="57263"/>
                  </a:cubicBezTo>
                  <a:cubicBezTo>
                    <a:pt x="18669" y="63803"/>
                    <a:pt x="22987" y="69455"/>
                    <a:pt x="28765" y="73202"/>
                  </a:cubicBezTo>
                  <a:cubicBezTo>
                    <a:pt x="31750" y="75106"/>
                    <a:pt x="35115" y="76249"/>
                    <a:pt x="38671" y="76377"/>
                  </a:cubicBezTo>
                  <a:cubicBezTo>
                    <a:pt x="42227" y="77202"/>
                    <a:pt x="45910" y="77011"/>
                    <a:pt x="49339" y="75932"/>
                  </a:cubicBezTo>
                  <a:lnTo>
                    <a:pt x="55689" y="73202"/>
                  </a:lnTo>
                  <a:cubicBezTo>
                    <a:pt x="59626" y="70916"/>
                    <a:pt x="62928" y="67614"/>
                    <a:pt x="65277" y="63677"/>
                  </a:cubicBezTo>
                  <a:lnTo>
                    <a:pt x="67945" y="57327"/>
                  </a:lnTo>
                  <a:cubicBezTo>
                    <a:pt x="69214" y="52691"/>
                    <a:pt x="69214" y="47802"/>
                    <a:pt x="67945" y="43166"/>
                  </a:cubicBezTo>
                  <a:cubicBezTo>
                    <a:pt x="66421" y="38848"/>
                    <a:pt x="64643" y="34593"/>
                    <a:pt x="62611" y="30466"/>
                  </a:cubicBezTo>
                  <a:cubicBezTo>
                    <a:pt x="61531" y="28307"/>
                    <a:pt x="60325" y="26148"/>
                    <a:pt x="58991" y="24116"/>
                  </a:cubicBezTo>
                  <a:cubicBezTo>
                    <a:pt x="56451" y="20306"/>
                    <a:pt x="53721" y="16623"/>
                    <a:pt x="50736" y="13130"/>
                  </a:cubicBezTo>
                  <a:cubicBezTo>
                    <a:pt x="49085" y="11162"/>
                    <a:pt x="47371" y="9257"/>
                    <a:pt x="45465" y="7542"/>
                  </a:cubicBezTo>
                  <a:cubicBezTo>
                    <a:pt x="43116" y="5002"/>
                    <a:pt x="40195" y="3097"/>
                    <a:pt x="36893" y="2018"/>
                  </a:cubicBezTo>
                  <a:cubicBezTo>
                    <a:pt x="30416" y="-1030"/>
                    <a:pt x="22860" y="-1030"/>
                    <a:pt x="16383" y="2018"/>
                  </a:cubicBezTo>
                  <a:cubicBezTo>
                    <a:pt x="13081" y="3097"/>
                    <a:pt x="10160" y="5002"/>
                    <a:pt x="7810" y="7542"/>
                  </a:cubicBezTo>
                  <a:lnTo>
                    <a:pt x="3619" y="12940"/>
                  </a:lnTo>
                  <a:cubicBezTo>
                    <a:pt x="1206" y="17004"/>
                    <a:pt x="0" y="21640"/>
                    <a:pt x="0" y="26402"/>
                  </a:cubicBezTo>
                  <a:lnTo>
                    <a:pt x="952" y="33451"/>
                  </a:lnTo>
                  <a:cubicBezTo>
                    <a:pt x="2222" y="37896"/>
                    <a:pt x="4572" y="41959"/>
                    <a:pt x="7810" y="4526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10222674" y="11613324"/>
              <a:ext cx="235267" cy="193103"/>
            </a:xfrm>
            <a:custGeom>
              <a:avLst/>
              <a:gdLst>
                <a:gd name="connsiteX0" fmla="*/ 29083 w 235267"/>
                <a:gd name="connsiteY0" fmla="*/ -268 h 193103"/>
                <a:gd name="connsiteX1" fmla="*/ 0 w 235267"/>
                <a:gd name="connsiteY1" fmla="*/ 84885 h 193103"/>
                <a:gd name="connsiteX2" fmla="*/ 191897 w 235267"/>
                <a:gd name="connsiteY2" fmla="*/ 192835 h 193103"/>
                <a:gd name="connsiteX3" fmla="*/ 235268 w 235267"/>
                <a:gd name="connsiteY3" fmla="*/ 115746 h 19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7" h="193103">
                  <a:moveTo>
                    <a:pt x="29083" y="-268"/>
                  </a:moveTo>
                  <a:cubicBezTo>
                    <a:pt x="21145" y="28681"/>
                    <a:pt x="11430" y="57123"/>
                    <a:pt x="0" y="84885"/>
                  </a:cubicBezTo>
                  <a:lnTo>
                    <a:pt x="191897" y="192835"/>
                  </a:lnTo>
                  <a:lnTo>
                    <a:pt x="235268" y="115746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10281157" y="11653774"/>
              <a:ext cx="176720" cy="152844"/>
            </a:xfrm>
            <a:custGeom>
              <a:avLst/>
              <a:gdLst>
                <a:gd name="connsiteX0" fmla="*/ 42291 w 176720"/>
                <a:gd name="connsiteY0" fmla="*/ -268 h 152844"/>
                <a:gd name="connsiteX1" fmla="*/ 0 w 176720"/>
                <a:gd name="connsiteY1" fmla="*/ 77392 h 152844"/>
                <a:gd name="connsiteX2" fmla="*/ 133350 w 176720"/>
                <a:gd name="connsiteY2" fmla="*/ 152577 h 152844"/>
                <a:gd name="connsiteX3" fmla="*/ 176721 w 176720"/>
                <a:gd name="connsiteY3" fmla="*/ 75487 h 15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720" h="152844">
                  <a:moveTo>
                    <a:pt x="42291" y="-268"/>
                  </a:moveTo>
                  <a:cubicBezTo>
                    <a:pt x="29845" y="26478"/>
                    <a:pt x="15685" y="52411"/>
                    <a:pt x="0" y="77392"/>
                  </a:cubicBezTo>
                  <a:lnTo>
                    <a:pt x="133350" y="152577"/>
                  </a:lnTo>
                  <a:lnTo>
                    <a:pt x="176721" y="75487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10326623" y="11734736"/>
              <a:ext cx="181048" cy="329063"/>
            </a:xfrm>
            <a:custGeom>
              <a:avLst/>
              <a:gdLst>
                <a:gd name="connsiteX0" fmla="*/ 31369 w 181048"/>
                <a:gd name="connsiteY0" fmla="*/ 328789 h 329063"/>
                <a:gd name="connsiteX1" fmla="*/ 69469 w 181048"/>
                <a:gd name="connsiteY1" fmla="*/ 264209 h 329063"/>
                <a:gd name="connsiteX2" fmla="*/ 130620 w 181048"/>
                <a:gd name="connsiteY2" fmla="*/ 152259 h 329063"/>
                <a:gd name="connsiteX3" fmla="*/ 180848 w 181048"/>
                <a:gd name="connsiteY3" fmla="*/ 42086 h 329063"/>
                <a:gd name="connsiteX4" fmla="*/ 148336 w 181048"/>
                <a:gd name="connsiteY4" fmla="*/ -268 h 329063"/>
                <a:gd name="connsiteX5" fmla="*/ 161417 w 181048"/>
                <a:gd name="connsiteY5" fmla="*/ 5320 h 329063"/>
                <a:gd name="connsiteX6" fmla="*/ 0 w 181048"/>
                <a:gd name="connsiteY6" fmla="*/ 324090 h 329063"/>
                <a:gd name="connsiteX7" fmla="*/ 4191 w 181048"/>
                <a:gd name="connsiteY7" fmla="*/ 324090 h 32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48" h="329063">
                  <a:moveTo>
                    <a:pt x="31369" y="328789"/>
                  </a:moveTo>
                  <a:cubicBezTo>
                    <a:pt x="35687" y="329488"/>
                    <a:pt x="65405" y="270623"/>
                    <a:pt x="69469" y="264209"/>
                  </a:cubicBezTo>
                  <a:cubicBezTo>
                    <a:pt x="90615" y="227380"/>
                    <a:pt x="110998" y="190041"/>
                    <a:pt x="130620" y="152259"/>
                  </a:cubicBezTo>
                  <a:cubicBezTo>
                    <a:pt x="148082" y="118604"/>
                    <a:pt x="175070" y="80059"/>
                    <a:pt x="180848" y="42086"/>
                  </a:cubicBezTo>
                  <a:cubicBezTo>
                    <a:pt x="183452" y="25259"/>
                    <a:pt x="160083" y="9066"/>
                    <a:pt x="148336" y="-268"/>
                  </a:cubicBezTo>
                  <a:lnTo>
                    <a:pt x="161417" y="5320"/>
                  </a:lnTo>
                  <a:cubicBezTo>
                    <a:pt x="107632" y="111555"/>
                    <a:pt x="53848" y="217791"/>
                    <a:pt x="0" y="324090"/>
                  </a:cubicBezTo>
                  <a:lnTo>
                    <a:pt x="4191" y="324090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10266547" y="11684762"/>
              <a:ext cx="233013" cy="379348"/>
            </a:xfrm>
            <a:custGeom>
              <a:avLst/>
              <a:gdLst>
                <a:gd name="connsiteX0" fmla="*/ 109353 w 233013"/>
                <a:gd name="connsiteY0" fmla="*/ -14 h 379348"/>
                <a:gd name="connsiteX1" fmla="*/ 111004 w 233013"/>
                <a:gd name="connsiteY1" fmla="*/ 25386 h 379348"/>
                <a:gd name="connsiteX2" fmla="*/ 68396 w 233013"/>
                <a:gd name="connsiteY2" fmla="*/ 75043 h 379348"/>
                <a:gd name="connsiteX3" fmla="*/ 75571 w 233013"/>
                <a:gd name="connsiteY3" fmla="*/ 82663 h 379348"/>
                <a:gd name="connsiteX4" fmla="*/ 95320 w 233013"/>
                <a:gd name="connsiteY4" fmla="*/ 61136 h 379348"/>
                <a:gd name="connsiteX5" fmla="*/ 37153 w 233013"/>
                <a:gd name="connsiteY5" fmla="*/ 55802 h 379348"/>
                <a:gd name="connsiteX6" fmla="*/ 3308 w 233013"/>
                <a:gd name="connsiteY6" fmla="*/ 106602 h 379348"/>
                <a:gd name="connsiteX7" fmla="*/ 50044 w 233013"/>
                <a:gd name="connsiteY7" fmla="*/ 125652 h 379348"/>
                <a:gd name="connsiteX8" fmla="*/ 81794 w 233013"/>
                <a:gd name="connsiteY8" fmla="*/ 129462 h 379348"/>
                <a:gd name="connsiteX9" fmla="*/ 31756 w 233013"/>
                <a:gd name="connsiteY9" fmla="*/ 249477 h 379348"/>
                <a:gd name="connsiteX10" fmla="*/ 6 w 233013"/>
                <a:gd name="connsiteY10" fmla="*/ 342251 h 379348"/>
                <a:gd name="connsiteX11" fmla="*/ 6737 w 233013"/>
                <a:gd name="connsiteY11" fmla="*/ 361301 h 379348"/>
                <a:gd name="connsiteX12" fmla="*/ 54362 w 233013"/>
                <a:gd name="connsiteY12" fmla="*/ 376478 h 379348"/>
                <a:gd name="connsiteX13" fmla="*/ 79254 w 233013"/>
                <a:gd name="connsiteY13" fmla="*/ 379081 h 379348"/>
                <a:gd name="connsiteX14" fmla="*/ 227209 w 233013"/>
                <a:gd name="connsiteY14" fmla="*/ 96379 h 379348"/>
                <a:gd name="connsiteX15" fmla="*/ 232352 w 233013"/>
                <a:gd name="connsiteY15" fmla="*/ 70153 h 379348"/>
                <a:gd name="connsiteX16" fmla="*/ 223907 w 233013"/>
                <a:gd name="connsiteY16" fmla="*/ 57453 h 379348"/>
                <a:gd name="connsiteX17" fmla="*/ 109099 w 233013"/>
                <a:gd name="connsiteY17" fmla="*/ -268 h 3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3013" h="379348">
                  <a:moveTo>
                    <a:pt x="109353" y="-14"/>
                  </a:moveTo>
                  <a:cubicBezTo>
                    <a:pt x="111766" y="8228"/>
                    <a:pt x="112337" y="16902"/>
                    <a:pt x="111004" y="25386"/>
                  </a:cubicBezTo>
                  <a:cubicBezTo>
                    <a:pt x="105606" y="58152"/>
                    <a:pt x="72142" y="73392"/>
                    <a:pt x="68396" y="75043"/>
                  </a:cubicBezTo>
                  <a:cubicBezTo>
                    <a:pt x="71253" y="81393"/>
                    <a:pt x="74746" y="82472"/>
                    <a:pt x="75571" y="82663"/>
                  </a:cubicBezTo>
                  <a:cubicBezTo>
                    <a:pt x="81921" y="83996"/>
                    <a:pt x="90684" y="75932"/>
                    <a:pt x="95320" y="61136"/>
                  </a:cubicBezTo>
                  <a:cubicBezTo>
                    <a:pt x="88970" y="60311"/>
                    <a:pt x="63570" y="57263"/>
                    <a:pt x="37153" y="55802"/>
                  </a:cubicBezTo>
                  <a:cubicBezTo>
                    <a:pt x="21977" y="67486"/>
                    <a:pt x="11372" y="86346"/>
                    <a:pt x="3308" y="106602"/>
                  </a:cubicBezTo>
                  <a:cubicBezTo>
                    <a:pt x="17722" y="115505"/>
                    <a:pt x="33534" y="121970"/>
                    <a:pt x="50044" y="125652"/>
                  </a:cubicBezTo>
                  <a:cubicBezTo>
                    <a:pt x="60458" y="128002"/>
                    <a:pt x="71126" y="129272"/>
                    <a:pt x="81794" y="129462"/>
                  </a:cubicBezTo>
                  <a:cubicBezTo>
                    <a:pt x="71571" y="171880"/>
                    <a:pt x="54679" y="212393"/>
                    <a:pt x="31756" y="249477"/>
                  </a:cubicBezTo>
                  <a:cubicBezTo>
                    <a:pt x="31756" y="249477"/>
                    <a:pt x="-503" y="300913"/>
                    <a:pt x="6" y="342251"/>
                  </a:cubicBezTo>
                  <a:cubicBezTo>
                    <a:pt x="6" y="349172"/>
                    <a:pt x="2355" y="355904"/>
                    <a:pt x="6737" y="361301"/>
                  </a:cubicBezTo>
                  <a:cubicBezTo>
                    <a:pt x="9722" y="364984"/>
                    <a:pt x="16579" y="371397"/>
                    <a:pt x="54362" y="376478"/>
                  </a:cubicBezTo>
                  <a:cubicBezTo>
                    <a:pt x="64903" y="377938"/>
                    <a:pt x="73412" y="378636"/>
                    <a:pt x="79254" y="379081"/>
                  </a:cubicBezTo>
                  <a:cubicBezTo>
                    <a:pt x="159264" y="225602"/>
                    <a:pt x="217176" y="114096"/>
                    <a:pt x="227209" y="96379"/>
                  </a:cubicBezTo>
                  <a:cubicBezTo>
                    <a:pt x="232289" y="88657"/>
                    <a:pt x="234130" y="79234"/>
                    <a:pt x="232352" y="70153"/>
                  </a:cubicBezTo>
                  <a:cubicBezTo>
                    <a:pt x="230765" y="65220"/>
                    <a:pt x="227844" y="60819"/>
                    <a:pt x="223907" y="57453"/>
                  </a:cubicBezTo>
                  <a:cubicBezTo>
                    <a:pt x="194379" y="24281"/>
                    <a:pt x="153359" y="3637"/>
                    <a:pt x="109099" y="-268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10265726" y="11934761"/>
              <a:ext cx="131827" cy="130301"/>
            </a:xfrm>
            <a:custGeom>
              <a:avLst/>
              <a:gdLst>
                <a:gd name="connsiteX0" fmla="*/ 86932 w 131827"/>
                <a:gd name="connsiteY0" fmla="*/ 19163 h 130301"/>
                <a:gd name="connsiteX1" fmla="*/ 31751 w 131827"/>
                <a:gd name="connsiteY1" fmla="*/ -268 h 130301"/>
                <a:gd name="connsiteX2" fmla="*/ 1 w 131827"/>
                <a:gd name="connsiteY2" fmla="*/ 92506 h 130301"/>
                <a:gd name="connsiteX3" fmla="*/ 6795 w 131827"/>
                <a:gd name="connsiteY3" fmla="*/ 112000 h 130301"/>
                <a:gd name="connsiteX4" fmla="*/ 55055 w 131827"/>
                <a:gd name="connsiteY4" fmla="*/ 127431 h 130301"/>
                <a:gd name="connsiteX5" fmla="*/ 80455 w 131827"/>
                <a:gd name="connsiteY5" fmla="*/ 130034 h 130301"/>
                <a:gd name="connsiteX6" fmla="*/ 92013 w 131827"/>
                <a:gd name="connsiteY6" fmla="*/ 122351 h 130301"/>
                <a:gd name="connsiteX7" fmla="*/ 119127 w 131827"/>
                <a:gd name="connsiteY7" fmla="*/ 74218 h 130301"/>
                <a:gd name="connsiteX8" fmla="*/ 131827 w 131827"/>
                <a:gd name="connsiteY8" fmla="*/ 31927 h 130301"/>
                <a:gd name="connsiteX9" fmla="*/ 86932 w 131827"/>
                <a:gd name="connsiteY9" fmla="*/ 19163 h 130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827" h="130301">
                  <a:moveTo>
                    <a:pt x="86932" y="19163"/>
                  </a:moveTo>
                  <a:cubicBezTo>
                    <a:pt x="74804" y="15797"/>
                    <a:pt x="51182" y="4304"/>
                    <a:pt x="31751" y="-268"/>
                  </a:cubicBezTo>
                  <a:cubicBezTo>
                    <a:pt x="27242" y="7098"/>
                    <a:pt x="1" y="54088"/>
                    <a:pt x="1" y="92506"/>
                  </a:cubicBezTo>
                  <a:cubicBezTo>
                    <a:pt x="-62" y="99618"/>
                    <a:pt x="2351" y="106476"/>
                    <a:pt x="6795" y="112000"/>
                  </a:cubicBezTo>
                  <a:cubicBezTo>
                    <a:pt x="9843" y="115746"/>
                    <a:pt x="16765" y="122223"/>
                    <a:pt x="55055" y="127431"/>
                  </a:cubicBezTo>
                  <a:cubicBezTo>
                    <a:pt x="65724" y="128828"/>
                    <a:pt x="74550" y="129590"/>
                    <a:pt x="80455" y="130034"/>
                  </a:cubicBezTo>
                  <a:cubicBezTo>
                    <a:pt x="84583" y="127875"/>
                    <a:pt x="88456" y="125335"/>
                    <a:pt x="92013" y="122351"/>
                  </a:cubicBezTo>
                  <a:cubicBezTo>
                    <a:pt x="100077" y="115619"/>
                    <a:pt x="108015" y="105777"/>
                    <a:pt x="119127" y="74218"/>
                  </a:cubicBezTo>
                  <a:cubicBezTo>
                    <a:pt x="124143" y="60374"/>
                    <a:pt x="128334" y="46214"/>
                    <a:pt x="131827" y="31927"/>
                  </a:cubicBezTo>
                  <a:cubicBezTo>
                    <a:pt x="116841" y="27418"/>
                    <a:pt x="101855" y="23291"/>
                    <a:pt x="86932" y="19163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/>
            <p:cNvSpPr/>
            <p:nvPr/>
          </p:nvSpPr>
          <p:spPr>
            <a:xfrm>
              <a:off x="10442829" y="11705082"/>
              <a:ext cx="55711" cy="70746"/>
            </a:xfrm>
            <a:custGeom>
              <a:avLst/>
              <a:gdLst>
                <a:gd name="connsiteX0" fmla="*/ 32702 w 55711"/>
                <a:gd name="connsiteY0" fmla="*/ 23354 h 70746"/>
                <a:gd name="connsiteX1" fmla="*/ 0 w 55711"/>
                <a:gd name="connsiteY1" fmla="*/ -268 h 70746"/>
                <a:gd name="connsiteX2" fmla="*/ 17463 w 55711"/>
                <a:gd name="connsiteY2" fmla="*/ 52310 h 70746"/>
                <a:gd name="connsiteX3" fmla="*/ 22923 w 55711"/>
                <a:gd name="connsiteY3" fmla="*/ 57771 h 70746"/>
                <a:gd name="connsiteX4" fmla="*/ 42354 w 55711"/>
                <a:gd name="connsiteY4" fmla="*/ 70471 h 70746"/>
                <a:gd name="connsiteX5" fmla="*/ 53594 w 55711"/>
                <a:gd name="connsiteY5" fmla="*/ 65518 h 70746"/>
                <a:gd name="connsiteX6" fmla="*/ 51053 w 55711"/>
                <a:gd name="connsiteY6" fmla="*/ 43229 h 70746"/>
                <a:gd name="connsiteX7" fmla="*/ 32702 w 55711"/>
                <a:gd name="connsiteY7" fmla="*/ 23354 h 7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711" h="70746">
                  <a:moveTo>
                    <a:pt x="32702" y="23354"/>
                  </a:moveTo>
                  <a:cubicBezTo>
                    <a:pt x="22733" y="14267"/>
                    <a:pt x="11747" y="6342"/>
                    <a:pt x="0" y="-268"/>
                  </a:cubicBezTo>
                  <a:cubicBezTo>
                    <a:pt x="4190" y="17753"/>
                    <a:pt x="10033" y="35349"/>
                    <a:pt x="17463" y="52310"/>
                  </a:cubicBezTo>
                  <a:cubicBezTo>
                    <a:pt x="18288" y="54215"/>
                    <a:pt x="20193" y="55231"/>
                    <a:pt x="22923" y="57771"/>
                  </a:cubicBezTo>
                  <a:cubicBezTo>
                    <a:pt x="31686" y="66026"/>
                    <a:pt x="36322" y="70471"/>
                    <a:pt x="42354" y="70471"/>
                  </a:cubicBezTo>
                  <a:cubicBezTo>
                    <a:pt x="46672" y="70617"/>
                    <a:pt x="50800" y="68794"/>
                    <a:pt x="53594" y="65518"/>
                  </a:cubicBezTo>
                  <a:cubicBezTo>
                    <a:pt x="58547" y="58851"/>
                    <a:pt x="53594" y="48309"/>
                    <a:pt x="51053" y="43229"/>
                  </a:cubicBezTo>
                  <a:cubicBezTo>
                    <a:pt x="46989" y="34987"/>
                    <a:pt x="40577" y="28085"/>
                    <a:pt x="32702" y="23354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10307633" y="11801538"/>
              <a:ext cx="86844" cy="57848"/>
            </a:xfrm>
            <a:custGeom>
              <a:avLst/>
              <a:gdLst>
                <a:gd name="connsiteX0" fmla="*/ 33786 w 86844"/>
                <a:gd name="connsiteY0" fmla="*/ 56628 h 57848"/>
                <a:gd name="connsiteX1" fmla="*/ 67250 w 86844"/>
                <a:gd name="connsiteY1" fmla="*/ 52056 h 57848"/>
                <a:gd name="connsiteX2" fmla="*/ 76331 w 86844"/>
                <a:gd name="connsiteY2" fmla="*/ 47294 h 57848"/>
                <a:gd name="connsiteX3" fmla="*/ 86364 w 86844"/>
                <a:gd name="connsiteY3" fmla="*/ 29894 h 57848"/>
                <a:gd name="connsiteX4" fmla="*/ 85856 w 86844"/>
                <a:gd name="connsiteY4" fmla="*/ 19290 h 57848"/>
                <a:gd name="connsiteX5" fmla="*/ 73600 w 86844"/>
                <a:gd name="connsiteY5" fmla="*/ 3351 h 57848"/>
                <a:gd name="connsiteX6" fmla="*/ 67250 w 86844"/>
                <a:gd name="connsiteY6" fmla="*/ 685 h 57848"/>
                <a:gd name="connsiteX7" fmla="*/ 53090 w 86844"/>
                <a:gd name="connsiteY7" fmla="*/ 685 h 57848"/>
                <a:gd name="connsiteX8" fmla="*/ 19625 w 86844"/>
                <a:gd name="connsiteY8" fmla="*/ 5257 h 57848"/>
                <a:gd name="connsiteX9" fmla="*/ 3687 w 86844"/>
                <a:gd name="connsiteY9" fmla="*/ 17512 h 57848"/>
                <a:gd name="connsiteX10" fmla="*/ 512 w 86844"/>
                <a:gd name="connsiteY10" fmla="*/ 27418 h 57848"/>
                <a:gd name="connsiteX11" fmla="*/ 957 w 86844"/>
                <a:gd name="connsiteY11" fmla="*/ 38023 h 57848"/>
                <a:gd name="connsiteX12" fmla="*/ 13212 w 86844"/>
                <a:gd name="connsiteY12" fmla="*/ 53961 h 57848"/>
                <a:gd name="connsiteX13" fmla="*/ 19562 w 86844"/>
                <a:gd name="connsiteY13" fmla="*/ 56628 h 57848"/>
                <a:gd name="connsiteX14" fmla="*/ 33723 w 86844"/>
                <a:gd name="connsiteY14" fmla="*/ 56628 h 57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844" h="57848">
                  <a:moveTo>
                    <a:pt x="33786" y="56628"/>
                  </a:moveTo>
                  <a:lnTo>
                    <a:pt x="67250" y="52056"/>
                  </a:lnTo>
                  <a:cubicBezTo>
                    <a:pt x="70616" y="51294"/>
                    <a:pt x="73791" y="49643"/>
                    <a:pt x="76331" y="47294"/>
                  </a:cubicBezTo>
                  <a:cubicBezTo>
                    <a:pt x="82110" y="43293"/>
                    <a:pt x="85729" y="36880"/>
                    <a:pt x="86364" y="29894"/>
                  </a:cubicBezTo>
                  <a:cubicBezTo>
                    <a:pt x="87126" y="26402"/>
                    <a:pt x="86999" y="22719"/>
                    <a:pt x="85856" y="19290"/>
                  </a:cubicBezTo>
                  <a:cubicBezTo>
                    <a:pt x="83951" y="12623"/>
                    <a:pt x="79570" y="6907"/>
                    <a:pt x="73600" y="3351"/>
                  </a:cubicBezTo>
                  <a:lnTo>
                    <a:pt x="67250" y="685"/>
                  </a:lnTo>
                  <a:cubicBezTo>
                    <a:pt x="62615" y="-585"/>
                    <a:pt x="57725" y="-585"/>
                    <a:pt x="53090" y="685"/>
                  </a:cubicBezTo>
                  <a:lnTo>
                    <a:pt x="19625" y="5257"/>
                  </a:lnTo>
                  <a:cubicBezTo>
                    <a:pt x="13022" y="7352"/>
                    <a:pt x="7434" y="11670"/>
                    <a:pt x="3687" y="17512"/>
                  </a:cubicBezTo>
                  <a:cubicBezTo>
                    <a:pt x="1719" y="20433"/>
                    <a:pt x="639" y="23862"/>
                    <a:pt x="512" y="27418"/>
                  </a:cubicBezTo>
                  <a:cubicBezTo>
                    <a:pt x="-314" y="30911"/>
                    <a:pt x="-123" y="34594"/>
                    <a:pt x="957" y="38023"/>
                  </a:cubicBezTo>
                  <a:cubicBezTo>
                    <a:pt x="2798" y="44690"/>
                    <a:pt x="7243" y="50405"/>
                    <a:pt x="13212" y="53961"/>
                  </a:cubicBezTo>
                  <a:lnTo>
                    <a:pt x="19562" y="56628"/>
                  </a:lnTo>
                  <a:cubicBezTo>
                    <a:pt x="24198" y="57898"/>
                    <a:pt x="29087" y="57898"/>
                    <a:pt x="33723" y="5662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10295282" y="11867879"/>
              <a:ext cx="81329" cy="60150"/>
            </a:xfrm>
            <a:custGeom>
              <a:avLst/>
              <a:gdLst>
                <a:gd name="connsiteX0" fmla="*/ 40041 w 81329"/>
                <a:gd name="connsiteY0" fmla="*/ 56072 h 60150"/>
                <a:gd name="connsiteX1" fmla="*/ 44612 w 81329"/>
                <a:gd name="connsiteY1" fmla="*/ 53914 h 60150"/>
                <a:gd name="connsiteX2" fmla="*/ 38262 w 81329"/>
                <a:gd name="connsiteY2" fmla="*/ 56644 h 60150"/>
                <a:gd name="connsiteX3" fmla="*/ 53186 w 81329"/>
                <a:gd name="connsiteY3" fmla="*/ 52516 h 60150"/>
                <a:gd name="connsiteX4" fmla="*/ 46136 w 81329"/>
                <a:gd name="connsiteY4" fmla="*/ 53469 h 60150"/>
                <a:gd name="connsiteX5" fmla="*/ 54646 w 81329"/>
                <a:gd name="connsiteY5" fmla="*/ 52897 h 60150"/>
                <a:gd name="connsiteX6" fmla="*/ 64933 w 81329"/>
                <a:gd name="connsiteY6" fmla="*/ 50611 h 60150"/>
                <a:gd name="connsiteX7" fmla="*/ 79030 w 81329"/>
                <a:gd name="connsiteY7" fmla="*/ 36515 h 60150"/>
                <a:gd name="connsiteX8" fmla="*/ 81316 w 81329"/>
                <a:gd name="connsiteY8" fmla="*/ 26228 h 60150"/>
                <a:gd name="connsiteX9" fmla="*/ 80617 w 81329"/>
                <a:gd name="connsiteY9" fmla="*/ 19306 h 60150"/>
                <a:gd name="connsiteX10" fmla="*/ 73760 w 81329"/>
                <a:gd name="connsiteY10" fmla="*/ 7559 h 60150"/>
                <a:gd name="connsiteX11" fmla="*/ 54710 w 81329"/>
                <a:gd name="connsiteY11" fmla="*/ -252 h 60150"/>
                <a:gd name="connsiteX12" fmla="*/ 47216 w 81329"/>
                <a:gd name="connsiteY12" fmla="*/ 129 h 60150"/>
                <a:gd name="connsiteX13" fmla="*/ 33183 w 81329"/>
                <a:gd name="connsiteY13" fmla="*/ 2352 h 60150"/>
                <a:gd name="connsiteX14" fmla="*/ 13244 w 81329"/>
                <a:gd name="connsiteY14" fmla="*/ 10162 h 60150"/>
                <a:gd name="connsiteX15" fmla="*/ 5750 w 81329"/>
                <a:gd name="connsiteY15" fmla="*/ 17084 h 60150"/>
                <a:gd name="connsiteX16" fmla="*/ 988 w 81329"/>
                <a:gd name="connsiteY16" fmla="*/ 26101 h 60150"/>
                <a:gd name="connsiteX17" fmla="*/ 480 w 81329"/>
                <a:gd name="connsiteY17" fmla="*/ 36769 h 60150"/>
                <a:gd name="connsiteX18" fmla="*/ 3655 w 81329"/>
                <a:gd name="connsiteY18" fmla="*/ 46675 h 60150"/>
                <a:gd name="connsiteX19" fmla="*/ 19594 w 81329"/>
                <a:gd name="connsiteY19" fmla="*/ 58930 h 60150"/>
                <a:gd name="connsiteX20" fmla="*/ 26706 w 81329"/>
                <a:gd name="connsiteY20" fmla="*/ 59883 h 60150"/>
                <a:gd name="connsiteX21" fmla="*/ 40104 w 81329"/>
                <a:gd name="connsiteY21" fmla="*/ 56200 h 6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329" h="60150">
                  <a:moveTo>
                    <a:pt x="40041" y="56072"/>
                  </a:moveTo>
                  <a:lnTo>
                    <a:pt x="44612" y="53914"/>
                  </a:lnTo>
                  <a:lnTo>
                    <a:pt x="38262" y="56644"/>
                  </a:lnTo>
                  <a:cubicBezTo>
                    <a:pt x="43025" y="54612"/>
                    <a:pt x="48042" y="53215"/>
                    <a:pt x="53186" y="52516"/>
                  </a:cubicBezTo>
                  <a:lnTo>
                    <a:pt x="46136" y="53469"/>
                  </a:lnTo>
                  <a:cubicBezTo>
                    <a:pt x="48931" y="53088"/>
                    <a:pt x="51788" y="52897"/>
                    <a:pt x="54646" y="52897"/>
                  </a:cubicBezTo>
                  <a:cubicBezTo>
                    <a:pt x="58202" y="53025"/>
                    <a:pt x="61758" y="52263"/>
                    <a:pt x="64933" y="50611"/>
                  </a:cubicBezTo>
                  <a:cubicBezTo>
                    <a:pt x="71474" y="48135"/>
                    <a:pt x="76553" y="43055"/>
                    <a:pt x="79030" y="36515"/>
                  </a:cubicBezTo>
                  <a:cubicBezTo>
                    <a:pt x="80681" y="33340"/>
                    <a:pt x="81443" y="29784"/>
                    <a:pt x="81316" y="26228"/>
                  </a:cubicBezTo>
                  <a:lnTo>
                    <a:pt x="80617" y="19306"/>
                  </a:lnTo>
                  <a:cubicBezTo>
                    <a:pt x="79411" y="14861"/>
                    <a:pt x="76998" y="10797"/>
                    <a:pt x="73760" y="7559"/>
                  </a:cubicBezTo>
                  <a:cubicBezTo>
                    <a:pt x="68679" y="2606"/>
                    <a:pt x="61821" y="-189"/>
                    <a:pt x="54710" y="-252"/>
                  </a:cubicBezTo>
                  <a:cubicBezTo>
                    <a:pt x="52233" y="-316"/>
                    <a:pt x="49693" y="-189"/>
                    <a:pt x="47216" y="129"/>
                  </a:cubicBezTo>
                  <a:cubicBezTo>
                    <a:pt x="42517" y="573"/>
                    <a:pt x="37818" y="1335"/>
                    <a:pt x="33183" y="2352"/>
                  </a:cubicBezTo>
                  <a:cubicBezTo>
                    <a:pt x="26261" y="4129"/>
                    <a:pt x="19530" y="6733"/>
                    <a:pt x="13244" y="10162"/>
                  </a:cubicBezTo>
                  <a:cubicBezTo>
                    <a:pt x="10196" y="11813"/>
                    <a:pt x="7656" y="14163"/>
                    <a:pt x="5750" y="17084"/>
                  </a:cubicBezTo>
                  <a:cubicBezTo>
                    <a:pt x="3401" y="19623"/>
                    <a:pt x="1750" y="22735"/>
                    <a:pt x="988" y="26101"/>
                  </a:cubicBezTo>
                  <a:cubicBezTo>
                    <a:pt x="-155" y="29529"/>
                    <a:pt x="-282" y="33213"/>
                    <a:pt x="480" y="36769"/>
                  </a:cubicBezTo>
                  <a:cubicBezTo>
                    <a:pt x="671" y="40325"/>
                    <a:pt x="1750" y="43690"/>
                    <a:pt x="3655" y="46675"/>
                  </a:cubicBezTo>
                  <a:cubicBezTo>
                    <a:pt x="7211" y="52644"/>
                    <a:pt x="12926" y="57025"/>
                    <a:pt x="19594" y="58930"/>
                  </a:cubicBezTo>
                  <a:lnTo>
                    <a:pt x="26706" y="59883"/>
                  </a:lnTo>
                  <a:cubicBezTo>
                    <a:pt x="31405" y="59819"/>
                    <a:pt x="36040" y="58549"/>
                    <a:pt x="40104" y="56200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/>
            <p:cNvSpPr/>
            <p:nvPr/>
          </p:nvSpPr>
          <p:spPr>
            <a:xfrm>
              <a:off x="9256966" y="10625010"/>
              <a:ext cx="1033843" cy="1219644"/>
            </a:xfrm>
            <a:custGeom>
              <a:avLst/>
              <a:gdLst>
                <a:gd name="connsiteX0" fmla="*/ 1033843 w 1033843"/>
                <a:gd name="connsiteY0" fmla="*/ 996047 h 1219644"/>
                <a:gd name="connsiteX1" fmla="*/ 664146 w 1033843"/>
                <a:gd name="connsiteY1" fmla="*/ 687564 h 1219644"/>
                <a:gd name="connsiteX2" fmla="*/ 716597 w 1033843"/>
                <a:gd name="connsiteY2" fmla="*/ 140956 h 1219644"/>
                <a:gd name="connsiteX3" fmla="*/ 589597 w 1033843"/>
                <a:gd name="connsiteY3" fmla="*/ 94410 h 1219644"/>
                <a:gd name="connsiteX4" fmla="*/ 621347 w 1033843"/>
                <a:gd name="connsiteY4" fmla="*/ -268 h 1219644"/>
                <a:gd name="connsiteX5" fmla="*/ 483362 w 1033843"/>
                <a:gd name="connsiteY5" fmla="*/ 55295 h 1219644"/>
                <a:gd name="connsiteX6" fmla="*/ 349250 w 1033843"/>
                <a:gd name="connsiteY6" fmla="*/ 6082 h 1219644"/>
                <a:gd name="connsiteX7" fmla="*/ 356489 w 1033843"/>
                <a:gd name="connsiteY7" fmla="*/ 106412 h 1219644"/>
                <a:gd name="connsiteX8" fmla="*/ 275971 w 1033843"/>
                <a:gd name="connsiteY8" fmla="*/ 138860 h 1219644"/>
                <a:gd name="connsiteX9" fmla="*/ 0 w 1033843"/>
                <a:gd name="connsiteY9" fmla="*/ 1149527 h 1219644"/>
                <a:gd name="connsiteX10" fmla="*/ 124333 w 1033843"/>
                <a:gd name="connsiteY10" fmla="*/ 1219377 h 1219644"/>
                <a:gd name="connsiteX11" fmla="*/ 433705 w 1033843"/>
                <a:gd name="connsiteY11" fmla="*/ 430326 h 1219644"/>
                <a:gd name="connsiteX12" fmla="*/ 478155 w 1033843"/>
                <a:gd name="connsiteY12" fmla="*/ 839456 h 1219644"/>
                <a:gd name="connsiteX13" fmla="*/ 962723 w 1033843"/>
                <a:gd name="connsiteY13" fmla="*/ 1125714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3843" h="1219644">
                  <a:moveTo>
                    <a:pt x="1033843" y="996047"/>
                  </a:moveTo>
                  <a:lnTo>
                    <a:pt x="664146" y="687564"/>
                  </a:lnTo>
                  <a:lnTo>
                    <a:pt x="716597" y="140956"/>
                  </a:lnTo>
                  <a:lnTo>
                    <a:pt x="589597" y="94410"/>
                  </a:lnTo>
                  <a:lnTo>
                    <a:pt x="621347" y="-268"/>
                  </a:lnTo>
                  <a:lnTo>
                    <a:pt x="483362" y="55295"/>
                  </a:lnTo>
                  <a:lnTo>
                    <a:pt x="349250" y="6082"/>
                  </a:lnTo>
                  <a:cubicBezTo>
                    <a:pt x="349250" y="6082"/>
                    <a:pt x="351409" y="44563"/>
                    <a:pt x="356489" y="106412"/>
                  </a:cubicBezTo>
                  <a:lnTo>
                    <a:pt x="275971" y="138860"/>
                  </a:lnTo>
                  <a:cubicBezTo>
                    <a:pt x="275971" y="138860"/>
                    <a:pt x="35178" y="819835"/>
                    <a:pt x="0" y="1149527"/>
                  </a:cubicBezTo>
                  <a:lnTo>
                    <a:pt x="124333" y="1219377"/>
                  </a:lnTo>
                  <a:lnTo>
                    <a:pt x="433705" y="430326"/>
                  </a:lnTo>
                  <a:cubicBezTo>
                    <a:pt x="413003" y="685088"/>
                    <a:pt x="425386" y="804150"/>
                    <a:pt x="478155" y="839456"/>
                  </a:cubicBezTo>
                  <a:cubicBezTo>
                    <a:pt x="659002" y="960106"/>
                    <a:pt x="962723" y="1125714"/>
                    <a:pt x="962723" y="1125714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/>
            <p:cNvSpPr/>
            <p:nvPr/>
          </p:nvSpPr>
          <p:spPr>
            <a:xfrm>
              <a:off x="9237154" y="11669775"/>
              <a:ext cx="190051" cy="191049"/>
            </a:xfrm>
            <a:custGeom>
              <a:avLst/>
              <a:gdLst>
                <a:gd name="connsiteX0" fmla="*/ 36386 w 190051"/>
                <a:gd name="connsiteY0" fmla="*/ 43039 h 191049"/>
                <a:gd name="connsiteX1" fmla="*/ 1397 w 190051"/>
                <a:gd name="connsiteY1" fmla="*/ 108317 h 191049"/>
                <a:gd name="connsiteX2" fmla="*/ 184150 w 190051"/>
                <a:gd name="connsiteY2" fmla="*/ 186041 h 191049"/>
                <a:gd name="connsiteX3" fmla="*/ 164211 w 190051"/>
                <a:gd name="connsiteY3" fmla="*/ 128383 h 191049"/>
                <a:gd name="connsiteX4" fmla="*/ 166878 w 190051"/>
                <a:gd name="connsiteY4" fmla="*/ -268 h 19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51" h="191049">
                  <a:moveTo>
                    <a:pt x="36386" y="43039"/>
                  </a:moveTo>
                  <a:cubicBezTo>
                    <a:pt x="36386" y="43039"/>
                    <a:pt x="-8382" y="87108"/>
                    <a:pt x="1397" y="108317"/>
                  </a:cubicBezTo>
                  <a:cubicBezTo>
                    <a:pt x="11176" y="129526"/>
                    <a:pt x="163386" y="211124"/>
                    <a:pt x="184150" y="186041"/>
                  </a:cubicBezTo>
                  <a:cubicBezTo>
                    <a:pt x="204914" y="160959"/>
                    <a:pt x="164211" y="128383"/>
                    <a:pt x="164211" y="128383"/>
                  </a:cubicBezTo>
                  <a:lnTo>
                    <a:pt x="166878" y="-268"/>
                  </a:ln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/>
            <p:cNvSpPr/>
            <p:nvPr/>
          </p:nvSpPr>
          <p:spPr>
            <a:xfrm>
              <a:off x="10164508" y="11578328"/>
              <a:ext cx="157615" cy="179062"/>
            </a:xfrm>
            <a:custGeom>
              <a:avLst/>
              <a:gdLst>
                <a:gd name="connsiteX0" fmla="*/ 0 w 157615"/>
                <a:gd name="connsiteY0" fmla="*/ 128835 h 179062"/>
                <a:gd name="connsiteX1" fmla="*/ 84265 w 157615"/>
                <a:gd name="connsiteY1" fmla="*/ 154997 h 179062"/>
                <a:gd name="connsiteX2" fmla="*/ 156337 w 157615"/>
                <a:gd name="connsiteY2" fmla="*/ 20504 h 179062"/>
                <a:gd name="connsiteX3" fmla="*/ 97790 w 157615"/>
                <a:gd name="connsiteY3" fmla="*/ 6724 h 17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615" h="179062">
                  <a:moveTo>
                    <a:pt x="0" y="128835"/>
                  </a:moveTo>
                  <a:cubicBezTo>
                    <a:pt x="26353" y="164586"/>
                    <a:pt x="46292" y="205924"/>
                    <a:pt x="84265" y="154997"/>
                  </a:cubicBezTo>
                  <a:cubicBezTo>
                    <a:pt x="105220" y="126803"/>
                    <a:pt x="167260" y="59747"/>
                    <a:pt x="156337" y="20504"/>
                  </a:cubicBezTo>
                  <a:cubicBezTo>
                    <a:pt x="146177" y="-16008"/>
                    <a:pt x="97790" y="6724"/>
                    <a:pt x="97790" y="6724"/>
                  </a:cubicBez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/>
            <p:cNvSpPr/>
            <p:nvPr/>
          </p:nvSpPr>
          <p:spPr>
            <a:xfrm>
              <a:off x="9601454" y="10926226"/>
              <a:ext cx="104077" cy="343309"/>
            </a:xfrm>
            <a:custGeom>
              <a:avLst/>
              <a:gdLst>
                <a:gd name="connsiteX0" fmla="*/ 95567 w 104077"/>
                <a:gd name="connsiteY0" fmla="*/ 138190 h 343309"/>
                <a:gd name="connsiteX1" fmla="*/ 104077 w 104077"/>
                <a:gd name="connsiteY1" fmla="*/ 141 h 343309"/>
                <a:gd name="connsiteX2" fmla="*/ 0 w 104077"/>
                <a:gd name="connsiteY2" fmla="*/ 343041 h 343309"/>
                <a:gd name="connsiteX3" fmla="*/ 98361 w 104077"/>
                <a:gd name="connsiteY3" fmla="*/ 129046 h 34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77" h="343309">
                  <a:moveTo>
                    <a:pt x="95567" y="138190"/>
                  </a:moveTo>
                  <a:cubicBezTo>
                    <a:pt x="95567" y="138190"/>
                    <a:pt x="103822" y="-9003"/>
                    <a:pt x="104077" y="141"/>
                  </a:cubicBezTo>
                  <a:cubicBezTo>
                    <a:pt x="104330" y="9285"/>
                    <a:pt x="0" y="343041"/>
                    <a:pt x="0" y="343041"/>
                  </a:cubicBezTo>
                  <a:lnTo>
                    <a:pt x="98361" y="129046"/>
                  </a:ln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/>
            <p:cNvSpPr/>
            <p:nvPr/>
          </p:nvSpPr>
          <p:spPr>
            <a:xfrm>
              <a:off x="9382950" y="10766806"/>
              <a:ext cx="345757" cy="1029080"/>
            </a:xfrm>
            <a:custGeom>
              <a:avLst/>
              <a:gdLst>
                <a:gd name="connsiteX0" fmla="*/ 312230 w 345757"/>
                <a:gd name="connsiteY0" fmla="*/ 3669 h 1029080"/>
                <a:gd name="connsiteX1" fmla="*/ 267780 w 345757"/>
                <a:gd name="connsiteY1" fmla="*/ 173277 h 1029080"/>
                <a:gd name="connsiteX2" fmla="*/ 292354 w 345757"/>
                <a:gd name="connsiteY2" fmla="*/ 175690 h 1029080"/>
                <a:gd name="connsiteX3" fmla="*/ 345757 w 345757"/>
                <a:gd name="connsiteY3" fmla="*/ -268 h 1029080"/>
                <a:gd name="connsiteX4" fmla="*/ 275907 w 345757"/>
                <a:gd name="connsiteY4" fmla="*/ 246557 h 1029080"/>
                <a:gd name="connsiteX5" fmla="*/ 168593 w 345757"/>
                <a:gd name="connsiteY5" fmla="*/ 580185 h 1029080"/>
                <a:gd name="connsiteX6" fmla="*/ 0 w 345757"/>
                <a:gd name="connsiteY6" fmla="*/ 1028813 h 102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5757" h="1029080">
                  <a:moveTo>
                    <a:pt x="312230" y="3669"/>
                  </a:moveTo>
                  <a:cubicBezTo>
                    <a:pt x="312230" y="3669"/>
                    <a:pt x="243268" y="170928"/>
                    <a:pt x="267780" y="173277"/>
                  </a:cubicBezTo>
                  <a:lnTo>
                    <a:pt x="292354" y="175690"/>
                  </a:lnTo>
                  <a:lnTo>
                    <a:pt x="345757" y="-268"/>
                  </a:lnTo>
                  <a:lnTo>
                    <a:pt x="275907" y="246557"/>
                  </a:lnTo>
                  <a:lnTo>
                    <a:pt x="168593" y="580185"/>
                  </a:lnTo>
                  <a:cubicBezTo>
                    <a:pt x="168593" y="580185"/>
                    <a:pt x="6032" y="1025574"/>
                    <a:pt x="0" y="1028813"/>
                  </a:cubicBez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/>
            <p:cNvSpPr/>
            <p:nvPr/>
          </p:nvSpPr>
          <p:spPr>
            <a:xfrm>
              <a:off x="9890950" y="10817161"/>
              <a:ext cx="363664" cy="814387"/>
            </a:xfrm>
            <a:custGeom>
              <a:avLst/>
              <a:gdLst>
                <a:gd name="connsiteX0" fmla="*/ 13716 w 363664"/>
                <a:gd name="connsiteY0" fmla="*/ -268 h 814387"/>
                <a:gd name="connsiteX1" fmla="*/ 46418 w 363664"/>
                <a:gd name="connsiteY1" fmla="*/ 75424 h 814387"/>
                <a:gd name="connsiteX2" fmla="*/ 27368 w 363664"/>
                <a:gd name="connsiteY2" fmla="*/ 155561 h 814387"/>
                <a:gd name="connsiteX3" fmla="*/ 0 w 363664"/>
                <a:gd name="connsiteY3" fmla="*/ 502334 h 814387"/>
                <a:gd name="connsiteX4" fmla="*/ 24574 w 363664"/>
                <a:gd name="connsiteY4" fmla="*/ 504747 h 814387"/>
                <a:gd name="connsiteX5" fmla="*/ 12827 w 363664"/>
                <a:gd name="connsiteY5" fmla="*/ 523416 h 814387"/>
                <a:gd name="connsiteX6" fmla="*/ 55817 w 363664"/>
                <a:gd name="connsiteY6" fmla="*/ 528370 h 814387"/>
                <a:gd name="connsiteX7" fmla="*/ 363665 w 363664"/>
                <a:gd name="connsiteY7" fmla="*/ 814120 h 81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3664" h="814387">
                  <a:moveTo>
                    <a:pt x="13716" y="-268"/>
                  </a:moveTo>
                  <a:cubicBezTo>
                    <a:pt x="13716" y="-268"/>
                    <a:pt x="9207" y="58025"/>
                    <a:pt x="46418" y="75424"/>
                  </a:cubicBezTo>
                  <a:lnTo>
                    <a:pt x="27368" y="155561"/>
                  </a:lnTo>
                  <a:lnTo>
                    <a:pt x="0" y="502334"/>
                  </a:lnTo>
                  <a:lnTo>
                    <a:pt x="24574" y="504747"/>
                  </a:lnTo>
                  <a:lnTo>
                    <a:pt x="12827" y="523416"/>
                  </a:lnTo>
                  <a:lnTo>
                    <a:pt x="55817" y="528370"/>
                  </a:lnTo>
                  <a:lnTo>
                    <a:pt x="363665" y="814120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/>
            <p:cNvSpPr/>
            <p:nvPr/>
          </p:nvSpPr>
          <p:spPr>
            <a:xfrm>
              <a:off x="9859004" y="10181091"/>
              <a:ext cx="255085" cy="196713"/>
            </a:xfrm>
            <a:custGeom>
              <a:avLst/>
              <a:gdLst>
                <a:gd name="connsiteX0" fmla="*/ 5 w 255085"/>
                <a:gd name="connsiteY0" fmla="*/ 41188 h 196713"/>
                <a:gd name="connsiteX1" fmla="*/ 97986 w 255085"/>
                <a:gd name="connsiteY1" fmla="*/ 1437 h 196713"/>
                <a:gd name="connsiteX2" fmla="*/ 145103 w 255085"/>
                <a:gd name="connsiteY2" fmla="*/ 16359 h 196713"/>
                <a:gd name="connsiteX3" fmla="*/ 255085 w 255085"/>
                <a:gd name="connsiteY3" fmla="*/ 135168 h 196713"/>
                <a:gd name="connsiteX4" fmla="*/ 248735 w 255085"/>
                <a:gd name="connsiteY4" fmla="*/ 170664 h 196713"/>
                <a:gd name="connsiteX5" fmla="*/ 175519 w 255085"/>
                <a:gd name="connsiteY5" fmla="*/ 196445 h 196713"/>
                <a:gd name="connsiteX6" fmla="*/ 5 w 255085"/>
                <a:gd name="connsiteY6" fmla="*/ 41188 h 196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085" h="196713">
                  <a:moveTo>
                    <a:pt x="5" y="41188"/>
                  </a:moveTo>
                  <a:cubicBezTo>
                    <a:pt x="577" y="10835"/>
                    <a:pt x="50805" y="-5866"/>
                    <a:pt x="97986" y="1437"/>
                  </a:cubicBezTo>
                  <a:cubicBezTo>
                    <a:pt x="114305" y="4142"/>
                    <a:pt x="130180" y="9165"/>
                    <a:pt x="145103" y="16359"/>
                  </a:cubicBezTo>
                  <a:lnTo>
                    <a:pt x="255085" y="135168"/>
                  </a:lnTo>
                  <a:lnTo>
                    <a:pt x="248735" y="170664"/>
                  </a:lnTo>
                  <a:lnTo>
                    <a:pt x="175519" y="196445"/>
                  </a:lnTo>
                  <a:cubicBezTo>
                    <a:pt x="68204" y="145328"/>
                    <a:pt x="-693" y="77192"/>
                    <a:pt x="5" y="4118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/>
            <p:cNvSpPr/>
            <p:nvPr/>
          </p:nvSpPr>
          <p:spPr>
            <a:xfrm>
              <a:off x="9885680" y="10217719"/>
              <a:ext cx="223901" cy="164340"/>
            </a:xfrm>
            <a:custGeom>
              <a:avLst/>
              <a:gdLst>
                <a:gd name="connsiteX0" fmla="*/ 0 w 223901"/>
                <a:gd name="connsiteY0" fmla="*/ 42216 h 164340"/>
                <a:gd name="connsiteX1" fmla="*/ 84836 w 223901"/>
                <a:gd name="connsiteY1" fmla="*/ -11 h 164340"/>
                <a:gd name="connsiteX2" fmla="*/ 126111 w 223901"/>
                <a:gd name="connsiteY2" fmla="*/ 9323 h 164340"/>
                <a:gd name="connsiteX3" fmla="*/ 223901 w 223901"/>
                <a:gd name="connsiteY3" fmla="*/ 104192 h 164340"/>
                <a:gd name="connsiteX4" fmla="*/ 218694 w 223901"/>
                <a:gd name="connsiteY4" fmla="*/ 135942 h 164340"/>
                <a:gd name="connsiteX5" fmla="*/ 155194 w 223901"/>
                <a:gd name="connsiteY5" fmla="*/ 164072 h 164340"/>
                <a:gd name="connsiteX6" fmla="*/ 0 w 223901"/>
                <a:gd name="connsiteY6" fmla="*/ 42216 h 164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901" h="164340">
                  <a:moveTo>
                    <a:pt x="0" y="42216"/>
                  </a:moveTo>
                  <a:cubicBezTo>
                    <a:pt x="0" y="15736"/>
                    <a:pt x="43624" y="-2679"/>
                    <a:pt x="84836" y="-11"/>
                  </a:cubicBezTo>
                  <a:cubicBezTo>
                    <a:pt x="98996" y="1068"/>
                    <a:pt x="112902" y="4217"/>
                    <a:pt x="126111" y="9323"/>
                  </a:cubicBezTo>
                  <a:lnTo>
                    <a:pt x="223901" y="104192"/>
                  </a:lnTo>
                  <a:lnTo>
                    <a:pt x="218694" y="135942"/>
                  </a:lnTo>
                  <a:lnTo>
                    <a:pt x="155194" y="164072"/>
                  </a:lnTo>
                  <a:cubicBezTo>
                    <a:pt x="61213" y="127560"/>
                    <a:pt x="0" y="73585"/>
                    <a:pt x="0" y="42216"/>
                  </a:cubicBezTo>
                  <a:close/>
                </a:path>
              </a:pathLst>
            </a:custGeom>
            <a:solidFill>
              <a:srgbClr val="DE635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/>
            <p:cNvSpPr/>
            <p:nvPr/>
          </p:nvSpPr>
          <p:spPr>
            <a:xfrm>
              <a:off x="9661453" y="10178340"/>
              <a:ext cx="544371" cy="593418"/>
            </a:xfrm>
            <a:custGeom>
              <a:avLst/>
              <a:gdLst>
                <a:gd name="connsiteX0" fmla="*/ 48903 w 544371"/>
                <a:gd name="connsiteY0" fmla="*/ 444815 h 593418"/>
                <a:gd name="connsiteX1" fmla="*/ 235847 w 544371"/>
                <a:gd name="connsiteY1" fmla="*/ 567751 h 593418"/>
                <a:gd name="connsiteX2" fmla="*/ 301252 w 544371"/>
                <a:gd name="connsiteY2" fmla="*/ 593151 h 593418"/>
                <a:gd name="connsiteX3" fmla="*/ 332367 w 544371"/>
                <a:gd name="connsiteY3" fmla="*/ 590039 h 593418"/>
                <a:gd name="connsiteX4" fmla="*/ 493149 w 544371"/>
                <a:gd name="connsiteY4" fmla="*/ 515871 h 593418"/>
                <a:gd name="connsiteX5" fmla="*/ 537091 w 544371"/>
                <a:gd name="connsiteY5" fmla="*/ 350199 h 593418"/>
                <a:gd name="connsiteX6" fmla="*/ 511247 w 544371"/>
                <a:gd name="connsiteY6" fmla="*/ 299146 h 593418"/>
                <a:gd name="connsiteX7" fmla="*/ 358847 w 544371"/>
                <a:gd name="connsiteY7" fmla="*/ 73212 h 593418"/>
                <a:gd name="connsiteX8" fmla="*/ 290711 w 544371"/>
                <a:gd name="connsiteY8" fmla="*/ 8824 h 593418"/>
                <a:gd name="connsiteX9" fmla="*/ 134247 w 544371"/>
                <a:gd name="connsiteY9" fmla="*/ 32192 h 593418"/>
                <a:gd name="connsiteX10" fmla="*/ 10549 w 544371"/>
                <a:gd name="connsiteY10" fmla="*/ 425384 h 593418"/>
                <a:gd name="connsiteX11" fmla="*/ 48903 w 544371"/>
                <a:gd name="connsiteY11" fmla="*/ 444815 h 59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4371" h="593418">
                  <a:moveTo>
                    <a:pt x="48903" y="444815"/>
                  </a:moveTo>
                  <a:cubicBezTo>
                    <a:pt x="97925" y="505648"/>
                    <a:pt x="164028" y="540065"/>
                    <a:pt x="235847" y="567751"/>
                  </a:cubicBezTo>
                  <a:cubicBezTo>
                    <a:pt x="257564" y="576133"/>
                    <a:pt x="279344" y="584768"/>
                    <a:pt x="301252" y="593151"/>
                  </a:cubicBezTo>
                  <a:cubicBezTo>
                    <a:pt x="311666" y="592452"/>
                    <a:pt x="322016" y="591499"/>
                    <a:pt x="332367" y="590039"/>
                  </a:cubicBezTo>
                  <a:cubicBezTo>
                    <a:pt x="391930" y="581721"/>
                    <a:pt x="451239" y="558924"/>
                    <a:pt x="493149" y="515871"/>
                  </a:cubicBezTo>
                  <a:cubicBezTo>
                    <a:pt x="535059" y="472818"/>
                    <a:pt x="556649" y="407159"/>
                    <a:pt x="537091" y="350199"/>
                  </a:cubicBezTo>
                  <a:cubicBezTo>
                    <a:pt x="530360" y="332292"/>
                    <a:pt x="521661" y="315173"/>
                    <a:pt x="511247" y="299146"/>
                  </a:cubicBezTo>
                  <a:cubicBezTo>
                    <a:pt x="463876" y="221593"/>
                    <a:pt x="413076" y="146282"/>
                    <a:pt x="358847" y="73212"/>
                  </a:cubicBezTo>
                  <a:cubicBezTo>
                    <a:pt x="339797" y="47812"/>
                    <a:pt x="319540" y="21778"/>
                    <a:pt x="290711" y="8824"/>
                  </a:cubicBezTo>
                  <a:cubicBezTo>
                    <a:pt x="240990" y="-13465"/>
                    <a:pt x="183714" y="9459"/>
                    <a:pt x="134247" y="32192"/>
                  </a:cubicBezTo>
                  <a:cubicBezTo>
                    <a:pt x="134247" y="32192"/>
                    <a:pt x="-44569" y="239583"/>
                    <a:pt x="10549" y="425384"/>
                  </a:cubicBezTo>
                  <a:cubicBezTo>
                    <a:pt x="25662" y="425491"/>
                    <a:pt x="39886" y="432686"/>
                    <a:pt x="48903" y="444815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/>
            <p:cNvSpPr/>
            <p:nvPr/>
          </p:nvSpPr>
          <p:spPr>
            <a:xfrm>
              <a:off x="9488607" y="10097056"/>
              <a:ext cx="382113" cy="256174"/>
            </a:xfrm>
            <a:custGeom>
              <a:avLst/>
              <a:gdLst>
                <a:gd name="connsiteX0" fmla="*/ 42742 w 382113"/>
                <a:gd name="connsiteY0" fmla="*/ 255907 h 256174"/>
                <a:gd name="connsiteX1" fmla="*/ 1404 w 382113"/>
                <a:gd name="connsiteY1" fmla="*/ 199264 h 256174"/>
                <a:gd name="connsiteX2" fmla="*/ 11183 w 382113"/>
                <a:gd name="connsiteY2" fmla="*/ 139066 h 256174"/>
                <a:gd name="connsiteX3" fmla="*/ 246133 w 382113"/>
                <a:gd name="connsiteY3" fmla="*/ 255 h 256174"/>
                <a:gd name="connsiteX4" fmla="*/ 367799 w 382113"/>
                <a:gd name="connsiteY4" fmla="*/ 36196 h 256174"/>
                <a:gd name="connsiteX5" fmla="*/ 381705 w 382113"/>
                <a:gd name="connsiteY5" fmla="*/ 95759 h 256174"/>
                <a:gd name="connsiteX6" fmla="*/ 242005 w 382113"/>
                <a:gd name="connsiteY6" fmla="*/ 251461 h 25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2113" h="256174">
                  <a:moveTo>
                    <a:pt x="42742" y="255907"/>
                  </a:moveTo>
                  <a:cubicBezTo>
                    <a:pt x="34234" y="250318"/>
                    <a:pt x="8325" y="231777"/>
                    <a:pt x="1404" y="199264"/>
                  </a:cubicBezTo>
                  <a:cubicBezTo>
                    <a:pt x="261" y="193994"/>
                    <a:pt x="-3930" y="171642"/>
                    <a:pt x="11183" y="139066"/>
                  </a:cubicBezTo>
                  <a:cubicBezTo>
                    <a:pt x="42933" y="70486"/>
                    <a:pt x="138183" y="4510"/>
                    <a:pt x="246133" y="255"/>
                  </a:cubicBezTo>
                  <a:cubicBezTo>
                    <a:pt x="277883" y="-951"/>
                    <a:pt x="339414" y="-3364"/>
                    <a:pt x="367799" y="36196"/>
                  </a:cubicBezTo>
                  <a:cubicBezTo>
                    <a:pt x="384055" y="58866"/>
                    <a:pt x="382404" y="85536"/>
                    <a:pt x="381705" y="95759"/>
                  </a:cubicBezTo>
                  <a:cubicBezTo>
                    <a:pt x="375736" y="189866"/>
                    <a:pt x="254705" y="245937"/>
                    <a:pt x="242005" y="251461"/>
                  </a:cubicBezTo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/>
            <p:cNvSpPr/>
            <p:nvPr/>
          </p:nvSpPr>
          <p:spPr>
            <a:xfrm>
              <a:off x="9574690" y="10162635"/>
              <a:ext cx="225898" cy="150018"/>
            </a:xfrm>
            <a:custGeom>
              <a:avLst/>
              <a:gdLst>
                <a:gd name="connsiteX0" fmla="*/ 24922 w 225898"/>
                <a:gd name="connsiteY0" fmla="*/ 149751 h 150018"/>
                <a:gd name="connsiteX1" fmla="*/ 792 w 225898"/>
                <a:gd name="connsiteY1" fmla="*/ 114509 h 150018"/>
                <a:gd name="connsiteX2" fmla="*/ 6698 w 225898"/>
                <a:gd name="connsiteY2" fmla="*/ 76853 h 150018"/>
                <a:gd name="connsiteX3" fmla="*/ 143921 w 225898"/>
                <a:gd name="connsiteY3" fmla="*/ 2494 h 150018"/>
                <a:gd name="connsiteX4" fmla="*/ 217327 w 225898"/>
                <a:gd name="connsiteY4" fmla="*/ 11511 h 150018"/>
                <a:gd name="connsiteX5" fmla="*/ 225391 w 225898"/>
                <a:gd name="connsiteY5" fmla="*/ 48723 h 150018"/>
                <a:gd name="connsiteX6" fmla="*/ 142841 w 225898"/>
                <a:gd name="connsiteY6" fmla="*/ 146385 h 15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898" h="150018">
                  <a:moveTo>
                    <a:pt x="24922" y="149751"/>
                  </a:moveTo>
                  <a:cubicBezTo>
                    <a:pt x="12666" y="141534"/>
                    <a:pt x="4030" y="128917"/>
                    <a:pt x="792" y="114509"/>
                  </a:cubicBezTo>
                  <a:cubicBezTo>
                    <a:pt x="-1303" y="101650"/>
                    <a:pt x="792" y="88461"/>
                    <a:pt x="6698" y="76853"/>
                  </a:cubicBezTo>
                  <a:cubicBezTo>
                    <a:pt x="32098" y="21036"/>
                    <a:pt x="113631" y="5479"/>
                    <a:pt x="143921" y="2494"/>
                  </a:cubicBezTo>
                  <a:cubicBezTo>
                    <a:pt x="174211" y="-490"/>
                    <a:pt x="203357" y="-4554"/>
                    <a:pt x="217327" y="11511"/>
                  </a:cubicBezTo>
                  <a:cubicBezTo>
                    <a:pt x="227868" y="23640"/>
                    <a:pt x="225963" y="41484"/>
                    <a:pt x="225391" y="48723"/>
                  </a:cubicBezTo>
                  <a:cubicBezTo>
                    <a:pt x="220566" y="106698"/>
                    <a:pt x="152113" y="141686"/>
                    <a:pt x="142841" y="146385"/>
                  </a:cubicBezTo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/>
            <p:cNvSpPr/>
            <p:nvPr/>
          </p:nvSpPr>
          <p:spPr>
            <a:xfrm>
              <a:off x="9543415" y="10721339"/>
              <a:ext cx="424306" cy="133604"/>
            </a:xfrm>
            <a:custGeom>
              <a:avLst/>
              <a:gdLst>
                <a:gd name="connsiteX0" fmla="*/ 424307 w 424306"/>
                <a:gd name="connsiteY0" fmla="*/ 102475 h 133604"/>
                <a:gd name="connsiteX1" fmla="*/ 396177 w 424306"/>
                <a:gd name="connsiteY1" fmla="*/ 28307 h 133604"/>
                <a:gd name="connsiteX2" fmla="*/ 5969 w 424306"/>
                <a:gd name="connsiteY2" fmla="*/ -268 h 133604"/>
                <a:gd name="connsiteX3" fmla="*/ 0 w 424306"/>
                <a:gd name="connsiteY3" fmla="*/ 35038 h 133604"/>
                <a:gd name="connsiteX4" fmla="*/ 241808 w 424306"/>
                <a:gd name="connsiteY4" fmla="*/ 114286 h 133604"/>
                <a:gd name="connsiteX5" fmla="*/ 420941 w 424306"/>
                <a:gd name="connsiteY5" fmla="*/ 133336 h 133604"/>
                <a:gd name="connsiteX6" fmla="*/ 424307 w 424306"/>
                <a:gd name="connsiteY6" fmla="*/ 102475 h 1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306" h="133604">
                  <a:moveTo>
                    <a:pt x="424307" y="102475"/>
                  </a:moveTo>
                  <a:lnTo>
                    <a:pt x="396177" y="28307"/>
                  </a:lnTo>
                  <a:lnTo>
                    <a:pt x="5969" y="-268"/>
                  </a:lnTo>
                  <a:cubicBezTo>
                    <a:pt x="4445" y="11543"/>
                    <a:pt x="2413" y="23291"/>
                    <a:pt x="0" y="35038"/>
                  </a:cubicBezTo>
                  <a:cubicBezTo>
                    <a:pt x="75882" y="77075"/>
                    <a:pt x="160210" y="99173"/>
                    <a:pt x="241808" y="114286"/>
                  </a:cubicBezTo>
                  <a:cubicBezTo>
                    <a:pt x="294577" y="124065"/>
                    <a:pt x="364871" y="129590"/>
                    <a:pt x="420941" y="133336"/>
                  </a:cubicBezTo>
                  <a:cubicBezTo>
                    <a:pt x="422148" y="123112"/>
                    <a:pt x="423228" y="112762"/>
                    <a:pt x="424307" y="102475"/>
                  </a:cubicBezTo>
                  <a:close/>
                </a:path>
              </a:pathLst>
            </a:custGeom>
            <a:solidFill>
              <a:srgbClr val="E37C1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9520935" y="10197841"/>
              <a:ext cx="459133" cy="584048"/>
            </a:xfrm>
            <a:custGeom>
              <a:avLst/>
              <a:gdLst>
                <a:gd name="connsiteX0" fmla="*/ 453898 w 459133"/>
                <a:gd name="connsiteY0" fmla="*/ 511610 h 584048"/>
                <a:gd name="connsiteX1" fmla="*/ 335153 w 459133"/>
                <a:gd name="connsiteY1" fmla="*/ 78604 h 584048"/>
                <a:gd name="connsiteX2" fmla="*/ 319849 w 459133"/>
                <a:gd name="connsiteY2" fmla="*/ 35741 h 584048"/>
                <a:gd name="connsiteX3" fmla="*/ 162179 w 459133"/>
                <a:gd name="connsiteY3" fmla="*/ 9706 h 584048"/>
                <a:gd name="connsiteX4" fmla="*/ 143828 w 459133"/>
                <a:gd name="connsiteY4" fmla="*/ 37265 h 584048"/>
                <a:gd name="connsiteX5" fmla="*/ 97536 w 459133"/>
                <a:gd name="connsiteY5" fmla="*/ 56315 h 584048"/>
                <a:gd name="connsiteX6" fmla="*/ 72136 w 459133"/>
                <a:gd name="connsiteY6" fmla="*/ 50917 h 584048"/>
                <a:gd name="connsiteX7" fmla="*/ 65786 w 459133"/>
                <a:gd name="connsiteY7" fmla="*/ 50917 h 584048"/>
                <a:gd name="connsiteX8" fmla="*/ 72136 w 459133"/>
                <a:gd name="connsiteY8" fmla="*/ 47870 h 584048"/>
                <a:gd name="connsiteX9" fmla="*/ 73660 w 459133"/>
                <a:gd name="connsiteY9" fmla="*/ 47870 h 584048"/>
                <a:gd name="connsiteX10" fmla="*/ 82868 w 459133"/>
                <a:gd name="connsiteY10" fmla="*/ 46282 h 584048"/>
                <a:gd name="connsiteX11" fmla="*/ 59881 w 459133"/>
                <a:gd name="connsiteY11" fmla="*/ 70793 h 584048"/>
                <a:gd name="connsiteX12" fmla="*/ 24702 w 459133"/>
                <a:gd name="connsiteY12" fmla="*/ 105972 h 584048"/>
                <a:gd name="connsiteX13" fmla="*/ 8890 w 459133"/>
                <a:gd name="connsiteY13" fmla="*/ 282375 h 584048"/>
                <a:gd name="connsiteX14" fmla="*/ 17018 w 459133"/>
                <a:gd name="connsiteY14" fmla="*/ 491925 h 584048"/>
                <a:gd name="connsiteX15" fmla="*/ 17653 w 459133"/>
                <a:gd name="connsiteY15" fmla="*/ 515229 h 584048"/>
                <a:gd name="connsiteX16" fmla="*/ 0 w 459133"/>
                <a:gd name="connsiteY16" fmla="*/ 546472 h 584048"/>
                <a:gd name="connsiteX17" fmla="*/ 16383 w 459133"/>
                <a:gd name="connsiteY17" fmla="*/ 572253 h 584048"/>
                <a:gd name="connsiteX18" fmla="*/ 123317 w 459133"/>
                <a:gd name="connsiteY18" fmla="*/ 581841 h 584048"/>
                <a:gd name="connsiteX19" fmla="*/ 410273 w 459133"/>
                <a:gd name="connsiteY19" fmla="*/ 574221 h 584048"/>
                <a:gd name="connsiteX20" fmla="*/ 452945 w 459133"/>
                <a:gd name="connsiteY20" fmla="*/ 560188 h 584048"/>
                <a:gd name="connsiteX21" fmla="*/ 453898 w 459133"/>
                <a:gd name="connsiteY21" fmla="*/ 511610 h 58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9133" h="584048">
                  <a:moveTo>
                    <a:pt x="453898" y="511610"/>
                  </a:moveTo>
                  <a:cubicBezTo>
                    <a:pt x="408877" y="368862"/>
                    <a:pt x="385508" y="219510"/>
                    <a:pt x="335153" y="78604"/>
                  </a:cubicBezTo>
                  <a:cubicBezTo>
                    <a:pt x="332677" y="71746"/>
                    <a:pt x="322135" y="42218"/>
                    <a:pt x="319849" y="35741"/>
                  </a:cubicBezTo>
                  <a:cubicBezTo>
                    <a:pt x="210312" y="-8709"/>
                    <a:pt x="173799" y="-4962"/>
                    <a:pt x="162179" y="9706"/>
                  </a:cubicBezTo>
                  <a:cubicBezTo>
                    <a:pt x="157099" y="16056"/>
                    <a:pt x="155829" y="25898"/>
                    <a:pt x="143828" y="37265"/>
                  </a:cubicBezTo>
                  <a:cubicBezTo>
                    <a:pt x="131318" y="49171"/>
                    <a:pt x="114808" y="55972"/>
                    <a:pt x="97536" y="56315"/>
                  </a:cubicBezTo>
                  <a:cubicBezTo>
                    <a:pt x="88773" y="56233"/>
                    <a:pt x="80137" y="54398"/>
                    <a:pt x="72136" y="50917"/>
                  </a:cubicBezTo>
                  <a:cubicBezTo>
                    <a:pt x="68135" y="51362"/>
                    <a:pt x="65786" y="51362"/>
                    <a:pt x="65786" y="50917"/>
                  </a:cubicBezTo>
                  <a:cubicBezTo>
                    <a:pt x="65786" y="50473"/>
                    <a:pt x="67755" y="49394"/>
                    <a:pt x="72136" y="47870"/>
                  </a:cubicBezTo>
                  <a:lnTo>
                    <a:pt x="73660" y="47870"/>
                  </a:lnTo>
                  <a:cubicBezTo>
                    <a:pt x="76771" y="47508"/>
                    <a:pt x="79820" y="46981"/>
                    <a:pt x="82868" y="46282"/>
                  </a:cubicBezTo>
                  <a:cubicBezTo>
                    <a:pt x="83376" y="46981"/>
                    <a:pt x="79756" y="51743"/>
                    <a:pt x="59881" y="70793"/>
                  </a:cubicBezTo>
                  <a:cubicBezTo>
                    <a:pt x="46863" y="81150"/>
                    <a:pt x="35052" y="92954"/>
                    <a:pt x="24702" y="105972"/>
                  </a:cubicBezTo>
                  <a:cubicBezTo>
                    <a:pt x="3556" y="132515"/>
                    <a:pt x="4508" y="189665"/>
                    <a:pt x="8890" y="282375"/>
                  </a:cubicBezTo>
                  <a:cubicBezTo>
                    <a:pt x="18352" y="479670"/>
                    <a:pt x="13843" y="477510"/>
                    <a:pt x="17018" y="491925"/>
                  </a:cubicBezTo>
                  <a:cubicBezTo>
                    <a:pt x="19241" y="499501"/>
                    <a:pt x="19495" y="507540"/>
                    <a:pt x="17653" y="515229"/>
                  </a:cubicBezTo>
                  <a:cubicBezTo>
                    <a:pt x="13335" y="531168"/>
                    <a:pt x="762" y="535041"/>
                    <a:pt x="0" y="546472"/>
                  </a:cubicBezTo>
                  <a:cubicBezTo>
                    <a:pt x="127" y="557483"/>
                    <a:pt x="6477" y="567471"/>
                    <a:pt x="16383" y="572253"/>
                  </a:cubicBezTo>
                  <a:cubicBezTo>
                    <a:pt x="46419" y="588699"/>
                    <a:pt x="90424" y="583111"/>
                    <a:pt x="123317" y="581841"/>
                  </a:cubicBezTo>
                  <a:cubicBezTo>
                    <a:pt x="141605" y="581143"/>
                    <a:pt x="340995" y="576063"/>
                    <a:pt x="410273" y="574221"/>
                  </a:cubicBezTo>
                  <a:cubicBezTo>
                    <a:pt x="425768" y="573777"/>
                    <a:pt x="443357" y="572379"/>
                    <a:pt x="452945" y="560188"/>
                  </a:cubicBezTo>
                  <a:cubicBezTo>
                    <a:pt x="464630" y="544821"/>
                    <a:pt x="456692" y="520500"/>
                    <a:pt x="453898" y="5116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/>
            <p:cNvSpPr/>
            <p:nvPr/>
          </p:nvSpPr>
          <p:spPr>
            <a:xfrm>
              <a:off x="9557448" y="10201526"/>
              <a:ext cx="206502" cy="159559"/>
            </a:xfrm>
            <a:custGeom>
              <a:avLst/>
              <a:gdLst>
                <a:gd name="connsiteX0" fmla="*/ 155511 w 206502"/>
                <a:gd name="connsiteY0" fmla="*/ 243 h 159559"/>
                <a:gd name="connsiteX1" fmla="*/ 121095 w 206502"/>
                <a:gd name="connsiteY1" fmla="*/ 7545 h 159559"/>
                <a:gd name="connsiteX2" fmla="*/ 102680 w 206502"/>
                <a:gd name="connsiteY2" fmla="*/ 35104 h 159559"/>
                <a:gd name="connsiteX3" fmla="*/ 56452 w 206502"/>
                <a:gd name="connsiteY3" fmla="*/ 54154 h 159559"/>
                <a:gd name="connsiteX4" fmla="*/ 22479 w 206502"/>
                <a:gd name="connsiteY4" fmla="*/ 56059 h 159559"/>
                <a:gd name="connsiteX5" fmla="*/ 19748 w 206502"/>
                <a:gd name="connsiteY5" fmla="*/ 62409 h 159559"/>
                <a:gd name="connsiteX6" fmla="*/ 3366 w 206502"/>
                <a:gd name="connsiteY6" fmla="*/ 76633 h 159559"/>
                <a:gd name="connsiteX7" fmla="*/ 698 w 206502"/>
                <a:gd name="connsiteY7" fmla="*/ 79364 h 159559"/>
                <a:gd name="connsiteX8" fmla="*/ 0 w 206502"/>
                <a:gd name="connsiteY8" fmla="*/ 80189 h 159559"/>
                <a:gd name="connsiteX9" fmla="*/ 5969 w 206502"/>
                <a:gd name="connsiteY9" fmla="*/ 100065 h 159559"/>
                <a:gd name="connsiteX10" fmla="*/ 56769 w 206502"/>
                <a:gd name="connsiteY10" fmla="*/ 155818 h 159559"/>
                <a:gd name="connsiteX11" fmla="*/ 55626 w 206502"/>
                <a:gd name="connsiteY11" fmla="*/ 152008 h 159559"/>
                <a:gd name="connsiteX12" fmla="*/ 55626 w 206502"/>
                <a:gd name="connsiteY12" fmla="*/ 152008 h 159559"/>
                <a:gd name="connsiteX13" fmla="*/ 76454 w 206502"/>
                <a:gd name="connsiteY13" fmla="*/ 109717 h 159559"/>
                <a:gd name="connsiteX14" fmla="*/ 105537 w 206502"/>
                <a:gd name="connsiteY14" fmla="*/ 158675 h 159559"/>
                <a:gd name="connsiteX15" fmla="*/ 104013 w 206502"/>
                <a:gd name="connsiteY15" fmla="*/ 157151 h 159559"/>
                <a:gd name="connsiteX16" fmla="*/ 108585 w 206502"/>
                <a:gd name="connsiteY16" fmla="*/ 158675 h 159559"/>
                <a:gd name="connsiteX17" fmla="*/ 162052 w 206502"/>
                <a:gd name="connsiteY17" fmla="*/ 106986 h 159559"/>
                <a:gd name="connsiteX18" fmla="*/ 206502 w 206502"/>
                <a:gd name="connsiteY18" fmla="*/ 16372 h 159559"/>
                <a:gd name="connsiteX19" fmla="*/ 155511 w 206502"/>
                <a:gd name="connsiteY19" fmla="*/ 243 h 15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6502" h="159559">
                  <a:moveTo>
                    <a:pt x="155511" y="243"/>
                  </a:moveTo>
                  <a:cubicBezTo>
                    <a:pt x="144780" y="-75"/>
                    <a:pt x="130111" y="-2615"/>
                    <a:pt x="121095" y="7545"/>
                  </a:cubicBezTo>
                  <a:cubicBezTo>
                    <a:pt x="115507" y="13895"/>
                    <a:pt x="114745" y="23928"/>
                    <a:pt x="102680" y="35104"/>
                  </a:cubicBezTo>
                  <a:cubicBezTo>
                    <a:pt x="89789" y="46414"/>
                    <a:pt x="73533" y="53119"/>
                    <a:pt x="56452" y="54154"/>
                  </a:cubicBezTo>
                  <a:cubicBezTo>
                    <a:pt x="45148" y="55107"/>
                    <a:pt x="33845" y="55742"/>
                    <a:pt x="22479" y="56059"/>
                  </a:cubicBezTo>
                  <a:lnTo>
                    <a:pt x="19748" y="62409"/>
                  </a:lnTo>
                  <a:cubicBezTo>
                    <a:pt x="16701" y="69363"/>
                    <a:pt x="10668" y="74582"/>
                    <a:pt x="3366" y="76633"/>
                  </a:cubicBezTo>
                  <a:lnTo>
                    <a:pt x="698" y="79364"/>
                  </a:lnTo>
                  <a:cubicBezTo>
                    <a:pt x="698" y="79364"/>
                    <a:pt x="191" y="79872"/>
                    <a:pt x="0" y="80189"/>
                  </a:cubicBezTo>
                  <a:cubicBezTo>
                    <a:pt x="953" y="87085"/>
                    <a:pt x="2984" y="93791"/>
                    <a:pt x="5969" y="100065"/>
                  </a:cubicBezTo>
                  <a:cubicBezTo>
                    <a:pt x="34163" y="133148"/>
                    <a:pt x="55308" y="157215"/>
                    <a:pt x="56769" y="155818"/>
                  </a:cubicBezTo>
                  <a:cubicBezTo>
                    <a:pt x="57150" y="155818"/>
                    <a:pt x="56769" y="153786"/>
                    <a:pt x="55626" y="152008"/>
                  </a:cubicBezTo>
                  <a:lnTo>
                    <a:pt x="55626" y="152008"/>
                  </a:lnTo>
                  <a:cubicBezTo>
                    <a:pt x="58293" y="152706"/>
                    <a:pt x="64770" y="140514"/>
                    <a:pt x="76454" y="109717"/>
                  </a:cubicBezTo>
                  <a:cubicBezTo>
                    <a:pt x="86995" y="125522"/>
                    <a:pt x="96710" y="141861"/>
                    <a:pt x="105537" y="158675"/>
                  </a:cubicBezTo>
                  <a:cubicBezTo>
                    <a:pt x="105537" y="158675"/>
                    <a:pt x="103822" y="157469"/>
                    <a:pt x="104013" y="157151"/>
                  </a:cubicBezTo>
                  <a:cubicBezTo>
                    <a:pt x="104204" y="156834"/>
                    <a:pt x="108204" y="158548"/>
                    <a:pt x="108585" y="158675"/>
                  </a:cubicBezTo>
                  <a:cubicBezTo>
                    <a:pt x="125349" y="165914"/>
                    <a:pt x="162052" y="106986"/>
                    <a:pt x="162052" y="106986"/>
                  </a:cubicBezTo>
                  <a:cubicBezTo>
                    <a:pt x="179769" y="78290"/>
                    <a:pt x="194628" y="47944"/>
                    <a:pt x="206502" y="16372"/>
                  </a:cubicBezTo>
                  <a:cubicBezTo>
                    <a:pt x="191262" y="6536"/>
                    <a:pt x="173672" y="966"/>
                    <a:pt x="155511" y="243"/>
                  </a:cubicBezTo>
                  <a:close/>
                </a:path>
              </a:pathLst>
            </a:custGeom>
            <a:solidFill>
              <a:srgbClr val="EEF3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/>
            <p:cNvSpPr/>
            <p:nvPr/>
          </p:nvSpPr>
          <p:spPr>
            <a:xfrm>
              <a:off x="9649777" y="10192702"/>
              <a:ext cx="341121" cy="586803"/>
            </a:xfrm>
            <a:custGeom>
              <a:avLst/>
              <a:gdLst>
                <a:gd name="connsiteX0" fmla="*/ 185738 w 341121"/>
                <a:gd name="connsiteY0" fmla="*/ -268 h 586803"/>
                <a:gd name="connsiteX1" fmla="*/ 150558 w 341121"/>
                <a:gd name="connsiteY1" fmla="*/ 14147 h 586803"/>
                <a:gd name="connsiteX2" fmla="*/ 86551 w 341121"/>
                <a:gd name="connsiteY2" fmla="*/ 300595 h 586803"/>
                <a:gd name="connsiteX3" fmla="*/ 41084 w 341121"/>
                <a:gd name="connsiteY3" fmla="*/ 510717 h 586803"/>
                <a:gd name="connsiteX4" fmla="*/ 0 w 341121"/>
                <a:gd name="connsiteY4" fmla="*/ 582027 h 586803"/>
                <a:gd name="connsiteX5" fmla="*/ 125031 w 341121"/>
                <a:gd name="connsiteY5" fmla="*/ 578789 h 586803"/>
                <a:gd name="connsiteX6" fmla="*/ 248285 w 341121"/>
                <a:gd name="connsiteY6" fmla="*/ 581900 h 586803"/>
                <a:gd name="connsiteX7" fmla="*/ 341122 w 341121"/>
                <a:gd name="connsiteY7" fmla="*/ 586536 h 586803"/>
                <a:gd name="connsiteX8" fmla="*/ 185738 w 341121"/>
                <a:gd name="connsiteY8" fmla="*/ -268 h 58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1121" h="586803">
                  <a:moveTo>
                    <a:pt x="185738" y="-268"/>
                  </a:moveTo>
                  <a:lnTo>
                    <a:pt x="150558" y="14147"/>
                  </a:lnTo>
                  <a:cubicBezTo>
                    <a:pt x="105410" y="135368"/>
                    <a:pt x="90932" y="232269"/>
                    <a:pt x="86551" y="300595"/>
                  </a:cubicBezTo>
                  <a:cubicBezTo>
                    <a:pt x="83693" y="345045"/>
                    <a:pt x="82105" y="422261"/>
                    <a:pt x="41084" y="510717"/>
                  </a:cubicBezTo>
                  <a:cubicBezTo>
                    <a:pt x="29528" y="535659"/>
                    <a:pt x="15811" y="559523"/>
                    <a:pt x="0" y="582027"/>
                  </a:cubicBezTo>
                  <a:cubicBezTo>
                    <a:pt x="50800" y="579360"/>
                    <a:pt x="93091" y="578408"/>
                    <a:pt x="125031" y="578789"/>
                  </a:cubicBezTo>
                  <a:cubicBezTo>
                    <a:pt x="166688" y="579297"/>
                    <a:pt x="207963" y="580821"/>
                    <a:pt x="248285" y="581900"/>
                  </a:cubicBezTo>
                  <a:cubicBezTo>
                    <a:pt x="280035" y="582789"/>
                    <a:pt x="310515" y="584313"/>
                    <a:pt x="341122" y="586536"/>
                  </a:cubicBezTo>
                  <a:cubicBezTo>
                    <a:pt x="320802" y="507732"/>
                    <a:pt x="185738" y="-268"/>
                    <a:pt x="185738" y="-268"/>
                  </a:cubicBezTo>
                  <a:close/>
                </a:path>
              </a:pathLst>
            </a:custGeom>
            <a:solidFill>
              <a:srgbClr val="EEF3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9762891" y="10179392"/>
              <a:ext cx="238358" cy="672884"/>
            </a:xfrm>
            <a:custGeom>
              <a:avLst/>
              <a:gdLst>
                <a:gd name="connsiteX0" fmla="*/ 18712 w 238358"/>
                <a:gd name="connsiteY0" fmla="*/ 250341 h 672884"/>
                <a:gd name="connsiteX1" fmla="*/ 360 w 238358"/>
                <a:gd name="connsiteY1" fmla="*/ 607529 h 672884"/>
                <a:gd name="connsiteX2" fmla="*/ 6139 w 238358"/>
                <a:gd name="connsiteY2" fmla="*/ 647217 h 672884"/>
                <a:gd name="connsiteX3" fmla="*/ 170032 w 238358"/>
                <a:gd name="connsiteY3" fmla="*/ 672617 h 672884"/>
                <a:gd name="connsiteX4" fmla="*/ 210101 w 238358"/>
                <a:gd name="connsiteY4" fmla="*/ 671728 h 672884"/>
                <a:gd name="connsiteX5" fmla="*/ 236009 w 238358"/>
                <a:gd name="connsiteY5" fmla="*/ 366483 h 672884"/>
                <a:gd name="connsiteX6" fmla="*/ 238358 w 238358"/>
                <a:gd name="connsiteY6" fmla="*/ 252183 h 672884"/>
                <a:gd name="connsiteX7" fmla="*/ 127995 w 238358"/>
                <a:gd name="connsiteY7" fmla="*/ 67144 h 672884"/>
                <a:gd name="connsiteX8" fmla="*/ 95102 w 238358"/>
                <a:gd name="connsiteY8" fmla="*/ 15010 h 672884"/>
                <a:gd name="connsiteX9" fmla="*/ 50081 w 238358"/>
                <a:gd name="connsiteY9" fmla="*/ 4743 h 672884"/>
                <a:gd name="connsiteX10" fmla="*/ 37952 w 238358"/>
                <a:gd name="connsiteY10" fmla="*/ 18440 h 672884"/>
                <a:gd name="connsiteX11" fmla="*/ 37952 w 238358"/>
                <a:gd name="connsiteY11" fmla="*/ 18947 h 672884"/>
                <a:gd name="connsiteX12" fmla="*/ 28173 w 238358"/>
                <a:gd name="connsiteY12" fmla="*/ 76097 h 67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58" h="672884">
                  <a:moveTo>
                    <a:pt x="18712" y="250341"/>
                  </a:moveTo>
                  <a:cubicBezTo>
                    <a:pt x="12615" y="369423"/>
                    <a:pt x="6520" y="488485"/>
                    <a:pt x="360" y="607529"/>
                  </a:cubicBezTo>
                  <a:cubicBezTo>
                    <a:pt x="-338" y="621118"/>
                    <a:pt x="-719" y="635850"/>
                    <a:pt x="6139" y="647217"/>
                  </a:cubicBezTo>
                  <a:cubicBezTo>
                    <a:pt x="59606" y="661879"/>
                    <a:pt x="114597" y="670400"/>
                    <a:pt x="170032" y="672617"/>
                  </a:cubicBezTo>
                  <a:cubicBezTo>
                    <a:pt x="183431" y="672617"/>
                    <a:pt x="196829" y="672617"/>
                    <a:pt x="210101" y="671728"/>
                  </a:cubicBezTo>
                  <a:cubicBezTo>
                    <a:pt x="213340" y="569594"/>
                    <a:pt x="221975" y="467702"/>
                    <a:pt x="236009" y="366483"/>
                  </a:cubicBezTo>
                  <a:cubicBezTo>
                    <a:pt x="237215" y="328383"/>
                    <a:pt x="238104" y="290283"/>
                    <a:pt x="238358" y="252183"/>
                  </a:cubicBezTo>
                  <a:cubicBezTo>
                    <a:pt x="210989" y="185368"/>
                    <a:pt x="173778" y="123005"/>
                    <a:pt x="127995" y="67144"/>
                  </a:cubicBezTo>
                  <a:lnTo>
                    <a:pt x="95102" y="15010"/>
                  </a:lnTo>
                  <a:cubicBezTo>
                    <a:pt x="85514" y="-255"/>
                    <a:pt x="65384" y="-4852"/>
                    <a:pt x="50081" y="4743"/>
                  </a:cubicBezTo>
                  <a:cubicBezTo>
                    <a:pt x="44810" y="8051"/>
                    <a:pt x="40619" y="12807"/>
                    <a:pt x="37952" y="18440"/>
                  </a:cubicBezTo>
                  <a:lnTo>
                    <a:pt x="37952" y="18947"/>
                  </a:lnTo>
                  <a:cubicBezTo>
                    <a:pt x="30332" y="36474"/>
                    <a:pt x="29190" y="56666"/>
                    <a:pt x="28173" y="76097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/>
            <p:cNvSpPr/>
            <p:nvPr/>
          </p:nvSpPr>
          <p:spPr>
            <a:xfrm>
              <a:off x="9734613" y="10520108"/>
              <a:ext cx="278955" cy="284226"/>
            </a:xfrm>
            <a:custGeom>
              <a:avLst/>
              <a:gdLst>
                <a:gd name="connsiteX0" fmla="*/ 278955 w 278955"/>
                <a:gd name="connsiteY0" fmla="*/ 224395 h 284226"/>
                <a:gd name="connsiteX1" fmla="*/ 32385 w 278955"/>
                <a:gd name="connsiteY1" fmla="*/ 7098 h 284226"/>
                <a:gd name="connsiteX2" fmla="*/ 0 w 278955"/>
                <a:gd name="connsiteY2" fmla="*/ -268 h 284226"/>
                <a:gd name="connsiteX3" fmla="*/ 251206 w 278955"/>
                <a:gd name="connsiteY3" fmla="*/ 283958 h 284226"/>
                <a:gd name="connsiteX4" fmla="*/ 278955 w 278955"/>
                <a:gd name="connsiteY4" fmla="*/ 224395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55" h="284226">
                  <a:moveTo>
                    <a:pt x="278955" y="224395"/>
                  </a:moveTo>
                  <a:lnTo>
                    <a:pt x="32385" y="7098"/>
                  </a:lnTo>
                  <a:lnTo>
                    <a:pt x="0" y="-268"/>
                  </a:lnTo>
                  <a:cubicBezTo>
                    <a:pt x="0" y="-268"/>
                    <a:pt x="137160" y="196582"/>
                    <a:pt x="251206" y="283958"/>
                  </a:cubicBezTo>
                  <a:cubicBezTo>
                    <a:pt x="258064" y="263086"/>
                    <a:pt x="267398" y="243090"/>
                    <a:pt x="278955" y="224395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9696336" y="10211516"/>
              <a:ext cx="196455" cy="187556"/>
            </a:xfrm>
            <a:custGeom>
              <a:avLst/>
              <a:gdLst>
                <a:gd name="connsiteX0" fmla="*/ 85648 w 196455"/>
                <a:gd name="connsiteY0" fmla="*/ 103600 h 187556"/>
                <a:gd name="connsiteX1" fmla="*/ 137146 w 196455"/>
                <a:gd name="connsiteY1" fmla="*/ 55721 h 187556"/>
                <a:gd name="connsiteX2" fmla="*/ 196456 w 196455"/>
                <a:gd name="connsiteY2" fmla="*/ 10699 h 187556"/>
                <a:gd name="connsiteX3" fmla="*/ 168389 w 196455"/>
                <a:gd name="connsiteY3" fmla="*/ 95 h 187556"/>
                <a:gd name="connsiteX4" fmla="*/ 67551 w 196455"/>
                <a:gd name="connsiteY4" fmla="*/ 68104 h 187556"/>
                <a:gd name="connsiteX5" fmla="*/ 748 w 196455"/>
                <a:gd name="connsiteY5" fmla="*/ 186912 h 187556"/>
                <a:gd name="connsiteX6" fmla="*/ 25259 w 196455"/>
                <a:gd name="connsiteY6" fmla="*/ 168751 h 187556"/>
                <a:gd name="connsiteX7" fmla="*/ 85648 w 196455"/>
                <a:gd name="connsiteY7" fmla="*/ 103600 h 187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455" h="187556">
                  <a:moveTo>
                    <a:pt x="85648" y="103600"/>
                  </a:moveTo>
                  <a:cubicBezTo>
                    <a:pt x="101714" y="86518"/>
                    <a:pt x="118922" y="70529"/>
                    <a:pt x="137146" y="55721"/>
                  </a:cubicBezTo>
                  <a:cubicBezTo>
                    <a:pt x="156133" y="39700"/>
                    <a:pt x="175945" y="24669"/>
                    <a:pt x="196456" y="10699"/>
                  </a:cubicBezTo>
                  <a:cubicBezTo>
                    <a:pt x="188073" y="5016"/>
                    <a:pt x="178421" y="1384"/>
                    <a:pt x="168389" y="95"/>
                  </a:cubicBezTo>
                  <a:cubicBezTo>
                    <a:pt x="128828" y="-4414"/>
                    <a:pt x="96062" y="33941"/>
                    <a:pt x="67551" y="68104"/>
                  </a:cubicBezTo>
                  <a:cubicBezTo>
                    <a:pt x="25196" y="118904"/>
                    <a:pt x="-5220" y="181324"/>
                    <a:pt x="748" y="186912"/>
                  </a:cubicBezTo>
                  <a:cubicBezTo>
                    <a:pt x="2971" y="189007"/>
                    <a:pt x="10464" y="182276"/>
                    <a:pt x="25259" y="168751"/>
                  </a:cubicBezTo>
                  <a:cubicBezTo>
                    <a:pt x="53136" y="143287"/>
                    <a:pt x="64566" y="126269"/>
                    <a:pt x="85648" y="103600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/>
            <p:cNvSpPr/>
            <p:nvPr/>
          </p:nvSpPr>
          <p:spPr>
            <a:xfrm>
              <a:off x="9437433" y="10311548"/>
              <a:ext cx="66103" cy="153950"/>
            </a:xfrm>
            <a:custGeom>
              <a:avLst/>
              <a:gdLst>
                <a:gd name="connsiteX0" fmla="*/ 0 w 66103"/>
                <a:gd name="connsiteY0" fmla="*/ 153682 h 153950"/>
                <a:gd name="connsiteX1" fmla="*/ 34354 w 66103"/>
                <a:gd name="connsiteY1" fmla="*/ 10680 h 153950"/>
                <a:gd name="connsiteX2" fmla="*/ 66104 w 66103"/>
                <a:gd name="connsiteY2" fmla="*/ 7124 h 153950"/>
                <a:gd name="connsiteX3" fmla="*/ 61214 w 66103"/>
                <a:gd name="connsiteY3" fmla="*/ 25476 h 153950"/>
                <a:gd name="connsiteX4" fmla="*/ 9461 w 66103"/>
                <a:gd name="connsiteY4" fmla="*/ 146888 h 15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03" h="153950">
                  <a:moveTo>
                    <a:pt x="0" y="153682"/>
                  </a:moveTo>
                  <a:cubicBezTo>
                    <a:pt x="0" y="153682"/>
                    <a:pt x="7938" y="33032"/>
                    <a:pt x="34354" y="10680"/>
                  </a:cubicBezTo>
                  <a:cubicBezTo>
                    <a:pt x="60770" y="-11672"/>
                    <a:pt x="66104" y="7124"/>
                    <a:pt x="66104" y="7124"/>
                  </a:cubicBezTo>
                  <a:lnTo>
                    <a:pt x="61214" y="25476"/>
                  </a:lnTo>
                  <a:lnTo>
                    <a:pt x="9461" y="146888"/>
                  </a:ln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/>
            <p:cNvSpPr/>
            <p:nvPr/>
          </p:nvSpPr>
          <p:spPr>
            <a:xfrm>
              <a:off x="9437179" y="10311581"/>
              <a:ext cx="65849" cy="153917"/>
            </a:xfrm>
            <a:custGeom>
              <a:avLst/>
              <a:gdLst>
                <a:gd name="connsiteX0" fmla="*/ 43688 w 65849"/>
                <a:gd name="connsiteY0" fmla="*/ 4044 h 153917"/>
                <a:gd name="connsiteX1" fmla="*/ 13462 w 65849"/>
                <a:gd name="connsiteY1" fmla="*/ 122979 h 153917"/>
                <a:gd name="connsiteX2" fmla="*/ 762 w 65849"/>
                <a:gd name="connsiteY2" fmla="*/ 144061 h 153917"/>
                <a:gd name="connsiteX3" fmla="*/ 0 w 65849"/>
                <a:gd name="connsiteY3" fmla="*/ 153650 h 153917"/>
                <a:gd name="connsiteX4" fmla="*/ 9461 w 65849"/>
                <a:gd name="connsiteY4" fmla="*/ 146728 h 153917"/>
                <a:gd name="connsiteX5" fmla="*/ 60960 w 65849"/>
                <a:gd name="connsiteY5" fmla="*/ 25443 h 153917"/>
                <a:gd name="connsiteX6" fmla="*/ 65849 w 65849"/>
                <a:gd name="connsiteY6" fmla="*/ 7091 h 153917"/>
                <a:gd name="connsiteX7" fmla="*/ 43688 w 65849"/>
                <a:gd name="connsiteY7" fmla="*/ 4044 h 15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849" h="153917">
                  <a:moveTo>
                    <a:pt x="43688" y="4044"/>
                  </a:moveTo>
                  <a:cubicBezTo>
                    <a:pt x="36513" y="44373"/>
                    <a:pt x="26415" y="84123"/>
                    <a:pt x="13462" y="122979"/>
                  </a:cubicBezTo>
                  <a:cubicBezTo>
                    <a:pt x="11176" y="130999"/>
                    <a:pt x="6794" y="138263"/>
                    <a:pt x="762" y="144061"/>
                  </a:cubicBezTo>
                  <a:cubicBezTo>
                    <a:pt x="253" y="150411"/>
                    <a:pt x="0" y="153650"/>
                    <a:pt x="0" y="153650"/>
                  </a:cubicBezTo>
                  <a:lnTo>
                    <a:pt x="9461" y="146728"/>
                  </a:lnTo>
                  <a:lnTo>
                    <a:pt x="60960" y="25443"/>
                  </a:lnTo>
                  <a:lnTo>
                    <a:pt x="65849" y="7091"/>
                  </a:lnTo>
                  <a:cubicBezTo>
                    <a:pt x="65849" y="7091"/>
                    <a:pt x="62420" y="-7196"/>
                    <a:pt x="43688" y="4044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/>
            <p:cNvSpPr/>
            <p:nvPr/>
          </p:nvSpPr>
          <p:spPr>
            <a:xfrm>
              <a:off x="9399905" y="10389615"/>
              <a:ext cx="114737" cy="165110"/>
            </a:xfrm>
            <a:custGeom>
              <a:avLst/>
              <a:gdLst>
                <a:gd name="connsiteX0" fmla="*/ 0 w 114737"/>
                <a:gd name="connsiteY0" fmla="*/ 79171 h 165110"/>
                <a:gd name="connsiteX1" fmla="*/ 20638 w 114737"/>
                <a:gd name="connsiteY1" fmla="*/ 9321 h 165110"/>
                <a:gd name="connsiteX2" fmla="*/ 88773 w 114737"/>
                <a:gd name="connsiteY2" fmla="*/ -268 h 165110"/>
                <a:gd name="connsiteX3" fmla="*/ 95123 w 114737"/>
                <a:gd name="connsiteY3" fmla="*/ 44690 h 165110"/>
                <a:gd name="connsiteX4" fmla="*/ 114617 w 114737"/>
                <a:gd name="connsiteY4" fmla="*/ 107111 h 165110"/>
                <a:gd name="connsiteX5" fmla="*/ 27177 w 114737"/>
                <a:gd name="connsiteY5" fmla="*/ 164261 h 165110"/>
                <a:gd name="connsiteX6" fmla="*/ 0 w 114737"/>
                <a:gd name="connsiteY6" fmla="*/ 79171 h 16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37" h="165110">
                  <a:moveTo>
                    <a:pt x="0" y="79171"/>
                  </a:moveTo>
                  <a:cubicBezTo>
                    <a:pt x="0" y="79171"/>
                    <a:pt x="5714" y="11226"/>
                    <a:pt x="20638" y="9321"/>
                  </a:cubicBezTo>
                  <a:cubicBezTo>
                    <a:pt x="35560" y="7416"/>
                    <a:pt x="64579" y="-204"/>
                    <a:pt x="88773" y="-268"/>
                  </a:cubicBezTo>
                  <a:cubicBezTo>
                    <a:pt x="112966" y="-331"/>
                    <a:pt x="95123" y="44690"/>
                    <a:pt x="95123" y="44690"/>
                  </a:cubicBezTo>
                  <a:cubicBezTo>
                    <a:pt x="95123" y="44690"/>
                    <a:pt x="116522" y="90982"/>
                    <a:pt x="114617" y="107111"/>
                  </a:cubicBezTo>
                  <a:cubicBezTo>
                    <a:pt x="112713" y="123240"/>
                    <a:pt x="39560" y="170611"/>
                    <a:pt x="27177" y="164261"/>
                  </a:cubicBezTo>
                  <a:cubicBezTo>
                    <a:pt x="14795" y="157911"/>
                    <a:pt x="0" y="79171"/>
                    <a:pt x="0" y="79171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79"/>
            <p:cNvSpPr/>
            <p:nvPr/>
          </p:nvSpPr>
          <p:spPr>
            <a:xfrm>
              <a:off x="9460861" y="10366756"/>
              <a:ext cx="55622" cy="122364"/>
            </a:xfrm>
            <a:custGeom>
              <a:avLst/>
              <a:gdLst>
                <a:gd name="connsiteX0" fmla="*/ 4 w 55622"/>
                <a:gd name="connsiteY0" fmla="*/ 25132 h 122364"/>
                <a:gd name="connsiteX1" fmla="*/ 10481 w 55622"/>
                <a:gd name="connsiteY1" fmla="*/ -268 h 122364"/>
                <a:gd name="connsiteX2" fmla="*/ 36453 w 55622"/>
                <a:gd name="connsiteY2" fmla="*/ 2526 h 122364"/>
                <a:gd name="connsiteX3" fmla="*/ 51820 w 55622"/>
                <a:gd name="connsiteY3" fmla="*/ 74154 h 122364"/>
                <a:gd name="connsiteX4" fmla="*/ 52391 w 55622"/>
                <a:gd name="connsiteY4" fmla="*/ 122096 h 12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2" h="122364">
                  <a:moveTo>
                    <a:pt x="4" y="25132"/>
                  </a:moveTo>
                  <a:cubicBezTo>
                    <a:pt x="4" y="25132"/>
                    <a:pt x="-505" y="-268"/>
                    <a:pt x="10481" y="-268"/>
                  </a:cubicBezTo>
                  <a:cubicBezTo>
                    <a:pt x="19181" y="189"/>
                    <a:pt x="27880" y="1123"/>
                    <a:pt x="36453" y="2526"/>
                  </a:cubicBezTo>
                  <a:cubicBezTo>
                    <a:pt x="36453" y="2526"/>
                    <a:pt x="51883" y="57898"/>
                    <a:pt x="51820" y="74154"/>
                  </a:cubicBezTo>
                  <a:cubicBezTo>
                    <a:pt x="51756" y="90410"/>
                    <a:pt x="60011" y="117334"/>
                    <a:pt x="52391" y="122096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80"/>
            <p:cNvSpPr/>
            <p:nvPr/>
          </p:nvSpPr>
          <p:spPr>
            <a:xfrm>
              <a:off x="9624236" y="10368914"/>
              <a:ext cx="221311" cy="226123"/>
            </a:xfrm>
            <a:custGeom>
              <a:avLst/>
              <a:gdLst>
                <a:gd name="connsiteX0" fmla="*/ 187720 w 221311"/>
                <a:gd name="connsiteY0" fmla="*/ 101586 h 226123"/>
                <a:gd name="connsiteX1" fmla="*/ 147080 w 221311"/>
                <a:gd name="connsiteY1" fmla="*/ 81965 h 226123"/>
                <a:gd name="connsiteX2" fmla="*/ 115711 w 221311"/>
                <a:gd name="connsiteY2" fmla="*/ -268 h 226123"/>
                <a:gd name="connsiteX3" fmla="*/ 74563 w 221311"/>
                <a:gd name="connsiteY3" fmla="*/ 26339 h 226123"/>
                <a:gd name="connsiteX4" fmla="*/ 16842 w 221311"/>
                <a:gd name="connsiteY4" fmla="*/ 7670 h 226123"/>
                <a:gd name="connsiteX5" fmla="*/ 13857 w 221311"/>
                <a:gd name="connsiteY5" fmla="*/ 60184 h 226123"/>
                <a:gd name="connsiteX6" fmla="*/ 522 w 221311"/>
                <a:gd name="connsiteY6" fmla="*/ 116699 h 226123"/>
                <a:gd name="connsiteX7" fmla="*/ 72214 w 221311"/>
                <a:gd name="connsiteY7" fmla="*/ 168896 h 226123"/>
                <a:gd name="connsiteX8" fmla="*/ 118822 w 221311"/>
                <a:gd name="connsiteY8" fmla="*/ 173468 h 226123"/>
                <a:gd name="connsiteX9" fmla="*/ 221311 w 221311"/>
                <a:gd name="connsiteY9" fmla="*/ 225855 h 226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311" h="226123">
                  <a:moveTo>
                    <a:pt x="187720" y="101586"/>
                  </a:moveTo>
                  <a:lnTo>
                    <a:pt x="147080" y="81965"/>
                  </a:lnTo>
                  <a:lnTo>
                    <a:pt x="115711" y="-268"/>
                  </a:lnTo>
                  <a:lnTo>
                    <a:pt x="74563" y="26339"/>
                  </a:lnTo>
                  <a:cubicBezTo>
                    <a:pt x="74563" y="26339"/>
                    <a:pt x="21159" y="-6999"/>
                    <a:pt x="16842" y="7670"/>
                  </a:cubicBezTo>
                  <a:cubicBezTo>
                    <a:pt x="12523" y="22338"/>
                    <a:pt x="13857" y="60184"/>
                    <a:pt x="13857" y="60184"/>
                  </a:cubicBezTo>
                  <a:cubicBezTo>
                    <a:pt x="13857" y="60184"/>
                    <a:pt x="-3161" y="93649"/>
                    <a:pt x="522" y="116699"/>
                  </a:cubicBezTo>
                  <a:cubicBezTo>
                    <a:pt x="4205" y="139749"/>
                    <a:pt x="72214" y="168896"/>
                    <a:pt x="72214" y="168896"/>
                  </a:cubicBezTo>
                  <a:cubicBezTo>
                    <a:pt x="72214" y="168896"/>
                    <a:pt x="109615" y="165149"/>
                    <a:pt x="118822" y="173468"/>
                  </a:cubicBezTo>
                  <a:cubicBezTo>
                    <a:pt x="128030" y="181787"/>
                    <a:pt x="221311" y="225855"/>
                    <a:pt x="221311" y="225855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9624236" y="10373150"/>
              <a:ext cx="51603" cy="145116"/>
            </a:xfrm>
            <a:custGeom>
              <a:avLst/>
              <a:gdLst>
                <a:gd name="connsiteX0" fmla="*/ 39257 w 51603"/>
                <a:gd name="connsiteY0" fmla="*/ 111575 h 145116"/>
                <a:gd name="connsiteX1" fmla="*/ 49227 w 51603"/>
                <a:gd name="connsiteY1" fmla="*/ 32454 h 145116"/>
                <a:gd name="connsiteX2" fmla="*/ 38558 w 51603"/>
                <a:gd name="connsiteY2" fmla="*/ 3498 h 145116"/>
                <a:gd name="connsiteX3" fmla="*/ 16905 w 51603"/>
                <a:gd name="connsiteY3" fmla="*/ 3498 h 145116"/>
                <a:gd name="connsiteX4" fmla="*/ 13857 w 51603"/>
                <a:gd name="connsiteY4" fmla="*/ 56012 h 145116"/>
                <a:gd name="connsiteX5" fmla="*/ 522 w 51603"/>
                <a:gd name="connsiteY5" fmla="*/ 112527 h 145116"/>
                <a:gd name="connsiteX6" fmla="*/ 33606 w 51603"/>
                <a:gd name="connsiteY6" fmla="*/ 144849 h 145116"/>
                <a:gd name="connsiteX7" fmla="*/ 39257 w 51603"/>
                <a:gd name="connsiteY7" fmla="*/ 111575 h 145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03" h="145116">
                  <a:moveTo>
                    <a:pt x="39257" y="111575"/>
                  </a:moveTo>
                  <a:cubicBezTo>
                    <a:pt x="45226" y="87318"/>
                    <a:pt x="56529" y="57664"/>
                    <a:pt x="49227" y="32454"/>
                  </a:cubicBezTo>
                  <a:cubicBezTo>
                    <a:pt x="46242" y="22599"/>
                    <a:pt x="42686" y="12934"/>
                    <a:pt x="38558" y="3498"/>
                  </a:cubicBezTo>
                  <a:cubicBezTo>
                    <a:pt x="27891" y="-630"/>
                    <a:pt x="18556" y="-2344"/>
                    <a:pt x="16905" y="3498"/>
                  </a:cubicBezTo>
                  <a:cubicBezTo>
                    <a:pt x="12587" y="18230"/>
                    <a:pt x="13857" y="56012"/>
                    <a:pt x="13857" y="56012"/>
                  </a:cubicBezTo>
                  <a:cubicBezTo>
                    <a:pt x="13857" y="56012"/>
                    <a:pt x="-3161" y="89477"/>
                    <a:pt x="522" y="112527"/>
                  </a:cubicBezTo>
                  <a:cubicBezTo>
                    <a:pt x="2173" y="123195"/>
                    <a:pt x="17540" y="135070"/>
                    <a:pt x="33606" y="144849"/>
                  </a:cubicBezTo>
                  <a:cubicBezTo>
                    <a:pt x="34621" y="133628"/>
                    <a:pt x="36527" y="122510"/>
                    <a:pt x="39257" y="11157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/>
            <p:cNvSpPr/>
            <p:nvPr/>
          </p:nvSpPr>
          <p:spPr>
            <a:xfrm>
              <a:off x="9731882" y="10225757"/>
              <a:ext cx="455740" cy="565387"/>
            </a:xfrm>
            <a:custGeom>
              <a:avLst/>
              <a:gdLst>
                <a:gd name="connsiteX0" fmla="*/ 211582 w 455740"/>
                <a:gd name="connsiteY0" fmla="*/ 14238 h 565387"/>
                <a:gd name="connsiteX1" fmla="*/ 145035 w 455740"/>
                <a:gd name="connsiteY1" fmla="*/ 2300 h 565387"/>
                <a:gd name="connsiteX2" fmla="*/ 87440 w 455740"/>
                <a:gd name="connsiteY2" fmla="*/ 128729 h 565387"/>
                <a:gd name="connsiteX3" fmla="*/ 113792 w 455740"/>
                <a:gd name="connsiteY3" fmla="*/ 113235 h 565387"/>
                <a:gd name="connsiteX4" fmla="*/ 288099 w 455740"/>
                <a:gd name="connsiteY4" fmla="*/ 438863 h 565387"/>
                <a:gd name="connsiteX5" fmla="*/ 296482 w 455740"/>
                <a:gd name="connsiteY5" fmla="*/ 311863 h 565387"/>
                <a:gd name="connsiteX6" fmla="*/ 177229 w 455740"/>
                <a:gd name="connsiteY6" fmla="*/ 266079 h 565387"/>
                <a:gd name="connsiteX7" fmla="*/ 32703 w 455740"/>
                <a:gd name="connsiteY7" fmla="*/ 231916 h 565387"/>
                <a:gd name="connsiteX8" fmla="*/ 32703 w 455740"/>
                <a:gd name="connsiteY8" fmla="*/ 234964 h 565387"/>
                <a:gd name="connsiteX9" fmla="*/ 0 w 455740"/>
                <a:gd name="connsiteY9" fmla="*/ 368314 h 565387"/>
                <a:gd name="connsiteX10" fmla="*/ 450406 w 455740"/>
                <a:gd name="connsiteY10" fmla="*/ 522810 h 565387"/>
                <a:gd name="connsiteX11" fmla="*/ 411607 w 455740"/>
                <a:gd name="connsiteY11" fmla="*/ 338660 h 565387"/>
                <a:gd name="connsiteX12" fmla="*/ 265557 w 455740"/>
                <a:gd name="connsiteY12" fmla="*/ 70563 h 565387"/>
                <a:gd name="connsiteX13" fmla="*/ 211582 w 455740"/>
                <a:gd name="connsiteY13" fmla="*/ 14238 h 56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5740" h="565387">
                  <a:moveTo>
                    <a:pt x="211582" y="14238"/>
                  </a:moveTo>
                  <a:cubicBezTo>
                    <a:pt x="202248" y="9158"/>
                    <a:pt x="173482" y="-6336"/>
                    <a:pt x="145035" y="2300"/>
                  </a:cubicBezTo>
                  <a:cubicBezTo>
                    <a:pt x="87885" y="19572"/>
                    <a:pt x="72708" y="120474"/>
                    <a:pt x="87440" y="128729"/>
                  </a:cubicBezTo>
                  <a:cubicBezTo>
                    <a:pt x="91186" y="130825"/>
                    <a:pt x="98743" y="128031"/>
                    <a:pt x="113792" y="113235"/>
                  </a:cubicBezTo>
                  <a:cubicBezTo>
                    <a:pt x="205740" y="337600"/>
                    <a:pt x="263843" y="446146"/>
                    <a:pt x="288099" y="438863"/>
                  </a:cubicBezTo>
                  <a:cubicBezTo>
                    <a:pt x="302070" y="434627"/>
                    <a:pt x="304864" y="392299"/>
                    <a:pt x="296482" y="311863"/>
                  </a:cubicBezTo>
                  <a:cubicBezTo>
                    <a:pt x="247206" y="291162"/>
                    <a:pt x="206058" y="276113"/>
                    <a:pt x="177229" y="266079"/>
                  </a:cubicBezTo>
                  <a:cubicBezTo>
                    <a:pt x="130429" y="249760"/>
                    <a:pt x="39498" y="218073"/>
                    <a:pt x="32703" y="231916"/>
                  </a:cubicBezTo>
                  <a:cubicBezTo>
                    <a:pt x="32386" y="232907"/>
                    <a:pt x="32386" y="233974"/>
                    <a:pt x="32703" y="234964"/>
                  </a:cubicBezTo>
                  <a:cubicBezTo>
                    <a:pt x="32703" y="234964"/>
                    <a:pt x="35941" y="255348"/>
                    <a:pt x="0" y="368314"/>
                  </a:cubicBezTo>
                  <a:cubicBezTo>
                    <a:pt x="0" y="368314"/>
                    <a:pt x="405003" y="674829"/>
                    <a:pt x="450406" y="522810"/>
                  </a:cubicBezTo>
                  <a:cubicBezTo>
                    <a:pt x="469011" y="460453"/>
                    <a:pt x="434785" y="395302"/>
                    <a:pt x="411607" y="338660"/>
                  </a:cubicBezTo>
                  <a:cubicBezTo>
                    <a:pt x="372173" y="242712"/>
                    <a:pt x="315151" y="160415"/>
                    <a:pt x="265557" y="70563"/>
                  </a:cubicBezTo>
                  <a:cubicBezTo>
                    <a:pt x="253429" y="46935"/>
                    <a:pt x="234697" y="27364"/>
                    <a:pt x="211582" y="1423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/>
            <p:cNvSpPr/>
            <p:nvPr/>
          </p:nvSpPr>
          <p:spPr>
            <a:xfrm>
              <a:off x="9794998" y="10381361"/>
              <a:ext cx="186629" cy="133032"/>
            </a:xfrm>
            <a:custGeom>
              <a:avLst/>
              <a:gdLst>
                <a:gd name="connsiteX0" fmla="*/ 186630 w 186629"/>
                <a:gd name="connsiteY0" fmla="*/ 132765 h 133032"/>
                <a:gd name="connsiteX1" fmla="*/ 104651 w 186629"/>
                <a:gd name="connsiteY1" fmla="*/ -268 h 133032"/>
                <a:gd name="connsiteX2" fmla="*/ 120780 w 186629"/>
                <a:gd name="connsiteY2" fmla="*/ 97204 h 133032"/>
                <a:gd name="connsiteX3" fmla="*/ 5528 w 186629"/>
                <a:gd name="connsiteY3" fmla="*/ 52310 h 133032"/>
                <a:gd name="connsiteX4" fmla="*/ 3178 w 186629"/>
                <a:gd name="connsiteY4" fmla="*/ 59232 h 133032"/>
                <a:gd name="connsiteX5" fmla="*/ 132528 w 186629"/>
                <a:gd name="connsiteY5" fmla="*/ 110032 h 13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629" h="133032">
                  <a:moveTo>
                    <a:pt x="186630" y="132765"/>
                  </a:moveTo>
                  <a:lnTo>
                    <a:pt x="104651" y="-268"/>
                  </a:lnTo>
                  <a:lnTo>
                    <a:pt x="120780" y="97204"/>
                  </a:lnTo>
                  <a:cubicBezTo>
                    <a:pt x="82680" y="81793"/>
                    <a:pt x="44262" y="66833"/>
                    <a:pt x="5528" y="52310"/>
                  </a:cubicBezTo>
                  <a:cubicBezTo>
                    <a:pt x="3" y="50278"/>
                    <a:pt x="-2410" y="57136"/>
                    <a:pt x="3178" y="59232"/>
                  </a:cubicBezTo>
                  <a:cubicBezTo>
                    <a:pt x="46548" y="75360"/>
                    <a:pt x="89665" y="92315"/>
                    <a:pt x="132528" y="1100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9763095" y="10455240"/>
              <a:ext cx="73737" cy="171166"/>
            </a:xfrm>
            <a:custGeom>
              <a:avLst/>
              <a:gdLst>
                <a:gd name="connsiteX0" fmla="*/ 64673 w 73737"/>
                <a:gd name="connsiteY0" fmla="*/ 2624 h 171166"/>
                <a:gd name="connsiteX1" fmla="*/ 348 w 73737"/>
                <a:gd name="connsiteY1" fmla="*/ 164930 h 171166"/>
                <a:gd name="connsiteX2" fmla="*/ 9047 w 73737"/>
                <a:gd name="connsiteY2" fmla="*/ 167978 h 171166"/>
                <a:gd name="connsiteX3" fmla="*/ 73373 w 73737"/>
                <a:gd name="connsiteY3" fmla="*/ 5672 h 171166"/>
                <a:gd name="connsiteX4" fmla="*/ 64673 w 73737"/>
                <a:gd name="connsiteY4" fmla="*/ 2624 h 17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7" h="171166">
                  <a:moveTo>
                    <a:pt x="64673" y="2624"/>
                  </a:moveTo>
                  <a:lnTo>
                    <a:pt x="348" y="164930"/>
                  </a:lnTo>
                  <a:cubicBezTo>
                    <a:pt x="-1812" y="170455"/>
                    <a:pt x="6698" y="173503"/>
                    <a:pt x="9047" y="167978"/>
                  </a:cubicBezTo>
                  <a:cubicBezTo>
                    <a:pt x="30510" y="113876"/>
                    <a:pt x="51973" y="59774"/>
                    <a:pt x="73373" y="5672"/>
                  </a:cubicBezTo>
                  <a:cubicBezTo>
                    <a:pt x="75595" y="148"/>
                    <a:pt x="67023" y="-2837"/>
                    <a:pt x="64673" y="262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9948726" y="10492686"/>
              <a:ext cx="68090" cy="36809"/>
            </a:xfrm>
            <a:custGeom>
              <a:avLst/>
              <a:gdLst>
                <a:gd name="connsiteX0" fmla="*/ 2804 w 68090"/>
                <a:gd name="connsiteY0" fmla="*/ 8865 h 36809"/>
                <a:gd name="connsiteX1" fmla="*/ 62240 w 68090"/>
                <a:gd name="connsiteY1" fmla="*/ 36107 h 36809"/>
                <a:gd name="connsiteX2" fmla="*/ 65288 w 68090"/>
                <a:gd name="connsiteY2" fmla="*/ 27408 h 36809"/>
                <a:gd name="connsiteX3" fmla="*/ 5852 w 68090"/>
                <a:gd name="connsiteY3" fmla="*/ 166 h 36809"/>
                <a:gd name="connsiteX4" fmla="*/ 2804 w 68090"/>
                <a:gd name="connsiteY4" fmla="*/ 8865 h 3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90" h="36809">
                  <a:moveTo>
                    <a:pt x="2804" y="8865"/>
                  </a:moveTo>
                  <a:lnTo>
                    <a:pt x="62240" y="36107"/>
                  </a:lnTo>
                  <a:cubicBezTo>
                    <a:pt x="67637" y="38583"/>
                    <a:pt x="70621" y="29757"/>
                    <a:pt x="65288" y="27408"/>
                  </a:cubicBezTo>
                  <a:lnTo>
                    <a:pt x="5852" y="166"/>
                  </a:lnTo>
                  <a:cubicBezTo>
                    <a:pt x="454" y="-2310"/>
                    <a:pt x="-2531" y="6516"/>
                    <a:pt x="2804" y="886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9526523" y="9986035"/>
              <a:ext cx="192341" cy="300710"/>
            </a:xfrm>
            <a:custGeom>
              <a:avLst/>
              <a:gdLst>
                <a:gd name="connsiteX0" fmla="*/ 163576 w 192341"/>
                <a:gd name="connsiteY0" fmla="*/ 160235 h 300710"/>
                <a:gd name="connsiteX1" fmla="*/ 120777 w 192341"/>
                <a:gd name="connsiteY1" fmla="*/ 69556 h 300710"/>
                <a:gd name="connsiteX2" fmla="*/ 105855 w 192341"/>
                <a:gd name="connsiteY2" fmla="*/ 25424 h 300710"/>
                <a:gd name="connsiteX3" fmla="*/ 101600 w 192341"/>
                <a:gd name="connsiteY3" fmla="*/ 1548 h 300710"/>
                <a:gd name="connsiteX4" fmla="*/ 101600 w 192341"/>
                <a:gd name="connsiteY4" fmla="*/ 849 h 300710"/>
                <a:gd name="connsiteX5" fmla="*/ 98552 w 192341"/>
                <a:gd name="connsiteY5" fmla="*/ -230 h 300710"/>
                <a:gd name="connsiteX6" fmla="*/ 87503 w 192341"/>
                <a:gd name="connsiteY6" fmla="*/ 2247 h 300710"/>
                <a:gd name="connsiteX7" fmla="*/ 0 w 192341"/>
                <a:gd name="connsiteY7" fmla="*/ 40347 h 300710"/>
                <a:gd name="connsiteX8" fmla="*/ 62420 w 192341"/>
                <a:gd name="connsiteY8" fmla="*/ 231481 h 300710"/>
                <a:gd name="connsiteX9" fmla="*/ 76391 w 192341"/>
                <a:gd name="connsiteY9" fmla="*/ 276440 h 300710"/>
                <a:gd name="connsiteX10" fmla="*/ 92837 w 192341"/>
                <a:gd name="connsiteY10" fmla="*/ 292822 h 300710"/>
                <a:gd name="connsiteX11" fmla="*/ 95123 w 192341"/>
                <a:gd name="connsiteY11" fmla="*/ 295871 h 300710"/>
                <a:gd name="connsiteX12" fmla="*/ 98171 w 192341"/>
                <a:gd name="connsiteY12" fmla="*/ 298982 h 300710"/>
                <a:gd name="connsiteX13" fmla="*/ 98870 w 192341"/>
                <a:gd name="connsiteY13" fmla="*/ 299808 h 300710"/>
                <a:gd name="connsiteX14" fmla="*/ 128016 w 192341"/>
                <a:gd name="connsiteY14" fmla="*/ 300442 h 300710"/>
                <a:gd name="connsiteX15" fmla="*/ 192342 w 192341"/>
                <a:gd name="connsiteY15" fmla="*/ 223417 h 300710"/>
                <a:gd name="connsiteX16" fmla="*/ 163576 w 192341"/>
                <a:gd name="connsiteY16" fmla="*/ 160235 h 30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2341" h="300710">
                  <a:moveTo>
                    <a:pt x="163576" y="160235"/>
                  </a:moveTo>
                  <a:cubicBezTo>
                    <a:pt x="148336" y="130453"/>
                    <a:pt x="133350" y="100608"/>
                    <a:pt x="120777" y="69556"/>
                  </a:cubicBezTo>
                  <a:cubicBezTo>
                    <a:pt x="114745" y="55231"/>
                    <a:pt x="109728" y="40480"/>
                    <a:pt x="105855" y="25424"/>
                  </a:cubicBezTo>
                  <a:cubicBezTo>
                    <a:pt x="103886" y="17423"/>
                    <a:pt x="103124" y="9549"/>
                    <a:pt x="101600" y="1548"/>
                  </a:cubicBezTo>
                  <a:lnTo>
                    <a:pt x="101600" y="849"/>
                  </a:lnTo>
                  <a:cubicBezTo>
                    <a:pt x="100647" y="361"/>
                    <a:pt x="99632" y="-1"/>
                    <a:pt x="98552" y="-230"/>
                  </a:cubicBezTo>
                  <a:cubicBezTo>
                    <a:pt x="94679" y="-465"/>
                    <a:pt x="90869" y="392"/>
                    <a:pt x="87503" y="2247"/>
                  </a:cubicBezTo>
                  <a:lnTo>
                    <a:pt x="0" y="40347"/>
                  </a:lnTo>
                  <a:cubicBezTo>
                    <a:pt x="39688" y="158456"/>
                    <a:pt x="55880" y="209193"/>
                    <a:pt x="62420" y="231481"/>
                  </a:cubicBezTo>
                  <a:cubicBezTo>
                    <a:pt x="64580" y="238974"/>
                    <a:pt x="69088" y="254722"/>
                    <a:pt x="76391" y="276440"/>
                  </a:cubicBezTo>
                  <a:cubicBezTo>
                    <a:pt x="82106" y="281583"/>
                    <a:pt x="87567" y="287171"/>
                    <a:pt x="92837" y="292822"/>
                  </a:cubicBezTo>
                  <a:cubicBezTo>
                    <a:pt x="93663" y="293794"/>
                    <a:pt x="94424" y="294816"/>
                    <a:pt x="95123" y="295871"/>
                  </a:cubicBezTo>
                  <a:lnTo>
                    <a:pt x="98171" y="298982"/>
                  </a:lnTo>
                  <a:lnTo>
                    <a:pt x="98870" y="299808"/>
                  </a:lnTo>
                  <a:cubicBezTo>
                    <a:pt x="108585" y="299287"/>
                    <a:pt x="118301" y="299503"/>
                    <a:pt x="128016" y="300442"/>
                  </a:cubicBezTo>
                  <a:cubicBezTo>
                    <a:pt x="144907" y="287742"/>
                    <a:pt x="169164" y="261009"/>
                    <a:pt x="192342" y="223417"/>
                  </a:cubicBezTo>
                  <a:cubicBezTo>
                    <a:pt x="180911" y="196176"/>
                    <a:pt x="171069" y="174331"/>
                    <a:pt x="163576" y="16023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/>
            <p:cNvSpPr/>
            <p:nvPr/>
          </p:nvSpPr>
          <p:spPr>
            <a:xfrm>
              <a:off x="9526523" y="9986035"/>
              <a:ext cx="177292" cy="194972"/>
            </a:xfrm>
            <a:custGeom>
              <a:avLst/>
              <a:gdLst>
                <a:gd name="connsiteX0" fmla="*/ 163576 w 177292"/>
                <a:gd name="connsiteY0" fmla="*/ 160235 h 194972"/>
                <a:gd name="connsiteX1" fmla="*/ 120777 w 177292"/>
                <a:gd name="connsiteY1" fmla="*/ 69556 h 194972"/>
                <a:gd name="connsiteX2" fmla="*/ 105855 w 177292"/>
                <a:gd name="connsiteY2" fmla="*/ 25424 h 194972"/>
                <a:gd name="connsiteX3" fmla="*/ 101600 w 177292"/>
                <a:gd name="connsiteY3" fmla="*/ 1548 h 194972"/>
                <a:gd name="connsiteX4" fmla="*/ 101600 w 177292"/>
                <a:gd name="connsiteY4" fmla="*/ 849 h 194972"/>
                <a:gd name="connsiteX5" fmla="*/ 98552 w 177292"/>
                <a:gd name="connsiteY5" fmla="*/ -230 h 194972"/>
                <a:gd name="connsiteX6" fmla="*/ 87503 w 177292"/>
                <a:gd name="connsiteY6" fmla="*/ 2247 h 194972"/>
                <a:gd name="connsiteX7" fmla="*/ 0 w 177292"/>
                <a:gd name="connsiteY7" fmla="*/ 40347 h 194972"/>
                <a:gd name="connsiteX8" fmla="*/ 22225 w 177292"/>
                <a:gd name="connsiteY8" fmla="*/ 91147 h 194972"/>
                <a:gd name="connsiteX9" fmla="*/ 38227 w 177292"/>
                <a:gd name="connsiteY9" fmla="*/ 106323 h 194972"/>
                <a:gd name="connsiteX10" fmla="*/ 62420 w 177292"/>
                <a:gd name="connsiteY10" fmla="*/ 151789 h 194972"/>
                <a:gd name="connsiteX11" fmla="*/ 147320 w 177292"/>
                <a:gd name="connsiteY11" fmla="*/ 194652 h 194972"/>
                <a:gd name="connsiteX12" fmla="*/ 177292 w 177292"/>
                <a:gd name="connsiteY12" fmla="*/ 188302 h 194972"/>
                <a:gd name="connsiteX13" fmla="*/ 163576 w 177292"/>
                <a:gd name="connsiteY13" fmla="*/ 160235 h 19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92" h="194972">
                  <a:moveTo>
                    <a:pt x="163576" y="160235"/>
                  </a:moveTo>
                  <a:cubicBezTo>
                    <a:pt x="148336" y="130453"/>
                    <a:pt x="133350" y="100608"/>
                    <a:pt x="120777" y="69556"/>
                  </a:cubicBezTo>
                  <a:cubicBezTo>
                    <a:pt x="114745" y="55231"/>
                    <a:pt x="109728" y="40480"/>
                    <a:pt x="105855" y="25424"/>
                  </a:cubicBezTo>
                  <a:cubicBezTo>
                    <a:pt x="103886" y="17423"/>
                    <a:pt x="103124" y="9549"/>
                    <a:pt x="101600" y="1548"/>
                  </a:cubicBezTo>
                  <a:lnTo>
                    <a:pt x="101600" y="849"/>
                  </a:lnTo>
                  <a:cubicBezTo>
                    <a:pt x="100647" y="361"/>
                    <a:pt x="99632" y="-1"/>
                    <a:pt x="98552" y="-230"/>
                  </a:cubicBezTo>
                  <a:cubicBezTo>
                    <a:pt x="94679" y="-465"/>
                    <a:pt x="90869" y="392"/>
                    <a:pt x="87503" y="2247"/>
                  </a:cubicBezTo>
                  <a:lnTo>
                    <a:pt x="0" y="40347"/>
                  </a:lnTo>
                  <a:lnTo>
                    <a:pt x="22225" y="91147"/>
                  </a:lnTo>
                  <a:cubicBezTo>
                    <a:pt x="28067" y="95674"/>
                    <a:pt x="33401" y="100754"/>
                    <a:pt x="38227" y="106323"/>
                  </a:cubicBezTo>
                  <a:cubicBezTo>
                    <a:pt x="54102" y="124802"/>
                    <a:pt x="53911" y="137184"/>
                    <a:pt x="62420" y="151789"/>
                  </a:cubicBezTo>
                  <a:cubicBezTo>
                    <a:pt x="79057" y="180428"/>
                    <a:pt x="116522" y="195731"/>
                    <a:pt x="147320" y="194652"/>
                  </a:cubicBezTo>
                  <a:cubicBezTo>
                    <a:pt x="157607" y="194277"/>
                    <a:pt x="167767" y="192130"/>
                    <a:pt x="177292" y="188302"/>
                  </a:cubicBezTo>
                  <a:cubicBezTo>
                    <a:pt x="173101" y="178948"/>
                    <a:pt x="168529" y="169588"/>
                    <a:pt x="163576" y="16023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/>
            <p:cNvSpPr/>
            <p:nvPr/>
          </p:nvSpPr>
          <p:spPr>
            <a:xfrm>
              <a:off x="9496810" y="9903539"/>
              <a:ext cx="224572" cy="239482"/>
            </a:xfrm>
            <a:custGeom>
              <a:avLst/>
              <a:gdLst>
                <a:gd name="connsiteX0" fmla="*/ 220532 w 224572"/>
                <a:gd name="connsiteY0" fmla="*/ 123097 h 239482"/>
                <a:gd name="connsiteX1" fmla="*/ 153857 w 224572"/>
                <a:gd name="connsiteY1" fmla="*/ 9812 h 239482"/>
                <a:gd name="connsiteX2" fmla="*/ 139759 w 224572"/>
                <a:gd name="connsiteY2" fmla="*/ 668 h 239482"/>
                <a:gd name="connsiteX3" fmla="*/ 118741 w 224572"/>
                <a:gd name="connsiteY3" fmla="*/ 1304 h 239482"/>
                <a:gd name="connsiteX4" fmla="*/ 26412 w 224572"/>
                <a:gd name="connsiteY4" fmla="*/ 20989 h 239482"/>
                <a:gd name="connsiteX5" fmla="*/ 2408 w 224572"/>
                <a:gd name="connsiteY5" fmla="*/ 61502 h 239482"/>
                <a:gd name="connsiteX6" fmla="*/ 41334 w 224572"/>
                <a:gd name="connsiteY6" fmla="*/ 190851 h 239482"/>
                <a:gd name="connsiteX7" fmla="*/ 148458 w 224572"/>
                <a:gd name="connsiteY7" fmla="*/ 238857 h 239482"/>
                <a:gd name="connsiteX8" fmla="*/ 194750 w 224572"/>
                <a:gd name="connsiteY8" fmla="*/ 223427 h 239482"/>
                <a:gd name="connsiteX9" fmla="*/ 221547 w 224572"/>
                <a:gd name="connsiteY9" fmla="*/ 127668 h 239482"/>
                <a:gd name="connsiteX10" fmla="*/ 220532 w 224572"/>
                <a:gd name="connsiteY10" fmla="*/ 123097 h 239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572" h="239482">
                  <a:moveTo>
                    <a:pt x="220532" y="123097"/>
                  </a:moveTo>
                  <a:cubicBezTo>
                    <a:pt x="209673" y="79701"/>
                    <a:pt x="186558" y="40363"/>
                    <a:pt x="153857" y="9812"/>
                  </a:cubicBezTo>
                  <a:cubicBezTo>
                    <a:pt x="149920" y="5710"/>
                    <a:pt x="145094" y="2580"/>
                    <a:pt x="139759" y="668"/>
                  </a:cubicBezTo>
                  <a:cubicBezTo>
                    <a:pt x="132774" y="-766"/>
                    <a:pt x="125599" y="-550"/>
                    <a:pt x="118741" y="1304"/>
                  </a:cubicBezTo>
                  <a:cubicBezTo>
                    <a:pt x="87626" y="6276"/>
                    <a:pt x="56828" y="12848"/>
                    <a:pt x="26412" y="20989"/>
                  </a:cubicBezTo>
                  <a:cubicBezTo>
                    <a:pt x="-4" y="28862"/>
                    <a:pt x="-3369" y="35721"/>
                    <a:pt x="2408" y="61502"/>
                  </a:cubicBezTo>
                  <a:cubicBezTo>
                    <a:pt x="12061" y="104809"/>
                    <a:pt x="15108" y="153132"/>
                    <a:pt x="41334" y="190851"/>
                  </a:cubicBezTo>
                  <a:cubicBezTo>
                    <a:pt x="63559" y="223109"/>
                    <a:pt x="105977" y="242096"/>
                    <a:pt x="148458" y="238857"/>
                  </a:cubicBezTo>
                  <a:cubicBezTo>
                    <a:pt x="165033" y="238031"/>
                    <a:pt x="181034" y="232691"/>
                    <a:pt x="194750" y="223427"/>
                  </a:cubicBezTo>
                  <a:cubicBezTo>
                    <a:pt x="224913" y="201646"/>
                    <a:pt x="228533" y="161133"/>
                    <a:pt x="221547" y="127668"/>
                  </a:cubicBezTo>
                  <a:cubicBezTo>
                    <a:pt x="221166" y="126144"/>
                    <a:pt x="220849" y="124621"/>
                    <a:pt x="220532" y="123097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9454096" y="9810272"/>
              <a:ext cx="228937" cy="274651"/>
            </a:xfrm>
            <a:custGeom>
              <a:avLst/>
              <a:gdLst>
                <a:gd name="connsiteX0" fmla="*/ 208572 w 228937"/>
                <a:gd name="connsiteY0" fmla="*/ 9417 h 274651"/>
                <a:gd name="connsiteX1" fmla="*/ 221272 w 228937"/>
                <a:gd name="connsiteY1" fmla="*/ 83077 h 274651"/>
                <a:gd name="connsiteX2" fmla="*/ 145643 w 228937"/>
                <a:gd name="connsiteY2" fmla="*/ 123527 h 274651"/>
                <a:gd name="connsiteX3" fmla="*/ 133896 w 228937"/>
                <a:gd name="connsiteY3" fmla="*/ 130511 h 274651"/>
                <a:gd name="connsiteX4" fmla="*/ 126339 w 228937"/>
                <a:gd name="connsiteY4" fmla="*/ 152991 h 274651"/>
                <a:gd name="connsiteX5" fmla="*/ 96812 w 228937"/>
                <a:gd name="connsiteY5" fmla="*/ 179788 h 274651"/>
                <a:gd name="connsiteX6" fmla="*/ 105575 w 228937"/>
                <a:gd name="connsiteY6" fmla="*/ 260305 h 274651"/>
                <a:gd name="connsiteX7" fmla="*/ 79794 w 228937"/>
                <a:gd name="connsiteY7" fmla="*/ 274212 h 274651"/>
                <a:gd name="connsiteX8" fmla="*/ 18072 w 228937"/>
                <a:gd name="connsiteY8" fmla="*/ 222142 h 274651"/>
                <a:gd name="connsiteX9" fmla="*/ 8673 w 228937"/>
                <a:gd name="connsiteY9" fmla="*/ 128607 h 274651"/>
                <a:gd name="connsiteX10" fmla="*/ 75857 w 228937"/>
                <a:gd name="connsiteY10" fmla="*/ 84538 h 274651"/>
                <a:gd name="connsiteX11" fmla="*/ 96050 w 228937"/>
                <a:gd name="connsiteY11" fmla="*/ 32023 h 274651"/>
                <a:gd name="connsiteX12" fmla="*/ 172885 w 228937"/>
                <a:gd name="connsiteY12" fmla="*/ -235 h 274651"/>
                <a:gd name="connsiteX13" fmla="*/ 208572 w 228937"/>
                <a:gd name="connsiteY13" fmla="*/ 9417 h 27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937" h="274651">
                  <a:moveTo>
                    <a:pt x="208572" y="9417"/>
                  </a:moveTo>
                  <a:cubicBezTo>
                    <a:pt x="229272" y="25673"/>
                    <a:pt x="235433" y="62694"/>
                    <a:pt x="221272" y="83077"/>
                  </a:cubicBezTo>
                  <a:cubicBezTo>
                    <a:pt x="206540" y="104477"/>
                    <a:pt x="161582" y="117430"/>
                    <a:pt x="145643" y="123527"/>
                  </a:cubicBezTo>
                  <a:cubicBezTo>
                    <a:pt x="141262" y="124923"/>
                    <a:pt x="137197" y="127311"/>
                    <a:pt x="133896" y="130511"/>
                  </a:cubicBezTo>
                  <a:cubicBezTo>
                    <a:pt x="128372" y="136544"/>
                    <a:pt x="128752" y="145371"/>
                    <a:pt x="126339" y="152991"/>
                  </a:cubicBezTo>
                  <a:cubicBezTo>
                    <a:pt x="121450" y="168548"/>
                    <a:pt x="105321" y="170453"/>
                    <a:pt x="96812" y="179788"/>
                  </a:cubicBezTo>
                  <a:cubicBezTo>
                    <a:pt x="88303" y="189122"/>
                    <a:pt x="84112" y="210839"/>
                    <a:pt x="105575" y="260305"/>
                  </a:cubicBezTo>
                  <a:cubicBezTo>
                    <a:pt x="98844" y="267792"/>
                    <a:pt x="89763" y="272707"/>
                    <a:pt x="79794" y="274212"/>
                  </a:cubicBezTo>
                  <a:cubicBezTo>
                    <a:pt x="47282" y="277578"/>
                    <a:pt x="22644" y="230524"/>
                    <a:pt x="18072" y="222142"/>
                  </a:cubicBezTo>
                  <a:cubicBezTo>
                    <a:pt x="15023" y="216681"/>
                    <a:pt x="-14186" y="162706"/>
                    <a:pt x="8673" y="128607"/>
                  </a:cubicBezTo>
                  <a:cubicBezTo>
                    <a:pt x="25692" y="103207"/>
                    <a:pt x="55092" y="114827"/>
                    <a:pt x="75857" y="84538"/>
                  </a:cubicBezTo>
                  <a:cubicBezTo>
                    <a:pt x="90716" y="63011"/>
                    <a:pt x="80111" y="52788"/>
                    <a:pt x="96050" y="32023"/>
                  </a:cubicBezTo>
                  <a:cubicBezTo>
                    <a:pt x="121958" y="-1505"/>
                    <a:pt x="169900" y="-362"/>
                    <a:pt x="172885" y="-235"/>
                  </a:cubicBezTo>
                  <a:cubicBezTo>
                    <a:pt x="184760" y="464"/>
                    <a:pt x="197396" y="464"/>
                    <a:pt x="208572" y="9417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/>
            <p:cNvSpPr/>
            <p:nvPr/>
          </p:nvSpPr>
          <p:spPr>
            <a:xfrm>
              <a:off x="9486855" y="10051037"/>
              <a:ext cx="91237" cy="82546"/>
            </a:xfrm>
            <a:custGeom>
              <a:avLst/>
              <a:gdLst>
                <a:gd name="connsiteX0" fmla="*/ 1442 w 91237"/>
                <a:gd name="connsiteY0" fmla="*/ 26398 h 82546"/>
                <a:gd name="connsiteX1" fmla="*/ 46273 w 91237"/>
                <a:gd name="connsiteY1" fmla="*/ 82278 h 82546"/>
                <a:gd name="connsiteX2" fmla="*/ 90723 w 91237"/>
                <a:gd name="connsiteY2" fmla="*/ 41829 h 82546"/>
                <a:gd name="connsiteX3" fmla="*/ 79293 w 91237"/>
                <a:gd name="connsiteY3" fmla="*/ 29446 h 82546"/>
                <a:gd name="connsiteX4" fmla="*/ 75483 w 91237"/>
                <a:gd name="connsiteY4" fmla="*/ 22588 h 82546"/>
                <a:gd name="connsiteX5" fmla="*/ 1442 w 91237"/>
                <a:gd name="connsiteY5" fmla="*/ 26398 h 8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237" h="82546">
                  <a:moveTo>
                    <a:pt x="1442" y="26398"/>
                  </a:moveTo>
                  <a:cubicBezTo>
                    <a:pt x="-6241" y="50655"/>
                    <a:pt x="17952" y="82151"/>
                    <a:pt x="46273" y="82278"/>
                  </a:cubicBezTo>
                  <a:cubicBezTo>
                    <a:pt x="73578" y="82278"/>
                    <a:pt x="94851" y="50909"/>
                    <a:pt x="90723" y="41829"/>
                  </a:cubicBezTo>
                  <a:cubicBezTo>
                    <a:pt x="89326" y="38844"/>
                    <a:pt x="84754" y="37574"/>
                    <a:pt x="79293" y="29446"/>
                  </a:cubicBezTo>
                  <a:cubicBezTo>
                    <a:pt x="77832" y="27262"/>
                    <a:pt x="76563" y="24970"/>
                    <a:pt x="75483" y="22588"/>
                  </a:cubicBezTo>
                  <a:cubicBezTo>
                    <a:pt x="60179" y="-8463"/>
                    <a:pt x="12745" y="-8527"/>
                    <a:pt x="1442" y="26398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/>
            <p:cNvSpPr/>
            <p:nvPr/>
          </p:nvSpPr>
          <p:spPr>
            <a:xfrm>
              <a:off x="9571199" y="10215435"/>
              <a:ext cx="70577" cy="113284"/>
            </a:xfrm>
            <a:custGeom>
              <a:avLst/>
              <a:gdLst>
                <a:gd name="connsiteX0" fmla="*/ 1807 w 70577"/>
                <a:gd name="connsiteY0" fmla="*/ 36498 h 113284"/>
                <a:gd name="connsiteX1" fmla="*/ 17046 w 70577"/>
                <a:gd name="connsiteY1" fmla="*/ -268 h 113284"/>
                <a:gd name="connsiteX2" fmla="*/ 33874 w 70577"/>
                <a:gd name="connsiteY2" fmla="*/ 36498 h 113284"/>
                <a:gd name="connsiteX3" fmla="*/ 70577 w 70577"/>
                <a:gd name="connsiteY3" fmla="*/ 67105 h 113284"/>
                <a:gd name="connsiteX4" fmla="*/ 50956 w 70577"/>
                <a:gd name="connsiteY4" fmla="*/ 113016 h 113284"/>
                <a:gd name="connsiteX5" fmla="*/ 1807 w 70577"/>
                <a:gd name="connsiteY5" fmla="*/ 36498 h 1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77" h="113284">
                  <a:moveTo>
                    <a:pt x="1807" y="36498"/>
                  </a:moveTo>
                  <a:lnTo>
                    <a:pt x="17046" y="-268"/>
                  </a:lnTo>
                  <a:cubicBezTo>
                    <a:pt x="20032" y="13023"/>
                    <a:pt x="25809" y="25539"/>
                    <a:pt x="33874" y="36498"/>
                  </a:cubicBezTo>
                  <a:cubicBezTo>
                    <a:pt x="43463" y="49510"/>
                    <a:pt x="56036" y="60006"/>
                    <a:pt x="70577" y="67105"/>
                  </a:cubicBezTo>
                  <a:lnTo>
                    <a:pt x="50956" y="113016"/>
                  </a:lnTo>
                  <a:cubicBezTo>
                    <a:pt x="50956" y="113016"/>
                    <a:pt x="-11274" y="76313"/>
                    <a:pt x="1807" y="3649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/>
            <p:cNvSpPr/>
            <p:nvPr/>
          </p:nvSpPr>
          <p:spPr>
            <a:xfrm>
              <a:off x="9635680" y="10166476"/>
              <a:ext cx="116331" cy="165227"/>
            </a:xfrm>
            <a:custGeom>
              <a:avLst/>
              <a:gdLst>
                <a:gd name="connsiteX0" fmla="*/ 0 w 116331"/>
                <a:gd name="connsiteY0" fmla="*/ 119112 h 165227"/>
                <a:gd name="connsiteX1" fmla="*/ 36702 w 116331"/>
                <a:gd name="connsiteY1" fmla="*/ 90029 h 165227"/>
                <a:gd name="connsiteX2" fmla="*/ 64262 w 116331"/>
                <a:gd name="connsiteY2" fmla="*/ -268 h 165227"/>
                <a:gd name="connsiteX3" fmla="*/ 116332 w 116331"/>
                <a:gd name="connsiteY3" fmla="*/ 48691 h 165227"/>
                <a:gd name="connsiteX4" fmla="*/ 39750 w 116331"/>
                <a:gd name="connsiteY4" fmla="*/ 164959 h 16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31" h="165227">
                  <a:moveTo>
                    <a:pt x="0" y="119112"/>
                  </a:moveTo>
                  <a:cubicBezTo>
                    <a:pt x="14097" y="112013"/>
                    <a:pt x="26543" y="102120"/>
                    <a:pt x="36702" y="90029"/>
                  </a:cubicBezTo>
                  <a:cubicBezTo>
                    <a:pt x="57023" y="64521"/>
                    <a:pt x="66865" y="32238"/>
                    <a:pt x="64262" y="-268"/>
                  </a:cubicBezTo>
                  <a:cubicBezTo>
                    <a:pt x="64262" y="-268"/>
                    <a:pt x="116332" y="2780"/>
                    <a:pt x="116332" y="48691"/>
                  </a:cubicBezTo>
                  <a:cubicBezTo>
                    <a:pt x="116332" y="94601"/>
                    <a:pt x="39750" y="164959"/>
                    <a:pt x="39750" y="16495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/>
            <p:cNvSpPr/>
            <p:nvPr/>
          </p:nvSpPr>
          <p:spPr>
            <a:xfrm>
              <a:off x="9650348" y="10029317"/>
              <a:ext cx="14447" cy="14995"/>
            </a:xfrm>
            <a:custGeom>
              <a:avLst/>
              <a:gdLst>
                <a:gd name="connsiteX0" fmla="*/ 0 w 14447"/>
                <a:gd name="connsiteY0" fmla="*/ 11670 h 14995"/>
                <a:gd name="connsiteX1" fmla="*/ 12065 w 14447"/>
                <a:gd name="connsiteY1" fmla="*/ 14147 h 14995"/>
                <a:gd name="connsiteX2" fmla="*/ 12065 w 14447"/>
                <a:gd name="connsiteY2" fmla="*/ 2145 h 14995"/>
                <a:gd name="connsiteX3" fmla="*/ 9334 w 14447"/>
                <a:gd name="connsiteY3" fmla="*/ -268 h 14995"/>
                <a:gd name="connsiteX4" fmla="*/ 0 w 14447"/>
                <a:gd name="connsiteY4" fmla="*/ 11670 h 1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4995">
                  <a:moveTo>
                    <a:pt x="0" y="11670"/>
                  </a:moveTo>
                  <a:cubicBezTo>
                    <a:pt x="3302" y="14521"/>
                    <a:pt x="7874" y="15455"/>
                    <a:pt x="12065" y="14147"/>
                  </a:cubicBezTo>
                  <a:cubicBezTo>
                    <a:pt x="15113" y="12368"/>
                    <a:pt x="15367" y="6336"/>
                    <a:pt x="12065" y="2145"/>
                  </a:cubicBezTo>
                  <a:cubicBezTo>
                    <a:pt x="11303" y="1205"/>
                    <a:pt x="10351" y="392"/>
                    <a:pt x="9334" y="-268"/>
                  </a:cubicBezTo>
                  <a:cubicBezTo>
                    <a:pt x="6985" y="4241"/>
                    <a:pt x="3810" y="8285"/>
                    <a:pt x="0" y="11670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/>
            <p:cNvSpPr/>
            <p:nvPr/>
          </p:nvSpPr>
          <p:spPr>
            <a:xfrm>
              <a:off x="9595421" y="10031124"/>
              <a:ext cx="22476" cy="15232"/>
            </a:xfrm>
            <a:custGeom>
              <a:avLst/>
              <a:gdLst>
                <a:gd name="connsiteX0" fmla="*/ 22352 w 22476"/>
                <a:gd name="connsiteY0" fmla="*/ 4910 h 15232"/>
                <a:gd name="connsiteX1" fmla="*/ 8763 w 22476"/>
                <a:gd name="connsiteY1" fmla="*/ 338 h 15232"/>
                <a:gd name="connsiteX2" fmla="*/ 0 w 22476"/>
                <a:gd name="connsiteY2" fmla="*/ 13927 h 15232"/>
                <a:gd name="connsiteX3" fmla="*/ 1905 w 22476"/>
                <a:gd name="connsiteY3" fmla="*/ 14371 h 15232"/>
                <a:gd name="connsiteX4" fmla="*/ 9716 w 22476"/>
                <a:gd name="connsiteY4" fmla="*/ 2497 h 15232"/>
                <a:gd name="connsiteX5" fmla="*/ 21654 w 22476"/>
                <a:gd name="connsiteY5" fmla="*/ 5799 h 15232"/>
                <a:gd name="connsiteX6" fmla="*/ 22352 w 22476"/>
                <a:gd name="connsiteY6" fmla="*/ 4910 h 1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76" h="15232">
                  <a:moveTo>
                    <a:pt x="22352" y="4910"/>
                  </a:moveTo>
                  <a:cubicBezTo>
                    <a:pt x="19368" y="535"/>
                    <a:pt x="13780" y="-1332"/>
                    <a:pt x="8763" y="338"/>
                  </a:cubicBezTo>
                  <a:cubicBezTo>
                    <a:pt x="3620" y="2960"/>
                    <a:pt x="254" y="8148"/>
                    <a:pt x="0" y="13927"/>
                  </a:cubicBezTo>
                  <a:cubicBezTo>
                    <a:pt x="0" y="15006"/>
                    <a:pt x="1207" y="15387"/>
                    <a:pt x="1905" y="14371"/>
                  </a:cubicBezTo>
                  <a:cubicBezTo>
                    <a:pt x="4573" y="10180"/>
                    <a:pt x="3937" y="4338"/>
                    <a:pt x="9716" y="2497"/>
                  </a:cubicBezTo>
                  <a:cubicBezTo>
                    <a:pt x="13970" y="1760"/>
                    <a:pt x="18352" y="2973"/>
                    <a:pt x="21654" y="5799"/>
                  </a:cubicBezTo>
                  <a:cubicBezTo>
                    <a:pt x="22161" y="5799"/>
                    <a:pt x="22733" y="5354"/>
                    <a:pt x="22352" y="4910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9593884" y="10029644"/>
              <a:ext cx="25635" cy="18221"/>
            </a:xfrm>
            <a:custGeom>
              <a:avLst/>
              <a:gdLst>
                <a:gd name="connsiteX0" fmla="*/ 24524 w 25635"/>
                <a:gd name="connsiteY0" fmla="*/ 8294 h 18221"/>
                <a:gd name="connsiteX1" fmla="*/ 22238 w 25635"/>
                <a:gd name="connsiteY1" fmla="*/ 8612 h 18221"/>
                <a:gd name="connsiteX2" fmla="*/ 21032 w 25635"/>
                <a:gd name="connsiteY2" fmla="*/ 7913 h 18221"/>
                <a:gd name="connsiteX3" fmla="*/ 11443 w 25635"/>
                <a:gd name="connsiteY3" fmla="*/ 5437 h 18221"/>
                <a:gd name="connsiteX4" fmla="*/ 6808 w 25635"/>
                <a:gd name="connsiteY4" fmla="*/ 11469 h 18221"/>
                <a:gd name="connsiteX5" fmla="*/ 4648 w 25635"/>
                <a:gd name="connsiteY5" fmla="*/ 16422 h 18221"/>
                <a:gd name="connsiteX6" fmla="*/ 1791 w 25635"/>
                <a:gd name="connsiteY6" fmla="*/ 17946 h 18221"/>
                <a:gd name="connsiteX7" fmla="*/ 13 w 25635"/>
                <a:gd name="connsiteY7" fmla="*/ 15660 h 18221"/>
                <a:gd name="connsiteX8" fmla="*/ 10046 w 25635"/>
                <a:gd name="connsiteY8" fmla="*/ 420 h 18221"/>
                <a:gd name="connsiteX9" fmla="*/ 25159 w 25635"/>
                <a:gd name="connsiteY9" fmla="*/ 5310 h 18221"/>
                <a:gd name="connsiteX10" fmla="*/ 25159 w 25635"/>
                <a:gd name="connsiteY10" fmla="*/ 5310 h 18221"/>
                <a:gd name="connsiteX11" fmla="*/ 25159 w 25635"/>
                <a:gd name="connsiteY11" fmla="*/ 8040 h 18221"/>
                <a:gd name="connsiteX12" fmla="*/ 4395 w 25635"/>
                <a:gd name="connsiteY12" fmla="*/ 9755 h 18221"/>
                <a:gd name="connsiteX13" fmla="*/ 3442 w 25635"/>
                <a:gd name="connsiteY13" fmla="*/ 12675 h 18221"/>
                <a:gd name="connsiteX14" fmla="*/ 3950 w 25635"/>
                <a:gd name="connsiteY14" fmla="*/ 11151 h 1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5" h="18221">
                  <a:moveTo>
                    <a:pt x="24524" y="8294"/>
                  </a:moveTo>
                  <a:cubicBezTo>
                    <a:pt x="23889" y="8866"/>
                    <a:pt x="23000" y="8993"/>
                    <a:pt x="22238" y="8612"/>
                  </a:cubicBezTo>
                  <a:lnTo>
                    <a:pt x="21032" y="7913"/>
                  </a:lnTo>
                  <a:cubicBezTo>
                    <a:pt x="18365" y="5672"/>
                    <a:pt x="14872" y="4764"/>
                    <a:pt x="11443" y="5437"/>
                  </a:cubicBezTo>
                  <a:cubicBezTo>
                    <a:pt x="8649" y="6262"/>
                    <a:pt x="7887" y="8167"/>
                    <a:pt x="6808" y="11469"/>
                  </a:cubicBezTo>
                  <a:cubicBezTo>
                    <a:pt x="6299" y="13203"/>
                    <a:pt x="5537" y="14866"/>
                    <a:pt x="4648" y="16422"/>
                  </a:cubicBezTo>
                  <a:cubicBezTo>
                    <a:pt x="4077" y="17438"/>
                    <a:pt x="2934" y="18029"/>
                    <a:pt x="1791" y="17946"/>
                  </a:cubicBezTo>
                  <a:cubicBezTo>
                    <a:pt x="711" y="17781"/>
                    <a:pt x="-114" y="16778"/>
                    <a:pt x="13" y="15660"/>
                  </a:cubicBezTo>
                  <a:cubicBezTo>
                    <a:pt x="394" y="9145"/>
                    <a:pt x="4204" y="3322"/>
                    <a:pt x="10046" y="420"/>
                  </a:cubicBezTo>
                  <a:cubicBezTo>
                    <a:pt x="15634" y="-1434"/>
                    <a:pt x="21730" y="547"/>
                    <a:pt x="25159" y="5310"/>
                  </a:cubicBezTo>
                  <a:lnTo>
                    <a:pt x="25159" y="5310"/>
                  </a:lnTo>
                  <a:cubicBezTo>
                    <a:pt x="25794" y="6103"/>
                    <a:pt x="25794" y="7246"/>
                    <a:pt x="25159" y="8040"/>
                  </a:cubicBezTo>
                  <a:close/>
                  <a:moveTo>
                    <a:pt x="4395" y="9755"/>
                  </a:moveTo>
                  <a:cubicBezTo>
                    <a:pt x="4013" y="10695"/>
                    <a:pt x="3633" y="11672"/>
                    <a:pt x="3442" y="12675"/>
                  </a:cubicBezTo>
                  <a:cubicBezTo>
                    <a:pt x="3569" y="12161"/>
                    <a:pt x="3759" y="11647"/>
                    <a:pt x="3950" y="11151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/>
            <p:cNvSpPr/>
            <p:nvPr/>
          </p:nvSpPr>
          <p:spPr>
            <a:xfrm>
              <a:off x="9685561" y="9995895"/>
              <a:ext cx="23143" cy="15768"/>
            </a:xfrm>
            <a:custGeom>
              <a:avLst/>
              <a:gdLst>
                <a:gd name="connsiteX0" fmla="*/ 23144 w 23143"/>
                <a:gd name="connsiteY0" fmla="*/ 6356 h 15768"/>
                <a:gd name="connsiteX1" fmla="*/ 8348 w 23143"/>
                <a:gd name="connsiteY1" fmla="*/ 6 h 15768"/>
                <a:gd name="connsiteX2" fmla="*/ 30 w 23143"/>
                <a:gd name="connsiteY2" fmla="*/ 14357 h 15768"/>
                <a:gd name="connsiteX3" fmla="*/ 1172 w 23143"/>
                <a:gd name="connsiteY3" fmla="*/ 15500 h 15768"/>
                <a:gd name="connsiteX4" fmla="*/ 2125 w 23143"/>
                <a:gd name="connsiteY4" fmla="*/ 14993 h 15768"/>
                <a:gd name="connsiteX5" fmla="*/ 9491 w 23143"/>
                <a:gd name="connsiteY5" fmla="*/ 2293 h 15768"/>
                <a:gd name="connsiteX6" fmla="*/ 22191 w 23143"/>
                <a:gd name="connsiteY6" fmla="*/ 6928 h 15768"/>
                <a:gd name="connsiteX7" fmla="*/ 22890 w 23143"/>
                <a:gd name="connsiteY7" fmla="*/ 5975 h 1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43" h="15768">
                  <a:moveTo>
                    <a:pt x="23144" y="6356"/>
                  </a:moveTo>
                  <a:cubicBezTo>
                    <a:pt x="19969" y="1385"/>
                    <a:pt x="14127" y="-1143"/>
                    <a:pt x="8348" y="6"/>
                  </a:cubicBezTo>
                  <a:cubicBezTo>
                    <a:pt x="2951" y="2693"/>
                    <a:pt x="-352" y="8338"/>
                    <a:pt x="30" y="14357"/>
                  </a:cubicBezTo>
                  <a:cubicBezTo>
                    <a:pt x="30" y="14986"/>
                    <a:pt x="538" y="15500"/>
                    <a:pt x="1172" y="15500"/>
                  </a:cubicBezTo>
                  <a:cubicBezTo>
                    <a:pt x="1554" y="15507"/>
                    <a:pt x="1934" y="15310"/>
                    <a:pt x="2125" y="14993"/>
                  </a:cubicBezTo>
                  <a:cubicBezTo>
                    <a:pt x="4665" y="10548"/>
                    <a:pt x="3522" y="4007"/>
                    <a:pt x="9491" y="2293"/>
                  </a:cubicBezTo>
                  <a:cubicBezTo>
                    <a:pt x="14444" y="1086"/>
                    <a:pt x="18508" y="4388"/>
                    <a:pt x="22191" y="6928"/>
                  </a:cubicBezTo>
                  <a:cubicBezTo>
                    <a:pt x="22699" y="7309"/>
                    <a:pt x="23270" y="6483"/>
                    <a:pt x="22890" y="5975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/>
            <p:cNvSpPr/>
            <p:nvPr/>
          </p:nvSpPr>
          <p:spPr>
            <a:xfrm>
              <a:off x="9684032" y="9994285"/>
              <a:ext cx="26403" cy="19086"/>
            </a:xfrm>
            <a:custGeom>
              <a:avLst/>
              <a:gdLst>
                <a:gd name="connsiteX0" fmla="*/ 25436 w 26403"/>
                <a:gd name="connsiteY0" fmla="*/ 10189 h 19086"/>
                <a:gd name="connsiteX1" fmla="*/ 23023 w 26403"/>
                <a:gd name="connsiteY1" fmla="*/ 10189 h 19086"/>
                <a:gd name="connsiteX2" fmla="*/ 21689 w 26403"/>
                <a:gd name="connsiteY2" fmla="*/ 9300 h 19086"/>
                <a:gd name="connsiteX3" fmla="*/ 11338 w 26403"/>
                <a:gd name="connsiteY3" fmla="*/ 5744 h 19086"/>
                <a:gd name="connsiteX4" fmla="*/ 6893 w 26403"/>
                <a:gd name="connsiteY4" fmla="*/ 12094 h 19086"/>
                <a:gd name="connsiteX5" fmla="*/ 4988 w 26403"/>
                <a:gd name="connsiteY5" fmla="*/ 17365 h 19086"/>
                <a:gd name="connsiteX6" fmla="*/ 2067 w 26403"/>
                <a:gd name="connsiteY6" fmla="*/ 18761 h 19086"/>
                <a:gd name="connsiteX7" fmla="*/ 36 w 26403"/>
                <a:gd name="connsiteY7" fmla="*/ 16094 h 19086"/>
                <a:gd name="connsiteX8" fmla="*/ 9497 w 26403"/>
                <a:gd name="connsiteY8" fmla="*/ 92 h 19086"/>
                <a:gd name="connsiteX9" fmla="*/ 25880 w 26403"/>
                <a:gd name="connsiteY9" fmla="*/ 6823 h 19086"/>
                <a:gd name="connsiteX10" fmla="*/ 25880 w 26403"/>
                <a:gd name="connsiteY10" fmla="*/ 6823 h 19086"/>
                <a:gd name="connsiteX11" fmla="*/ 25880 w 26403"/>
                <a:gd name="connsiteY11" fmla="*/ 9744 h 19086"/>
                <a:gd name="connsiteX12" fmla="*/ 4226 w 26403"/>
                <a:gd name="connsiteY12" fmla="*/ 10189 h 19086"/>
                <a:gd name="connsiteX13" fmla="*/ 3401 w 26403"/>
                <a:gd name="connsiteY13" fmla="*/ 13300 h 19086"/>
                <a:gd name="connsiteX14" fmla="*/ 3846 w 26403"/>
                <a:gd name="connsiteY14" fmla="*/ 11713 h 19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403" h="19086">
                  <a:moveTo>
                    <a:pt x="25436" y="10189"/>
                  </a:moveTo>
                  <a:cubicBezTo>
                    <a:pt x="24737" y="10716"/>
                    <a:pt x="23721" y="10716"/>
                    <a:pt x="23023" y="10189"/>
                  </a:cubicBezTo>
                  <a:lnTo>
                    <a:pt x="21689" y="9300"/>
                  </a:lnTo>
                  <a:cubicBezTo>
                    <a:pt x="18895" y="6684"/>
                    <a:pt x="15149" y="5388"/>
                    <a:pt x="11338" y="5744"/>
                  </a:cubicBezTo>
                  <a:cubicBezTo>
                    <a:pt x="8481" y="6442"/>
                    <a:pt x="7783" y="8474"/>
                    <a:pt x="6893" y="12094"/>
                  </a:cubicBezTo>
                  <a:cubicBezTo>
                    <a:pt x="6512" y="13929"/>
                    <a:pt x="5877" y="15707"/>
                    <a:pt x="4988" y="17365"/>
                  </a:cubicBezTo>
                  <a:cubicBezTo>
                    <a:pt x="4417" y="18438"/>
                    <a:pt x="3274" y="19009"/>
                    <a:pt x="2067" y="18761"/>
                  </a:cubicBezTo>
                  <a:cubicBezTo>
                    <a:pt x="861" y="18463"/>
                    <a:pt x="-28" y="17352"/>
                    <a:pt x="36" y="16094"/>
                  </a:cubicBezTo>
                  <a:cubicBezTo>
                    <a:pt x="-409" y="9325"/>
                    <a:pt x="3337" y="2975"/>
                    <a:pt x="9497" y="92"/>
                  </a:cubicBezTo>
                  <a:cubicBezTo>
                    <a:pt x="15847" y="-1292"/>
                    <a:pt x="22324" y="1388"/>
                    <a:pt x="25880" y="6823"/>
                  </a:cubicBezTo>
                  <a:lnTo>
                    <a:pt x="25880" y="6823"/>
                  </a:lnTo>
                  <a:cubicBezTo>
                    <a:pt x="26578" y="7662"/>
                    <a:pt x="26578" y="8906"/>
                    <a:pt x="25880" y="9744"/>
                  </a:cubicBezTo>
                  <a:close/>
                  <a:moveTo>
                    <a:pt x="4226" y="10189"/>
                  </a:moveTo>
                  <a:cubicBezTo>
                    <a:pt x="3846" y="11199"/>
                    <a:pt x="3591" y="12240"/>
                    <a:pt x="3401" y="13300"/>
                  </a:cubicBezTo>
                  <a:cubicBezTo>
                    <a:pt x="3401" y="12792"/>
                    <a:pt x="3401" y="12285"/>
                    <a:pt x="3846" y="11713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/>
            <p:cNvSpPr/>
            <p:nvPr/>
          </p:nvSpPr>
          <p:spPr>
            <a:xfrm rot="21200401">
              <a:off x="9585424" y="10052887"/>
              <a:ext cx="19431" cy="11049"/>
            </a:xfrm>
            <a:custGeom>
              <a:avLst/>
              <a:gdLst>
                <a:gd name="connsiteX0" fmla="*/ 19431 w 19431"/>
                <a:gd name="connsiteY0" fmla="*/ 5256 h 11049"/>
                <a:gd name="connsiteX1" fmla="*/ 9715 w 19431"/>
                <a:gd name="connsiteY1" fmla="*/ 10781 h 11049"/>
                <a:gd name="connsiteX2" fmla="*/ -1 w 19431"/>
                <a:gd name="connsiteY2" fmla="*/ 5256 h 11049"/>
                <a:gd name="connsiteX3" fmla="*/ 9715 w 19431"/>
                <a:gd name="connsiteY3" fmla="*/ -268 h 11049"/>
                <a:gd name="connsiteX4" fmla="*/ 19431 w 19431"/>
                <a:gd name="connsiteY4" fmla="*/ 5256 h 1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31" h="11049">
                  <a:moveTo>
                    <a:pt x="19431" y="5256"/>
                  </a:moveTo>
                  <a:cubicBezTo>
                    <a:pt x="19431" y="8307"/>
                    <a:pt x="15081" y="10781"/>
                    <a:pt x="9715" y="10781"/>
                  </a:cubicBezTo>
                  <a:cubicBezTo>
                    <a:pt x="4349" y="10781"/>
                    <a:pt x="-1" y="8307"/>
                    <a:pt x="-1" y="5256"/>
                  </a:cubicBezTo>
                  <a:cubicBezTo>
                    <a:pt x="-1" y="2205"/>
                    <a:pt x="4349" y="-268"/>
                    <a:pt x="9715" y="-268"/>
                  </a:cubicBezTo>
                  <a:cubicBezTo>
                    <a:pt x="15081" y="-268"/>
                    <a:pt x="19431" y="2205"/>
                    <a:pt x="19431" y="5256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/>
            <p:cNvSpPr/>
            <p:nvPr/>
          </p:nvSpPr>
          <p:spPr>
            <a:xfrm rot="19879800">
              <a:off x="9698604" y="10008002"/>
              <a:ext cx="19430" cy="11048"/>
            </a:xfrm>
            <a:custGeom>
              <a:avLst/>
              <a:gdLst>
                <a:gd name="connsiteX0" fmla="*/ 19431 w 19430"/>
                <a:gd name="connsiteY0" fmla="*/ 5256 h 11048"/>
                <a:gd name="connsiteX1" fmla="*/ 9716 w 19430"/>
                <a:gd name="connsiteY1" fmla="*/ 10781 h 11048"/>
                <a:gd name="connsiteX2" fmla="*/ 0 w 19430"/>
                <a:gd name="connsiteY2" fmla="*/ 5256 h 11048"/>
                <a:gd name="connsiteX3" fmla="*/ 9716 w 19430"/>
                <a:gd name="connsiteY3" fmla="*/ -268 h 11048"/>
                <a:gd name="connsiteX4" fmla="*/ 19431 w 19430"/>
                <a:gd name="connsiteY4" fmla="*/ 5256 h 1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30" h="11048">
                  <a:moveTo>
                    <a:pt x="19431" y="5256"/>
                  </a:moveTo>
                  <a:cubicBezTo>
                    <a:pt x="19431" y="8307"/>
                    <a:pt x="15081" y="10781"/>
                    <a:pt x="9716" y="10781"/>
                  </a:cubicBezTo>
                  <a:cubicBezTo>
                    <a:pt x="4350" y="10781"/>
                    <a:pt x="0" y="8307"/>
                    <a:pt x="0" y="5256"/>
                  </a:cubicBezTo>
                  <a:cubicBezTo>
                    <a:pt x="0" y="2205"/>
                    <a:pt x="4350" y="-268"/>
                    <a:pt x="9716" y="-268"/>
                  </a:cubicBezTo>
                  <a:cubicBezTo>
                    <a:pt x="15081" y="-268"/>
                    <a:pt x="19431" y="2205"/>
                    <a:pt x="19431" y="5256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/>
            <p:cNvSpPr/>
            <p:nvPr/>
          </p:nvSpPr>
          <p:spPr>
            <a:xfrm>
              <a:off x="9642295" y="10064967"/>
              <a:ext cx="43963" cy="29615"/>
            </a:xfrm>
            <a:custGeom>
              <a:avLst/>
              <a:gdLst>
                <a:gd name="connsiteX0" fmla="*/ 43549 w 43963"/>
                <a:gd name="connsiteY0" fmla="*/ 2626 h 29615"/>
                <a:gd name="connsiteX1" fmla="*/ 25833 w 43963"/>
                <a:gd name="connsiteY1" fmla="*/ 28928 h 29615"/>
                <a:gd name="connsiteX2" fmla="*/ 116 w 43963"/>
                <a:gd name="connsiteY2" fmla="*/ 13484 h 29615"/>
                <a:gd name="connsiteX3" fmla="*/ 116 w 43963"/>
                <a:gd name="connsiteY3" fmla="*/ 13484 h 29615"/>
                <a:gd name="connsiteX4" fmla="*/ 2910 w 43963"/>
                <a:gd name="connsiteY4" fmla="*/ 8785 h 29615"/>
                <a:gd name="connsiteX5" fmla="*/ 38787 w 43963"/>
                <a:gd name="connsiteY5" fmla="*/ -168 h 29615"/>
                <a:gd name="connsiteX6" fmla="*/ 43423 w 43963"/>
                <a:gd name="connsiteY6" fmla="*/ 2690 h 2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963" h="29615">
                  <a:moveTo>
                    <a:pt x="43549" y="2626"/>
                  </a:moveTo>
                  <a:cubicBezTo>
                    <a:pt x="45899" y="14773"/>
                    <a:pt x="38025" y="26553"/>
                    <a:pt x="25833" y="28928"/>
                  </a:cubicBezTo>
                  <a:cubicBezTo>
                    <a:pt x="14594" y="31131"/>
                    <a:pt x="3481" y="24463"/>
                    <a:pt x="116" y="13484"/>
                  </a:cubicBezTo>
                  <a:lnTo>
                    <a:pt x="116" y="13484"/>
                  </a:lnTo>
                  <a:cubicBezTo>
                    <a:pt x="-392" y="11414"/>
                    <a:pt x="814" y="9312"/>
                    <a:pt x="2910" y="8785"/>
                  </a:cubicBezTo>
                  <a:lnTo>
                    <a:pt x="38787" y="-168"/>
                  </a:lnTo>
                  <a:cubicBezTo>
                    <a:pt x="40883" y="-644"/>
                    <a:pt x="42915" y="626"/>
                    <a:pt x="43423" y="2690"/>
                  </a:cubicBezTo>
                  <a:close/>
                </a:path>
              </a:pathLst>
            </a:custGeom>
            <a:solidFill>
              <a:srgbClr val="CF383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/>
            <p:cNvSpPr/>
            <p:nvPr/>
          </p:nvSpPr>
          <p:spPr>
            <a:xfrm>
              <a:off x="9658984" y="10086467"/>
              <a:ext cx="23241" cy="9215"/>
            </a:xfrm>
            <a:custGeom>
              <a:avLst/>
              <a:gdLst>
                <a:gd name="connsiteX0" fmla="*/ 0 w 23241"/>
                <a:gd name="connsiteY0" fmla="*/ 8304 h 9215"/>
                <a:gd name="connsiteX1" fmla="*/ 10541 w 23241"/>
                <a:gd name="connsiteY1" fmla="*/ 8304 h 9215"/>
                <a:gd name="connsiteX2" fmla="*/ 23241 w 23241"/>
                <a:gd name="connsiteY2" fmla="*/ -268 h 9215"/>
                <a:gd name="connsiteX3" fmla="*/ 0 w 23241"/>
                <a:gd name="connsiteY3" fmla="*/ 8304 h 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41" h="9215">
                  <a:moveTo>
                    <a:pt x="0" y="8304"/>
                  </a:moveTo>
                  <a:cubicBezTo>
                    <a:pt x="3493" y="9162"/>
                    <a:pt x="7048" y="9162"/>
                    <a:pt x="10541" y="8304"/>
                  </a:cubicBezTo>
                  <a:cubicBezTo>
                    <a:pt x="15684" y="7041"/>
                    <a:pt x="20130" y="4005"/>
                    <a:pt x="23241" y="-268"/>
                  </a:cubicBezTo>
                  <a:cubicBezTo>
                    <a:pt x="14922" y="685"/>
                    <a:pt x="6921" y="3624"/>
                    <a:pt x="0" y="8304"/>
                  </a:cubicBezTo>
                  <a:close/>
                </a:path>
              </a:pathLst>
            </a:custGeom>
            <a:solidFill>
              <a:srgbClr val="FFB9A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/>
            <p:cNvSpPr/>
            <p:nvPr/>
          </p:nvSpPr>
          <p:spPr>
            <a:xfrm>
              <a:off x="9658667" y="10079055"/>
              <a:ext cx="26479" cy="16610"/>
            </a:xfrm>
            <a:custGeom>
              <a:avLst/>
              <a:gdLst>
                <a:gd name="connsiteX0" fmla="*/ 3492 w 26479"/>
                <a:gd name="connsiteY0" fmla="*/ 7778 h 16610"/>
                <a:gd name="connsiteX1" fmla="*/ 0 w 26479"/>
                <a:gd name="connsiteY1" fmla="*/ 15652 h 16610"/>
                <a:gd name="connsiteX2" fmla="*/ 10858 w 26479"/>
                <a:gd name="connsiteY2" fmla="*/ 15652 h 16610"/>
                <a:gd name="connsiteX3" fmla="*/ 26479 w 26479"/>
                <a:gd name="connsiteY3" fmla="*/ 1492 h 16610"/>
                <a:gd name="connsiteX4" fmla="*/ 16446 w 26479"/>
                <a:gd name="connsiteY4" fmla="*/ -159 h 16610"/>
                <a:gd name="connsiteX5" fmla="*/ 3492 w 26479"/>
                <a:gd name="connsiteY5" fmla="*/ 7778 h 1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79" h="16610">
                  <a:moveTo>
                    <a:pt x="3492" y="7778"/>
                  </a:moveTo>
                  <a:cubicBezTo>
                    <a:pt x="1968" y="10223"/>
                    <a:pt x="762" y="12878"/>
                    <a:pt x="0" y="15652"/>
                  </a:cubicBezTo>
                  <a:cubicBezTo>
                    <a:pt x="3556" y="16573"/>
                    <a:pt x="7302" y="16573"/>
                    <a:pt x="10858" y="15652"/>
                  </a:cubicBezTo>
                  <a:cubicBezTo>
                    <a:pt x="18097" y="13868"/>
                    <a:pt x="24002" y="8547"/>
                    <a:pt x="26479" y="1492"/>
                  </a:cubicBezTo>
                  <a:cubicBezTo>
                    <a:pt x="23368" y="44"/>
                    <a:pt x="19876" y="-527"/>
                    <a:pt x="16446" y="-159"/>
                  </a:cubicBezTo>
                  <a:cubicBezTo>
                    <a:pt x="11113" y="279"/>
                    <a:pt x="6286" y="3225"/>
                    <a:pt x="3492" y="7778"/>
                  </a:cubicBezTo>
                  <a:close/>
                </a:path>
              </a:pathLst>
            </a:custGeom>
            <a:solidFill>
              <a:srgbClr val="FF66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/>
            <p:cNvSpPr/>
            <p:nvPr/>
          </p:nvSpPr>
          <p:spPr>
            <a:xfrm rot="20508601">
              <a:off x="9661760" y="9969461"/>
              <a:ext cx="77470" cy="78613"/>
            </a:xfrm>
            <a:custGeom>
              <a:avLst/>
              <a:gdLst>
                <a:gd name="connsiteX0" fmla="*/ 77470 w 77470"/>
                <a:gd name="connsiteY0" fmla="*/ 39039 h 78613"/>
                <a:gd name="connsiteX1" fmla="*/ 38735 w 77470"/>
                <a:gd name="connsiteY1" fmla="*/ 78345 h 78613"/>
                <a:gd name="connsiteX2" fmla="*/ 0 w 77470"/>
                <a:gd name="connsiteY2" fmla="*/ 39039 h 78613"/>
                <a:gd name="connsiteX3" fmla="*/ 38735 w 77470"/>
                <a:gd name="connsiteY3" fmla="*/ -268 h 78613"/>
                <a:gd name="connsiteX4" fmla="*/ 77470 w 77470"/>
                <a:gd name="connsiteY4" fmla="*/ 39039 h 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70" h="78613">
                  <a:moveTo>
                    <a:pt x="77470" y="39039"/>
                  </a:moveTo>
                  <a:cubicBezTo>
                    <a:pt x="77470" y="60747"/>
                    <a:pt x="60128" y="78345"/>
                    <a:pt x="38735" y="78345"/>
                  </a:cubicBezTo>
                  <a:cubicBezTo>
                    <a:pt x="17343" y="78345"/>
                    <a:pt x="0" y="60747"/>
                    <a:pt x="0" y="39039"/>
                  </a:cubicBezTo>
                  <a:cubicBezTo>
                    <a:pt x="0" y="17330"/>
                    <a:pt x="17343" y="-268"/>
                    <a:pt x="38735" y="-268"/>
                  </a:cubicBezTo>
                  <a:cubicBezTo>
                    <a:pt x="60128" y="-268"/>
                    <a:pt x="77470" y="17330"/>
                    <a:pt x="77470" y="39039"/>
                  </a:cubicBezTo>
                  <a:close/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9565189" y="10000070"/>
              <a:ext cx="82236" cy="81716"/>
            </a:xfrm>
            <a:custGeom>
              <a:avLst/>
              <a:gdLst>
                <a:gd name="connsiteX0" fmla="*/ 80079 w 82236"/>
                <a:gd name="connsiteY0" fmla="*/ 27772 h 81716"/>
                <a:gd name="connsiteX1" fmla="*/ 54742 w 82236"/>
                <a:gd name="connsiteY1" fmla="*/ 79175 h 81716"/>
                <a:gd name="connsiteX2" fmla="*/ 54298 w 82236"/>
                <a:gd name="connsiteY2" fmla="*/ 79334 h 81716"/>
                <a:gd name="connsiteX3" fmla="*/ 2229 w 82236"/>
                <a:gd name="connsiteY3" fmla="*/ 53489 h 81716"/>
                <a:gd name="connsiteX4" fmla="*/ 27247 w 82236"/>
                <a:gd name="connsiteY4" fmla="*/ 2054 h 81716"/>
                <a:gd name="connsiteX5" fmla="*/ 27629 w 82236"/>
                <a:gd name="connsiteY5" fmla="*/ 1927 h 81716"/>
                <a:gd name="connsiteX6" fmla="*/ 80079 w 82236"/>
                <a:gd name="connsiteY6" fmla="*/ 27772 h 8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236" h="81716">
                  <a:moveTo>
                    <a:pt x="80079" y="27772"/>
                  </a:moveTo>
                  <a:cubicBezTo>
                    <a:pt x="87254" y="48955"/>
                    <a:pt x="75952" y="71968"/>
                    <a:pt x="54742" y="79175"/>
                  </a:cubicBezTo>
                  <a:cubicBezTo>
                    <a:pt x="54616" y="79226"/>
                    <a:pt x="54489" y="79283"/>
                    <a:pt x="54298" y="79334"/>
                  </a:cubicBezTo>
                  <a:cubicBezTo>
                    <a:pt x="32772" y="86477"/>
                    <a:pt x="9530" y="74939"/>
                    <a:pt x="2229" y="53489"/>
                  </a:cubicBezTo>
                  <a:cubicBezTo>
                    <a:pt x="-5074" y="32375"/>
                    <a:pt x="6166" y="9344"/>
                    <a:pt x="27247" y="2054"/>
                  </a:cubicBezTo>
                  <a:cubicBezTo>
                    <a:pt x="27374" y="2010"/>
                    <a:pt x="27501" y="1965"/>
                    <a:pt x="27629" y="1927"/>
                  </a:cubicBezTo>
                  <a:cubicBezTo>
                    <a:pt x="49218" y="-5388"/>
                    <a:pt x="72713" y="6175"/>
                    <a:pt x="80079" y="27772"/>
                  </a:cubicBezTo>
                  <a:close/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/>
            <p:cNvSpPr/>
            <p:nvPr/>
          </p:nvSpPr>
          <p:spPr>
            <a:xfrm>
              <a:off x="9644316" y="10019601"/>
              <a:ext cx="21652" cy="7111"/>
            </a:xfrm>
            <a:custGeom>
              <a:avLst/>
              <a:gdLst>
                <a:gd name="connsiteX0" fmla="*/ 21653 w 21652"/>
                <a:gd name="connsiteY0" fmla="*/ -268 h 7111"/>
                <a:gd name="connsiteX1" fmla="*/ 0 w 21652"/>
                <a:gd name="connsiteY1" fmla="*/ 6844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652" h="7111">
                  <a:moveTo>
                    <a:pt x="21653" y="-268"/>
                  </a:moveTo>
                  <a:cubicBezTo>
                    <a:pt x="14097" y="939"/>
                    <a:pt x="6794" y="3339"/>
                    <a:pt x="0" y="6844"/>
                  </a:cubicBezTo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/>
            <p:cNvSpPr/>
            <p:nvPr/>
          </p:nvSpPr>
          <p:spPr>
            <a:xfrm>
              <a:off x="9571258" y="9982725"/>
              <a:ext cx="31245" cy="20150"/>
            </a:xfrm>
            <a:custGeom>
              <a:avLst/>
              <a:gdLst>
                <a:gd name="connsiteX0" fmla="*/ 33 w 31245"/>
                <a:gd name="connsiteY0" fmla="*/ 19083 h 20150"/>
                <a:gd name="connsiteX1" fmla="*/ 7272 w 31245"/>
                <a:gd name="connsiteY1" fmla="*/ 6383 h 20150"/>
                <a:gd name="connsiteX2" fmla="*/ 30132 w 31245"/>
                <a:gd name="connsiteY2" fmla="*/ 1683 h 20150"/>
                <a:gd name="connsiteX3" fmla="*/ 30831 w 31245"/>
                <a:gd name="connsiteY3" fmla="*/ 5119 h 20150"/>
                <a:gd name="connsiteX4" fmla="*/ 29116 w 31245"/>
                <a:gd name="connsiteY4" fmla="*/ 6192 h 20150"/>
                <a:gd name="connsiteX5" fmla="*/ 15527 w 31245"/>
                <a:gd name="connsiteY5" fmla="*/ 7652 h 20150"/>
                <a:gd name="connsiteX6" fmla="*/ 1684 w 31245"/>
                <a:gd name="connsiteY6" fmla="*/ 19400 h 20150"/>
                <a:gd name="connsiteX7" fmla="*/ 33 w 31245"/>
                <a:gd name="connsiteY7" fmla="*/ 19083 h 2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45" h="20150">
                  <a:moveTo>
                    <a:pt x="33" y="19083"/>
                  </a:moveTo>
                  <a:cubicBezTo>
                    <a:pt x="859" y="14129"/>
                    <a:pt x="3462" y="9627"/>
                    <a:pt x="7272" y="6383"/>
                  </a:cubicBezTo>
                  <a:cubicBezTo>
                    <a:pt x="12923" y="-215"/>
                    <a:pt x="22322" y="-2146"/>
                    <a:pt x="30132" y="1683"/>
                  </a:cubicBezTo>
                  <a:cubicBezTo>
                    <a:pt x="31275" y="2445"/>
                    <a:pt x="31593" y="3982"/>
                    <a:pt x="30831" y="5119"/>
                  </a:cubicBezTo>
                  <a:cubicBezTo>
                    <a:pt x="30449" y="5703"/>
                    <a:pt x="29814" y="6090"/>
                    <a:pt x="29116" y="6192"/>
                  </a:cubicBezTo>
                  <a:cubicBezTo>
                    <a:pt x="24544" y="6402"/>
                    <a:pt x="20035" y="6884"/>
                    <a:pt x="15527" y="7652"/>
                  </a:cubicBezTo>
                  <a:cubicBezTo>
                    <a:pt x="9875" y="10135"/>
                    <a:pt x="5049" y="14218"/>
                    <a:pt x="1684" y="19400"/>
                  </a:cubicBezTo>
                  <a:cubicBezTo>
                    <a:pt x="1049" y="20226"/>
                    <a:pt x="-221" y="19908"/>
                    <a:pt x="33" y="19083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/>
            <p:cNvSpPr/>
            <p:nvPr/>
          </p:nvSpPr>
          <p:spPr>
            <a:xfrm>
              <a:off x="9659191" y="9952798"/>
              <a:ext cx="29453" cy="14510"/>
            </a:xfrm>
            <a:custGeom>
              <a:avLst/>
              <a:gdLst>
                <a:gd name="connsiteX0" fmla="*/ 28559 w 29453"/>
                <a:gd name="connsiteY0" fmla="*/ 6083 h 14510"/>
                <a:gd name="connsiteX1" fmla="*/ 13255 w 29453"/>
                <a:gd name="connsiteY1" fmla="*/ 6083 h 14510"/>
                <a:gd name="connsiteX2" fmla="*/ 3603 w 29453"/>
                <a:gd name="connsiteY2" fmla="*/ 13830 h 14510"/>
                <a:gd name="connsiteX3" fmla="*/ 428 w 29453"/>
                <a:gd name="connsiteY3" fmla="*/ 13265 h 14510"/>
                <a:gd name="connsiteX4" fmla="*/ 48 w 29453"/>
                <a:gd name="connsiteY4" fmla="*/ 11544 h 14510"/>
                <a:gd name="connsiteX5" fmla="*/ 22336 w 29453"/>
                <a:gd name="connsiteY5" fmla="*/ 698 h 14510"/>
                <a:gd name="connsiteX6" fmla="*/ 29321 w 29453"/>
                <a:gd name="connsiteY6" fmla="*/ 5194 h 14510"/>
                <a:gd name="connsiteX7" fmla="*/ 29067 w 29453"/>
                <a:gd name="connsiteY7" fmla="*/ 6337 h 14510"/>
                <a:gd name="connsiteX8" fmla="*/ 28559 w 29453"/>
                <a:gd name="connsiteY8" fmla="*/ 6464 h 1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53" h="14510">
                  <a:moveTo>
                    <a:pt x="28559" y="6083"/>
                  </a:moveTo>
                  <a:cubicBezTo>
                    <a:pt x="23606" y="4432"/>
                    <a:pt x="18209" y="4432"/>
                    <a:pt x="13255" y="6083"/>
                  </a:cubicBezTo>
                  <a:cubicBezTo>
                    <a:pt x="9763" y="8286"/>
                    <a:pt x="6525" y="10883"/>
                    <a:pt x="3603" y="13830"/>
                  </a:cubicBezTo>
                  <a:cubicBezTo>
                    <a:pt x="2588" y="14554"/>
                    <a:pt x="1127" y="14300"/>
                    <a:pt x="428" y="13265"/>
                  </a:cubicBezTo>
                  <a:cubicBezTo>
                    <a:pt x="48" y="12763"/>
                    <a:pt x="-79" y="12141"/>
                    <a:pt x="48" y="11544"/>
                  </a:cubicBezTo>
                  <a:cubicBezTo>
                    <a:pt x="3223" y="2394"/>
                    <a:pt x="13192" y="-2464"/>
                    <a:pt x="22336" y="698"/>
                  </a:cubicBezTo>
                  <a:cubicBezTo>
                    <a:pt x="25003" y="1612"/>
                    <a:pt x="27416" y="3155"/>
                    <a:pt x="29321" y="5194"/>
                  </a:cubicBezTo>
                  <a:cubicBezTo>
                    <a:pt x="29575" y="5575"/>
                    <a:pt x="29448" y="6089"/>
                    <a:pt x="29067" y="6337"/>
                  </a:cubicBezTo>
                  <a:cubicBezTo>
                    <a:pt x="28940" y="6432"/>
                    <a:pt x="28750" y="6477"/>
                    <a:pt x="28559" y="6464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/>
            <p:cNvSpPr/>
            <p:nvPr/>
          </p:nvSpPr>
          <p:spPr>
            <a:xfrm>
              <a:off x="9514048" y="10074656"/>
              <a:ext cx="33620" cy="39133"/>
            </a:xfrm>
            <a:custGeom>
              <a:avLst/>
              <a:gdLst>
                <a:gd name="connsiteX0" fmla="*/ 19841 w 33620"/>
                <a:gd name="connsiteY0" fmla="*/ -268 h 39133"/>
                <a:gd name="connsiteX1" fmla="*/ 3014 w 33620"/>
                <a:gd name="connsiteY1" fmla="*/ 25132 h 39133"/>
                <a:gd name="connsiteX2" fmla="*/ 33620 w 33620"/>
                <a:gd name="connsiteY2" fmla="*/ 37324 h 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620" h="39133">
                  <a:moveTo>
                    <a:pt x="19841" y="-268"/>
                  </a:moveTo>
                  <a:cubicBezTo>
                    <a:pt x="19841" y="-268"/>
                    <a:pt x="-9242" y="5066"/>
                    <a:pt x="3014" y="25132"/>
                  </a:cubicBezTo>
                  <a:cubicBezTo>
                    <a:pt x="8602" y="36448"/>
                    <a:pt x="21810" y="41712"/>
                    <a:pt x="33620" y="37324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/>
            <p:cNvSpPr/>
            <p:nvPr/>
          </p:nvSpPr>
          <p:spPr>
            <a:xfrm>
              <a:off x="9484168" y="10042651"/>
              <a:ext cx="78931" cy="51879"/>
            </a:xfrm>
            <a:custGeom>
              <a:avLst/>
              <a:gdLst>
                <a:gd name="connsiteX0" fmla="*/ 78931 w 78931"/>
                <a:gd name="connsiteY0" fmla="*/ -268 h 51879"/>
                <a:gd name="connsiteX1" fmla="*/ 36069 w 78931"/>
                <a:gd name="connsiteY1" fmla="*/ 9575 h 51879"/>
                <a:gd name="connsiteX2" fmla="*/ 3303 w 78931"/>
                <a:gd name="connsiteY2" fmla="*/ 23418 h 51879"/>
                <a:gd name="connsiteX3" fmla="*/ 4001 w 78931"/>
                <a:gd name="connsiteY3" fmla="*/ 51612 h 5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931" h="51879">
                  <a:moveTo>
                    <a:pt x="78931" y="-268"/>
                  </a:moveTo>
                  <a:lnTo>
                    <a:pt x="36069" y="9575"/>
                  </a:lnTo>
                  <a:cubicBezTo>
                    <a:pt x="24956" y="12115"/>
                    <a:pt x="10669" y="13067"/>
                    <a:pt x="3303" y="23418"/>
                  </a:cubicBezTo>
                  <a:cubicBezTo>
                    <a:pt x="-1333" y="32308"/>
                    <a:pt x="-1078" y="42957"/>
                    <a:pt x="4001" y="51612"/>
                  </a:cubicBezTo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/>
            <p:cNvSpPr/>
            <p:nvPr/>
          </p:nvSpPr>
          <p:spPr>
            <a:xfrm>
              <a:off x="10245501" y="9851595"/>
              <a:ext cx="619774" cy="362113"/>
            </a:xfrm>
            <a:custGeom>
              <a:avLst/>
              <a:gdLst>
                <a:gd name="connsiteX0" fmla="*/ 596425 w 619774"/>
                <a:gd name="connsiteY0" fmla="*/ 220760 h 362113"/>
                <a:gd name="connsiteX1" fmla="*/ 562008 w 619774"/>
                <a:gd name="connsiteY1" fmla="*/ 201202 h 362113"/>
                <a:gd name="connsiteX2" fmla="*/ 539339 w 619774"/>
                <a:gd name="connsiteY2" fmla="*/ 171231 h 362113"/>
                <a:gd name="connsiteX3" fmla="*/ 545054 w 619774"/>
                <a:gd name="connsiteY3" fmla="*/ 152815 h 362113"/>
                <a:gd name="connsiteX4" fmla="*/ 500604 w 619774"/>
                <a:gd name="connsiteY4" fmla="*/ 89315 h 362113"/>
                <a:gd name="connsiteX5" fmla="*/ 364396 w 619774"/>
                <a:gd name="connsiteY5" fmla="*/ 86394 h 362113"/>
                <a:gd name="connsiteX6" fmla="*/ 265907 w 619774"/>
                <a:gd name="connsiteY6" fmla="*/ 81822 h 362113"/>
                <a:gd name="connsiteX7" fmla="*/ 223553 w 619774"/>
                <a:gd name="connsiteY7" fmla="*/ 35023 h 362113"/>
                <a:gd name="connsiteX8" fmla="*/ 67026 w 619774"/>
                <a:gd name="connsiteY8" fmla="*/ 29416 h 362113"/>
                <a:gd name="connsiteX9" fmla="*/ 48738 w 619774"/>
                <a:gd name="connsiteY9" fmla="*/ 51533 h 362113"/>
                <a:gd name="connsiteX10" fmla="*/ 35085 w 619774"/>
                <a:gd name="connsiteY10" fmla="*/ 61629 h 362113"/>
                <a:gd name="connsiteX11" fmla="*/ 2192 w 619774"/>
                <a:gd name="connsiteY11" fmla="*/ 89760 h 362113"/>
                <a:gd name="connsiteX12" fmla="*/ 5113 w 619774"/>
                <a:gd name="connsiteY12" fmla="*/ 126971 h 362113"/>
                <a:gd name="connsiteX13" fmla="*/ 12733 w 619774"/>
                <a:gd name="connsiteY13" fmla="*/ 141449 h 362113"/>
                <a:gd name="connsiteX14" fmla="*/ 45499 w 619774"/>
                <a:gd name="connsiteY14" fmla="*/ 99412 h 362113"/>
                <a:gd name="connsiteX15" fmla="*/ 97823 w 619774"/>
                <a:gd name="connsiteY15" fmla="*/ 275751 h 362113"/>
                <a:gd name="connsiteX16" fmla="*/ 175293 w 619774"/>
                <a:gd name="connsiteY16" fmla="*/ 318296 h 362113"/>
                <a:gd name="connsiteX17" fmla="*/ 229903 w 619774"/>
                <a:gd name="connsiteY17" fmla="*/ 332330 h 362113"/>
                <a:gd name="connsiteX18" fmla="*/ 293022 w 619774"/>
                <a:gd name="connsiteY18" fmla="*/ 304453 h 362113"/>
                <a:gd name="connsiteX19" fmla="*/ 448470 w 619774"/>
                <a:gd name="connsiteY19" fmla="*/ 359127 h 362113"/>
                <a:gd name="connsiteX20" fmla="*/ 493745 w 619774"/>
                <a:gd name="connsiteY20" fmla="*/ 321027 h 362113"/>
                <a:gd name="connsiteX21" fmla="*/ 536544 w 619774"/>
                <a:gd name="connsiteY21" fmla="*/ 343696 h 362113"/>
                <a:gd name="connsiteX22" fmla="*/ 596933 w 619774"/>
                <a:gd name="connsiteY22" fmla="*/ 343696 h 362113"/>
                <a:gd name="connsiteX23" fmla="*/ 619603 w 619774"/>
                <a:gd name="connsiteY23" fmla="*/ 288325 h 362113"/>
                <a:gd name="connsiteX24" fmla="*/ 596425 w 619774"/>
                <a:gd name="connsiteY24" fmla="*/ 220760 h 36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19774" h="362113">
                  <a:moveTo>
                    <a:pt x="596425" y="220760"/>
                  </a:moveTo>
                  <a:cubicBezTo>
                    <a:pt x="585693" y="212061"/>
                    <a:pt x="582328" y="211426"/>
                    <a:pt x="562008" y="201202"/>
                  </a:cubicBezTo>
                  <a:cubicBezTo>
                    <a:pt x="550133" y="195233"/>
                    <a:pt x="538386" y="184502"/>
                    <a:pt x="539339" y="171231"/>
                  </a:cubicBezTo>
                  <a:cubicBezTo>
                    <a:pt x="540608" y="164919"/>
                    <a:pt x="542577" y="158753"/>
                    <a:pt x="545054" y="152815"/>
                  </a:cubicBezTo>
                  <a:cubicBezTo>
                    <a:pt x="552928" y="125510"/>
                    <a:pt x="527083" y="99539"/>
                    <a:pt x="500604" y="89315"/>
                  </a:cubicBezTo>
                  <a:cubicBezTo>
                    <a:pt x="457741" y="72488"/>
                    <a:pt x="409608" y="77568"/>
                    <a:pt x="364396" y="86394"/>
                  </a:cubicBezTo>
                  <a:cubicBezTo>
                    <a:pt x="331249" y="92744"/>
                    <a:pt x="294102" y="100428"/>
                    <a:pt x="265907" y="81822"/>
                  </a:cubicBezTo>
                  <a:cubicBezTo>
                    <a:pt x="248255" y="70202"/>
                    <a:pt x="237967" y="50453"/>
                    <a:pt x="223553" y="35023"/>
                  </a:cubicBezTo>
                  <a:cubicBezTo>
                    <a:pt x="181897" y="-9744"/>
                    <a:pt x="111793" y="-12259"/>
                    <a:pt x="67026" y="29416"/>
                  </a:cubicBezTo>
                  <a:cubicBezTo>
                    <a:pt x="59977" y="35963"/>
                    <a:pt x="53881" y="43398"/>
                    <a:pt x="48738" y="51533"/>
                  </a:cubicBezTo>
                  <a:cubicBezTo>
                    <a:pt x="44546" y="55387"/>
                    <a:pt x="39974" y="58772"/>
                    <a:pt x="35085" y="61629"/>
                  </a:cubicBezTo>
                  <a:cubicBezTo>
                    <a:pt x="22385" y="68995"/>
                    <a:pt x="7590" y="76107"/>
                    <a:pt x="2192" y="89760"/>
                  </a:cubicBezTo>
                  <a:cubicBezTo>
                    <a:pt x="-2507" y="101571"/>
                    <a:pt x="1240" y="115160"/>
                    <a:pt x="5113" y="126971"/>
                  </a:cubicBezTo>
                  <a:cubicBezTo>
                    <a:pt x="6573" y="132292"/>
                    <a:pt x="9177" y="137233"/>
                    <a:pt x="12733" y="141449"/>
                  </a:cubicBezTo>
                  <a:cubicBezTo>
                    <a:pt x="22448" y="126526"/>
                    <a:pt x="33370" y="112467"/>
                    <a:pt x="45499" y="99412"/>
                  </a:cubicBezTo>
                  <a:lnTo>
                    <a:pt x="97823" y="275751"/>
                  </a:lnTo>
                  <a:cubicBezTo>
                    <a:pt x="122969" y="291119"/>
                    <a:pt x="148814" y="305298"/>
                    <a:pt x="175293" y="318296"/>
                  </a:cubicBezTo>
                  <a:cubicBezTo>
                    <a:pt x="192438" y="326678"/>
                    <a:pt x="210980" y="334679"/>
                    <a:pt x="229903" y="332330"/>
                  </a:cubicBezTo>
                  <a:cubicBezTo>
                    <a:pt x="261208" y="328393"/>
                    <a:pt x="266606" y="311121"/>
                    <a:pt x="293022" y="304453"/>
                  </a:cubicBezTo>
                  <a:cubicBezTo>
                    <a:pt x="353347" y="289213"/>
                    <a:pt x="403703" y="378304"/>
                    <a:pt x="448470" y="359127"/>
                  </a:cubicBezTo>
                  <a:cubicBezTo>
                    <a:pt x="470568" y="349602"/>
                    <a:pt x="472155" y="321789"/>
                    <a:pt x="493745" y="321027"/>
                  </a:cubicBezTo>
                  <a:cubicBezTo>
                    <a:pt x="508858" y="321027"/>
                    <a:pt x="511843" y="334299"/>
                    <a:pt x="536544" y="343696"/>
                  </a:cubicBezTo>
                  <a:cubicBezTo>
                    <a:pt x="544292" y="346681"/>
                    <a:pt x="574644" y="358301"/>
                    <a:pt x="596933" y="343696"/>
                  </a:cubicBezTo>
                  <a:cubicBezTo>
                    <a:pt x="617380" y="330234"/>
                    <a:pt x="618841" y="302104"/>
                    <a:pt x="619603" y="288325"/>
                  </a:cubicBezTo>
                  <a:cubicBezTo>
                    <a:pt x="619920" y="282356"/>
                    <a:pt x="622016" y="241398"/>
                    <a:pt x="596425" y="220760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10184784" y="10738738"/>
              <a:ext cx="60496" cy="112611"/>
            </a:xfrm>
            <a:custGeom>
              <a:avLst/>
              <a:gdLst>
                <a:gd name="connsiteX0" fmla="*/ 32937 w 60496"/>
                <a:gd name="connsiteY0" fmla="*/ -268 h 112611"/>
                <a:gd name="connsiteX1" fmla="*/ 5441 w 60496"/>
                <a:gd name="connsiteY1" fmla="*/ 103491 h 112611"/>
                <a:gd name="connsiteX2" fmla="*/ 60496 w 60496"/>
                <a:gd name="connsiteY2" fmla="*/ 78790 h 1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96" h="112611">
                  <a:moveTo>
                    <a:pt x="32937" y="-268"/>
                  </a:moveTo>
                  <a:cubicBezTo>
                    <a:pt x="32937" y="-268"/>
                    <a:pt x="-16022" y="73837"/>
                    <a:pt x="5441" y="103491"/>
                  </a:cubicBezTo>
                  <a:cubicBezTo>
                    <a:pt x="26904" y="133146"/>
                    <a:pt x="60496" y="78790"/>
                    <a:pt x="60496" y="78790"/>
                  </a:cubicBezTo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/>
            <p:cNvSpPr/>
            <p:nvPr/>
          </p:nvSpPr>
          <p:spPr>
            <a:xfrm>
              <a:off x="10254401" y="10178195"/>
              <a:ext cx="347310" cy="211780"/>
            </a:xfrm>
            <a:custGeom>
              <a:avLst/>
              <a:gdLst>
                <a:gd name="connsiteX0" fmla="*/ 42949 w 347310"/>
                <a:gd name="connsiteY0" fmla="*/ 180672 h 211780"/>
                <a:gd name="connsiteX1" fmla="*/ 76160 w 347310"/>
                <a:gd name="connsiteY1" fmla="*/ 211470 h 211780"/>
                <a:gd name="connsiteX2" fmla="*/ 45553 w 347310"/>
                <a:gd name="connsiteY2" fmla="*/ 171719 h 211780"/>
                <a:gd name="connsiteX3" fmla="*/ 87 w 347310"/>
                <a:gd name="connsiteY3" fmla="*/ 107203 h 211780"/>
                <a:gd name="connsiteX4" fmla="*/ 235799 w 347310"/>
                <a:gd name="connsiteY4" fmla="*/ 78 h 211780"/>
                <a:gd name="connsiteX5" fmla="*/ 343368 w 347310"/>
                <a:gd name="connsiteY5" fmla="*/ 41353 h 211780"/>
                <a:gd name="connsiteX6" fmla="*/ 327175 w 347310"/>
                <a:gd name="connsiteY6" fmla="*/ 113553 h 211780"/>
                <a:gd name="connsiteX7" fmla="*/ 194270 w 347310"/>
                <a:gd name="connsiteY7" fmla="*/ 162702 h 211780"/>
                <a:gd name="connsiteX8" fmla="*/ 189698 w 347310"/>
                <a:gd name="connsiteY8" fmla="*/ 163781 h 211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7310" h="211780">
                  <a:moveTo>
                    <a:pt x="42949" y="180672"/>
                  </a:moveTo>
                  <a:cubicBezTo>
                    <a:pt x="69366" y="207152"/>
                    <a:pt x="75525" y="212041"/>
                    <a:pt x="76160" y="211470"/>
                  </a:cubicBezTo>
                  <a:cubicBezTo>
                    <a:pt x="76795" y="210898"/>
                    <a:pt x="64095" y="195341"/>
                    <a:pt x="45553" y="171719"/>
                  </a:cubicBezTo>
                  <a:cubicBezTo>
                    <a:pt x="15644" y="133619"/>
                    <a:pt x="658" y="114569"/>
                    <a:pt x="87" y="107203"/>
                  </a:cubicBezTo>
                  <a:cubicBezTo>
                    <a:pt x="-3723" y="60657"/>
                    <a:pt x="118387" y="-5637"/>
                    <a:pt x="235799" y="78"/>
                  </a:cubicBezTo>
                  <a:cubicBezTo>
                    <a:pt x="267168" y="1602"/>
                    <a:pt x="327620" y="4968"/>
                    <a:pt x="343368" y="41353"/>
                  </a:cubicBezTo>
                  <a:cubicBezTo>
                    <a:pt x="353592" y="64848"/>
                    <a:pt x="342416" y="95773"/>
                    <a:pt x="327175" y="113553"/>
                  </a:cubicBezTo>
                  <a:cubicBezTo>
                    <a:pt x="308125" y="135714"/>
                    <a:pt x="270025" y="144731"/>
                    <a:pt x="194270" y="162702"/>
                  </a:cubicBezTo>
                  <a:lnTo>
                    <a:pt x="189698" y="163781"/>
                  </a:lnTo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/>
            <p:cNvSpPr/>
            <p:nvPr/>
          </p:nvSpPr>
          <p:spPr>
            <a:xfrm>
              <a:off x="10330306" y="10212191"/>
              <a:ext cx="205781" cy="105034"/>
            </a:xfrm>
            <a:custGeom>
              <a:avLst/>
              <a:gdLst>
                <a:gd name="connsiteX0" fmla="*/ 205232 w 205781"/>
                <a:gd name="connsiteY0" fmla="*/ 27042 h 105034"/>
                <a:gd name="connsiteX1" fmla="*/ 190500 w 205781"/>
                <a:gd name="connsiteY1" fmla="*/ 7167 h 105034"/>
                <a:gd name="connsiteX2" fmla="*/ 137414 w 205781"/>
                <a:gd name="connsiteY2" fmla="*/ 2785 h 105034"/>
                <a:gd name="connsiteX3" fmla="*/ 0 w 205781"/>
                <a:gd name="connsiteY3" fmla="*/ 57078 h 105034"/>
                <a:gd name="connsiteX4" fmla="*/ 5017 w 205781"/>
                <a:gd name="connsiteY4" fmla="*/ 74413 h 105034"/>
                <a:gd name="connsiteX5" fmla="*/ 8827 w 205781"/>
                <a:gd name="connsiteY5" fmla="*/ 104766 h 105034"/>
                <a:gd name="connsiteX6" fmla="*/ 108331 w 205781"/>
                <a:gd name="connsiteY6" fmla="*/ 98924 h 105034"/>
                <a:gd name="connsiteX7" fmla="*/ 202565 w 205781"/>
                <a:gd name="connsiteY7" fmla="*/ 45966 h 105034"/>
                <a:gd name="connsiteX8" fmla="*/ 205232 w 205781"/>
                <a:gd name="connsiteY8" fmla="*/ 27042 h 10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781" h="105034">
                  <a:moveTo>
                    <a:pt x="205232" y="27042"/>
                  </a:moveTo>
                  <a:cubicBezTo>
                    <a:pt x="202947" y="18813"/>
                    <a:pt x="197739" y="11726"/>
                    <a:pt x="190500" y="7167"/>
                  </a:cubicBezTo>
                  <a:cubicBezTo>
                    <a:pt x="174562" y="-3755"/>
                    <a:pt x="152972" y="-263"/>
                    <a:pt x="137414" y="2785"/>
                  </a:cubicBezTo>
                  <a:cubicBezTo>
                    <a:pt x="131064" y="3992"/>
                    <a:pt x="52198" y="20883"/>
                    <a:pt x="0" y="57078"/>
                  </a:cubicBezTo>
                  <a:cubicBezTo>
                    <a:pt x="3239" y="62291"/>
                    <a:pt x="4953" y="68286"/>
                    <a:pt x="5017" y="74413"/>
                  </a:cubicBezTo>
                  <a:cubicBezTo>
                    <a:pt x="5398" y="84624"/>
                    <a:pt x="6668" y="94778"/>
                    <a:pt x="8827" y="104766"/>
                  </a:cubicBezTo>
                  <a:lnTo>
                    <a:pt x="108331" y="98924"/>
                  </a:lnTo>
                  <a:cubicBezTo>
                    <a:pt x="108331" y="98924"/>
                    <a:pt x="186246" y="77842"/>
                    <a:pt x="202565" y="45966"/>
                  </a:cubicBezTo>
                  <a:cubicBezTo>
                    <a:pt x="205549" y="40130"/>
                    <a:pt x="206502" y="33469"/>
                    <a:pt x="205232" y="27042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/>
            <p:cNvSpPr/>
            <p:nvPr/>
          </p:nvSpPr>
          <p:spPr>
            <a:xfrm>
              <a:off x="9860216" y="11852592"/>
              <a:ext cx="143128" cy="235077"/>
            </a:xfrm>
            <a:custGeom>
              <a:avLst/>
              <a:gdLst>
                <a:gd name="connsiteX0" fmla="*/ 143128 w 143128"/>
                <a:gd name="connsiteY0" fmla="*/ 5193 h 235077"/>
                <a:gd name="connsiteX1" fmla="*/ 53339 w 143128"/>
                <a:gd name="connsiteY1" fmla="*/ -268 h 235077"/>
                <a:gd name="connsiteX2" fmla="*/ 0 w 143128"/>
                <a:gd name="connsiteY2" fmla="*/ 213410 h 235077"/>
                <a:gd name="connsiteX3" fmla="*/ 85789 w 143128"/>
                <a:gd name="connsiteY3" fmla="*/ 234809 h 23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128" h="235077">
                  <a:moveTo>
                    <a:pt x="143128" y="5193"/>
                  </a:moveTo>
                  <a:cubicBezTo>
                    <a:pt x="113093" y="5193"/>
                    <a:pt x="83121" y="3352"/>
                    <a:pt x="53339" y="-268"/>
                  </a:cubicBezTo>
                  <a:lnTo>
                    <a:pt x="0" y="213410"/>
                  </a:lnTo>
                  <a:lnTo>
                    <a:pt x="85789" y="234809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/>
            <p:cNvSpPr/>
            <p:nvPr/>
          </p:nvSpPr>
          <p:spPr>
            <a:xfrm>
              <a:off x="9860216" y="11917743"/>
              <a:ext cx="123189" cy="169926"/>
            </a:xfrm>
            <a:custGeom>
              <a:avLst/>
              <a:gdLst>
                <a:gd name="connsiteX0" fmla="*/ 123189 w 123189"/>
                <a:gd name="connsiteY0" fmla="*/ 19861 h 169926"/>
                <a:gd name="connsiteX1" fmla="*/ 37084 w 123189"/>
                <a:gd name="connsiteY1" fmla="*/ -268 h 169926"/>
                <a:gd name="connsiteX2" fmla="*/ 0 w 123189"/>
                <a:gd name="connsiteY2" fmla="*/ 148259 h 169926"/>
                <a:gd name="connsiteX3" fmla="*/ 85789 w 123189"/>
                <a:gd name="connsiteY3" fmla="*/ 169658 h 16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89" h="169926">
                  <a:moveTo>
                    <a:pt x="123189" y="19861"/>
                  </a:moveTo>
                  <a:cubicBezTo>
                    <a:pt x="94107" y="14972"/>
                    <a:pt x="65341" y="8241"/>
                    <a:pt x="37084" y="-268"/>
                  </a:cubicBezTo>
                  <a:lnTo>
                    <a:pt x="0" y="148259"/>
                  </a:lnTo>
                  <a:lnTo>
                    <a:pt x="85789" y="169658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9593389" y="12047727"/>
              <a:ext cx="352043" cy="100406"/>
            </a:xfrm>
            <a:custGeom>
              <a:avLst/>
              <a:gdLst>
                <a:gd name="connsiteX0" fmla="*/ 3810 w 352043"/>
                <a:gd name="connsiteY0" fmla="*/ 31990 h 100406"/>
                <a:gd name="connsiteX1" fmla="*/ 76073 w 352043"/>
                <a:gd name="connsiteY1" fmla="*/ 51040 h 100406"/>
                <a:gd name="connsiteX2" fmla="*/ 200279 w 352043"/>
                <a:gd name="connsiteY2" fmla="*/ 80250 h 100406"/>
                <a:gd name="connsiteX3" fmla="*/ 319786 w 352043"/>
                <a:gd name="connsiteY3" fmla="*/ 99300 h 100406"/>
                <a:gd name="connsiteX4" fmla="*/ 352044 w 352043"/>
                <a:gd name="connsiteY4" fmla="*/ 56691 h 100406"/>
                <a:gd name="connsiteX5" fmla="*/ 350139 w 352043"/>
                <a:gd name="connsiteY5" fmla="*/ 70789 h 100406"/>
                <a:gd name="connsiteX6" fmla="*/ 0 w 352043"/>
                <a:gd name="connsiteY6" fmla="*/ -268 h 100406"/>
                <a:gd name="connsiteX7" fmla="*/ 826 w 352043"/>
                <a:gd name="connsiteY7" fmla="*/ 3860 h 100406"/>
                <a:gd name="connsiteX8" fmla="*/ 3810 w 352043"/>
                <a:gd name="connsiteY8" fmla="*/ 31990 h 10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043" h="100406">
                  <a:moveTo>
                    <a:pt x="3810" y="31990"/>
                  </a:moveTo>
                  <a:cubicBezTo>
                    <a:pt x="4254" y="36372"/>
                    <a:pt x="68897" y="49389"/>
                    <a:pt x="76073" y="51040"/>
                  </a:cubicBezTo>
                  <a:cubicBezTo>
                    <a:pt x="117221" y="61708"/>
                    <a:pt x="158623" y="71424"/>
                    <a:pt x="200279" y="80250"/>
                  </a:cubicBezTo>
                  <a:cubicBezTo>
                    <a:pt x="237363" y="88188"/>
                    <a:pt x="281686" y="103936"/>
                    <a:pt x="319786" y="99300"/>
                  </a:cubicBezTo>
                  <a:cubicBezTo>
                    <a:pt x="336741" y="97332"/>
                    <a:pt x="346139" y="70471"/>
                    <a:pt x="352044" y="56691"/>
                  </a:cubicBezTo>
                  <a:lnTo>
                    <a:pt x="350139" y="70789"/>
                  </a:lnTo>
                  <a:lnTo>
                    <a:pt x="0" y="-268"/>
                  </a:lnTo>
                  <a:lnTo>
                    <a:pt x="826" y="3860"/>
                  </a:lnTo>
                  <a:cubicBezTo>
                    <a:pt x="1842" y="13512"/>
                    <a:pt x="2794" y="22719"/>
                    <a:pt x="3810" y="31990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9587098" y="11923140"/>
              <a:ext cx="383043" cy="215213"/>
            </a:xfrm>
            <a:custGeom>
              <a:avLst/>
              <a:gdLst>
                <a:gd name="connsiteX0" fmla="*/ 380052 w 383043"/>
                <a:gd name="connsiteY0" fmla="*/ 73328 h 215213"/>
                <a:gd name="connsiteX1" fmla="*/ 356240 w 383043"/>
                <a:gd name="connsiteY1" fmla="*/ 81584 h 215213"/>
                <a:gd name="connsiteX2" fmla="*/ 297121 w 383043"/>
                <a:gd name="connsiteY2" fmla="*/ 53707 h 215213"/>
                <a:gd name="connsiteX3" fmla="*/ 291660 w 383043"/>
                <a:gd name="connsiteY3" fmla="*/ 62661 h 215213"/>
                <a:gd name="connsiteX4" fmla="*/ 317632 w 383043"/>
                <a:gd name="connsiteY4" fmla="*/ 75932 h 215213"/>
                <a:gd name="connsiteX5" fmla="*/ 307345 w 383043"/>
                <a:gd name="connsiteY5" fmla="*/ 18782 h 215213"/>
                <a:gd name="connsiteX6" fmla="*/ 249179 w 383043"/>
                <a:gd name="connsiteY6" fmla="*/ -268 h 215213"/>
                <a:gd name="connsiteX7" fmla="*/ 247972 w 383043"/>
                <a:gd name="connsiteY7" fmla="*/ 81711 h 215213"/>
                <a:gd name="connsiteX8" fmla="*/ 118940 w 383043"/>
                <a:gd name="connsiteY8" fmla="*/ 65327 h 215213"/>
                <a:gd name="connsiteX9" fmla="*/ 21150 w 383043"/>
                <a:gd name="connsiteY9" fmla="*/ 59359 h 215213"/>
                <a:gd name="connsiteX10" fmla="*/ 4323 w 383043"/>
                <a:gd name="connsiteY10" fmla="*/ 70915 h 215213"/>
                <a:gd name="connsiteX11" fmla="*/ 2355 w 383043"/>
                <a:gd name="connsiteY11" fmla="*/ 120890 h 215213"/>
                <a:gd name="connsiteX12" fmla="*/ 6482 w 383043"/>
                <a:gd name="connsiteY12" fmla="*/ 145591 h 215213"/>
                <a:gd name="connsiteX13" fmla="*/ 318331 w 383043"/>
                <a:gd name="connsiteY13" fmla="*/ 213219 h 215213"/>
                <a:gd name="connsiteX14" fmla="*/ 344937 w 383043"/>
                <a:gd name="connsiteY14" fmla="*/ 211187 h 215213"/>
                <a:gd name="connsiteX15" fmla="*/ 354843 w 383043"/>
                <a:gd name="connsiteY15" fmla="*/ 199693 h 215213"/>
                <a:gd name="connsiteX16" fmla="*/ 380243 w 383043"/>
                <a:gd name="connsiteY16" fmla="*/ 73710 h 21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043" h="215213">
                  <a:moveTo>
                    <a:pt x="380052" y="73328"/>
                  </a:moveTo>
                  <a:cubicBezTo>
                    <a:pt x="372813" y="77837"/>
                    <a:pt x="364685" y="80631"/>
                    <a:pt x="356240" y="81584"/>
                  </a:cubicBezTo>
                  <a:cubicBezTo>
                    <a:pt x="323220" y="85076"/>
                    <a:pt x="299661" y="56882"/>
                    <a:pt x="297121" y="53707"/>
                  </a:cubicBezTo>
                  <a:cubicBezTo>
                    <a:pt x="291597" y="58152"/>
                    <a:pt x="291597" y="61708"/>
                    <a:pt x="291660" y="62661"/>
                  </a:cubicBezTo>
                  <a:cubicBezTo>
                    <a:pt x="291660" y="69011"/>
                    <a:pt x="302138" y="75361"/>
                    <a:pt x="317632" y="75932"/>
                  </a:cubicBezTo>
                  <a:cubicBezTo>
                    <a:pt x="316743" y="69582"/>
                    <a:pt x="312996" y="44182"/>
                    <a:pt x="307345" y="18782"/>
                  </a:cubicBezTo>
                  <a:cubicBezTo>
                    <a:pt x="292041" y="7289"/>
                    <a:pt x="271086" y="2082"/>
                    <a:pt x="249179" y="-268"/>
                  </a:cubicBezTo>
                  <a:cubicBezTo>
                    <a:pt x="241369" y="26466"/>
                    <a:pt x="240924" y="54787"/>
                    <a:pt x="247972" y="81711"/>
                  </a:cubicBezTo>
                  <a:cubicBezTo>
                    <a:pt x="204348" y="83108"/>
                    <a:pt x="160787" y="77583"/>
                    <a:pt x="118940" y="65327"/>
                  </a:cubicBezTo>
                  <a:cubicBezTo>
                    <a:pt x="118940" y="65327"/>
                    <a:pt x="60838" y="47801"/>
                    <a:pt x="21150" y="59359"/>
                  </a:cubicBezTo>
                  <a:cubicBezTo>
                    <a:pt x="14356" y="61200"/>
                    <a:pt x="8450" y="65264"/>
                    <a:pt x="4323" y="70915"/>
                  </a:cubicBezTo>
                  <a:cubicBezTo>
                    <a:pt x="1593" y="74789"/>
                    <a:pt x="-2726" y="83108"/>
                    <a:pt x="2355" y="120890"/>
                  </a:cubicBezTo>
                  <a:cubicBezTo>
                    <a:pt x="3751" y="131431"/>
                    <a:pt x="5339" y="139940"/>
                    <a:pt x="6482" y="145591"/>
                  </a:cubicBezTo>
                  <a:cubicBezTo>
                    <a:pt x="175645" y="181977"/>
                    <a:pt x="298582" y="208202"/>
                    <a:pt x="318331" y="213219"/>
                  </a:cubicBezTo>
                  <a:cubicBezTo>
                    <a:pt x="327094" y="216076"/>
                    <a:pt x="336682" y="215378"/>
                    <a:pt x="344937" y="211187"/>
                  </a:cubicBezTo>
                  <a:cubicBezTo>
                    <a:pt x="349255" y="208393"/>
                    <a:pt x="352684" y="204392"/>
                    <a:pt x="354843" y="199693"/>
                  </a:cubicBezTo>
                  <a:cubicBezTo>
                    <a:pt x="379100" y="162483"/>
                    <a:pt x="388181" y="117398"/>
                    <a:pt x="380243" y="73710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/>
            <p:cNvSpPr/>
            <p:nvPr/>
          </p:nvSpPr>
          <p:spPr>
            <a:xfrm>
              <a:off x="9586345" y="11977705"/>
              <a:ext cx="119317" cy="115072"/>
            </a:xfrm>
            <a:custGeom>
              <a:avLst/>
              <a:gdLst>
                <a:gd name="connsiteX0" fmla="*/ 115121 w 119317"/>
                <a:gd name="connsiteY0" fmla="*/ 67786 h 115072"/>
                <a:gd name="connsiteX1" fmla="*/ 119248 w 119317"/>
                <a:gd name="connsiteY1" fmla="*/ 9429 h 115072"/>
                <a:gd name="connsiteX2" fmla="*/ 21459 w 119317"/>
                <a:gd name="connsiteY2" fmla="*/ 3714 h 115072"/>
                <a:gd name="connsiteX3" fmla="*/ 4440 w 119317"/>
                <a:gd name="connsiteY3" fmla="*/ 15462 h 115072"/>
                <a:gd name="connsiteX4" fmla="*/ 2409 w 119317"/>
                <a:gd name="connsiteY4" fmla="*/ 66262 h 115072"/>
                <a:gd name="connsiteX5" fmla="*/ 6535 w 119317"/>
                <a:gd name="connsiteY5" fmla="*/ 91281 h 115072"/>
                <a:gd name="connsiteX6" fmla="*/ 17077 w 119317"/>
                <a:gd name="connsiteY6" fmla="*/ 100425 h 115072"/>
                <a:gd name="connsiteX7" fmla="*/ 70671 w 119317"/>
                <a:gd name="connsiteY7" fmla="*/ 113760 h 115072"/>
                <a:gd name="connsiteX8" fmla="*/ 114676 w 119317"/>
                <a:gd name="connsiteY8" fmla="*/ 114522 h 115072"/>
                <a:gd name="connsiteX9" fmla="*/ 115121 w 119317"/>
                <a:gd name="connsiteY9" fmla="*/ 67786 h 11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317" h="115072">
                  <a:moveTo>
                    <a:pt x="115121" y="67786"/>
                  </a:moveTo>
                  <a:cubicBezTo>
                    <a:pt x="115121" y="55086"/>
                    <a:pt x="119947" y="29686"/>
                    <a:pt x="119248" y="9429"/>
                  </a:cubicBezTo>
                  <a:cubicBezTo>
                    <a:pt x="110930" y="7080"/>
                    <a:pt x="58352" y="-7017"/>
                    <a:pt x="21459" y="3714"/>
                  </a:cubicBezTo>
                  <a:cubicBezTo>
                    <a:pt x="14600" y="5556"/>
                    <a:pt x="8631" y="9747"/>
                    <a:pt x="4440" y="15462"/>
                  </a:cubicBezTo>
                  <a:cubicBezTo>
                    <a:pt x="1647" y="19399"/>
                    <a:pt x="-2799" y="28162"/>
                    <a:pt x="2409" y="66262"/>
                  </a:cubicBezTo>
                  <a:cubicBezTo>
                    <a:pt x="3805" y="76930"/>
                    <a:pt x="5456" y="85312"/>
                    <a:pt x="6535" y="91281"/>
                  </a:cubicBezTo>
                  <a:cubicBezTo>
                    <a:pt x="9710" y="94647"/>
                    <a:pt x="13267" y="97758"/>
                    <a:pt x="17077" y="100425"/>
                  </a:cubicBezTo>
                  <a:cubicBezTo>
                    <a:pt x="25649" y="106394"/>
                    <a:pt x="37270" y="111411"/>
                    <a:pt x="70671" y="113760"/>
                  </a:cubicBezTo>
                  <a:cubicBezTo>
                    <a:pt x="85339" y="114776"/>
                    <a:pt x="100008" y="115094"/>
                    <a:pt x="114676" y="114522"/>
                  </a:cubicBezTo>
                  <a:cubicBezTo>
                    <a:pt x="115121" y="98837"/>
                    <a:pt x="115121" y="83280"/>
                    <a:pt x="115121" y="67786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/>
            <p:cNvSpPr/>
            <p:nvPr/>
          </p:nvSpPr>
          <p:spPr>
            <a:xfrm>
              <a:off x="9908456" y="12066270"/>
              <a:ext cx="57297" cy="69825"/>
            </a:xfrm>
            <a:custGeom>
              <a:avLst/>
              <a:gdLst>
                <a:gd name="connsiteX0" fmla="*/ 43263 w 57297"/>
                <a:gd name="connsiteY0" fmla="*/ 37832 h 69825"/>
                <a:gd name="connsiteX1" fmla="*/ 57297 w 57297"/>
                <a:gd name="connsiteY1" fmla="*/ -268 h 69825"/>
                <a:gd name="connsiteX2" fmla="*/ 11260 w 57297"/>
                <a:gd name="connsiteY2" fmla="*/ 30529 h 69825"/>
                <a:gd name="connsiteX3" fmla="*/ 7450 w 57297"/>
                <a:gd name="connsiteY3" fmla="*/ 37260 h 69825"/>
                <a:gd name="connsiteX4" fmla="*/ 401 w 57297"/>
                <a:gd name="connsiteY4" fmla="*/ 59359 h 69825"/>
                <a:gd name="connsiteX5" fmla="*/ 8212 w 57297"/>
                <a:gd name="connsiteY5" fmla="*/ 68884 h 69825"/>
                <a:gd name="connsiteX6" fmla="*/ 28976 w 57297"/>
                <a:gd name="connsiteY6" fmla="*/ 60501 h 69825"/>
                <a:gd name="connsiteX7" fmla="*/ 43263 w 57297"/>
                <a:gd name="connsiteY7" fmla="*/ 37832 h 69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97" h="69825">
                  <a:moveTo>
                    <a:pt x="43263" y="37832"/>
                  </a:moveTo>
                  <a:cubicBezTo>
                    <a:pt x="49360" y="25703"/>
                    <a:pt x="54059" y="12940"/>
                    <a:pt x="57297" y="-268"/>
                  </a:cubicBezTo>
                  <a:cubicBezTo>
                    <a:pt x="41041" y="8622"/>
                    <a:pt x="25675" y="18909"/>
                    <a:pt x="11260" y="30529"/>
                  </a:cubicBezTo>
                  <a:cubicBezTo>
                    <a:pt x="9609" y="31863"/>
                    <a:pt x="9164" y="33895"/>
                    <a:pt x="7450" y="37260"/>
                  </a:cubicBezTo>
                  <a:cubicBezTo>
                    <a:pt x="1798" y="47928"/>
                    <a:pt x="-1123" y="53453"/>
                    <a:pt x="401" y="59359"/>
                  </a:cubicBezTo>
                  <a:cubicBezTo>
                    <a:pt x="1417" y="63549"/>
                    <a:pt x="4275" y="67105"/>
                    <a:pt x="8212" y="68884"/>
                  </a:cubicBezTo>
                  <a:cubicBezTo>
                    <a:pt x="15895" y="71868"/>
                    <a:pt x="24722" y="64185"/>
                    <a:pt x="28976" y="60501"/>
                  </a:cubicBezTo>
                  <a:cubicBezTo>
                    <a:pt x="35771" y="54469"/>
                    <a:pt x="40724" y="46595"/>
                    <a:pt x="43263" y="378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/>
            <p:cNvSpPr/>
            <p:nvPr/>
          </p:nvSpPr>
          <p:spPr>
            <a:xfrm>
              <a:off x="9787064" y="11969174"/>
              <a:ext cx="66547" cy="84305"/>
            </a:xfrm>
            <a:custGeom>
              <a:avLst/>
              <a:gdLst>
                <a:gd name="connsiteX0" fmla="*/ 3619 w 66547"/>
                <a:gd name="connsiteY0" fmla="*/ 39868 h 84305"/>
                <a:gd name="connsiteX1" fmla="*/ 16891 w 66547"/>
                <a:gd name="connsiteY1" fmla="*/ 70919 h 84305"/>
                <a:gd name="connsiteX2" fmla="*/ 23749 w 66547"/>
                <a:gd name="connsiteY2" fmla="*/ 78413 h 84305"/>
                <a:gd name="connsiteX3" fmla="*/ 43434 w 66547"/>
                <a:gd name="connsiteY3" fmla="*/ 83683 h 84305"/>
                <a:gd name="connsiteX4" fmla="*/ 53340 w 66547"/>
                <a:gd name="connsiteY4" fmla="*/ 80508 h 84305"/>
                <a:gd name="connsiteX5" fmla="*/ 65595 w 66547"/>
                <a:gd name="connsiteY5" fmla="*/ 64569 h 84305"/>
                <a:gd name="connsiteX6" fmla="*/ 66548 w 66547"/>
                <a:gd name="connsiteY6" fmla="*/ 57457 h 84305"/>
                <a:gd name="connsiteX7" fmla="*/ 62929 w 66547"/>
                <a:gd name="connsiteY7" fmla="*/ 43995 h 84305"/>
                <a:gd name="connsiteX8" fmla="*/ 49657 w 66547"/>
                <a:gd name="connsiteY8" fmla="*/ 12944 h 84305"/>
                <a:gd name="connsiteX9" fmla="*/ 33718 w 66547"/>
                <a:gd name="connsiteY9" fmla="*/ 689 h 84305"/>
                <a:gd name="connsiteX10" fmla="*/ 23114 w 66547"/>
                <a:gd name="connsiteY10" fmla="*/ 244 h 84305"/>
                <a:gd name="connsiteX11" fmla="*/ 13208 w 66547"/>
                <a:gd name="connsiteY11" fmla="*/ 3419 h 84305"/>
                <a:gd name="connsiteX12" fmla="*/ 953 w 66547"/>
                <a:gd name="connsiteY12" fmla="*/ 19357 h 84305"/>
                <a:gd name="connsiteX13" fmla="*/ 0 w 66547"/>
                <a:gd name="connsiteY13" fmla="*/ 26406 h 84305"/>
                <a:gd name="connsiteX14" fmla="*/ 3619 w 66547"/>
                <a:gd name="connsiteY14" fmla="*/ 39868 h 8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547" h="84305">
                  <a:moveTo>
                    <a:pt x="3619" y="39868"/>
                  </a:moveTo>
                  <a:lnTo>
                    <a:pt x="16891" y="70919"/>
                  </a:lnTo>
                  <a:cubicBezTo>
                    <a:pt x="18542" y="73968"/>
                    <a:pt x="20892" y="76507"/>
                    <a:pt x="23749" y="78413"/>
                  </a:cubicBezTo>
                  <a:cubicBezTo>
                    <a:pt x="29210" y="82985"/>
                    <a:pt x="36385" y="84890"/>
                    <a:pt x="43434" y="83683"/>
                  </a:cubicBezTo>
                  <a:cubicBezTo>
                    <a:pt x="46927" y="83493"/>
                    <a:pt x="50355" y="82413"/>
                    <a:pt x="53340" y="80508"/>
                  </a:cubicBezTo>
                  <a:cubicBezTo>
                    <a:pt x="59309" y="77016"/>
                    <a:pt x="63754" y="71301"/>
                    <a:pt x="65595" y="64569"/>
                  </a:cubicBezTo>
                  <a:lnTo>
                    <a:pt x="66548" y="57457"/>
                  </a:lnTo>
                  <a:cubicBezTo>
                    <a:pt x="66548" y="52758"/>
                    <a:pt x="65342" y="48060"/>
                    <a:pt x="62929" y="43995"/>
                  </a:cubicBezTo>
                  <a:lnTo>
                    <a:pt x="49657" y="12944"/>
                  </a:lnTo>
                  <a:cubicBezTo>
                    <a:pt x="45910" y="7166"/>
                    <a:pt x="40259" y="2848"/>
                    <a:pt x="33718" y="689"/>
                  </a:cubicBezTo>
                  <a:cubicBezTo>
                    <a:pt x="30290" y="-391"/>
                    <a:pt x="26606" y="-582"/>
                    <a:pt x="23114" y="244"/>
                  </a:cubicBezTo>
                  <a:cubicBezTo>
                    <a:pt x="19558" y="435"/>
                    <a:pt x="16192" y="1514"/>
                    <a:pt x="13208" y="3419"/>
                  </a:cubicBezTo>
                  <a:cubicBezTo>
                    <a:pt x="7239" y="6912"/>
                    <a:pt x="2794" y="12627"/>
                    <a:pt x="953" y="19357"/>
                  </a:cubicBezTo>
                  <a:lnTo>
                    <a:pt x="0" y="26406"/>
                  </a:lnTo>
                  <a:cubicBezTo>
                    <a:pt x="0" y="31168"/>
                    <a:pt x="1206" y="35804"/>
                    <a:pt x="3619" y="3986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/>
            <p:cNvSpPr/>
            <p:nvPr/>
          </p:nvSpPr>
          <p:spPr>
            <a:xfrm>
              <a:off x="9717658" y="11975337"/>
              <a:ext cx="67310" cy="78490"/>
            </a:xfrm>
            <a:custGeom>
              <a:avLst/>
              <a:gdLst>
                <a:gd name="connsiteX0" fmla="*/ 7874 w 67310"/>
                <a:gd name="connsiteY0" fmla="*/ 45198 h 78490"/>
                <a:gd name="connsiteX1" fmla="*/ 11685 w 67310"/>
                <a:gd name="connsiteY1" fmla="*/ 49643 h 78490"/>
                <a:gd name="connsiteX2" fmla="*/ 7557 w 67310"/>
                <a:gd name="connsiteY2" fmla="*/ 44309 h 78490"/>
                <a:gd name="connsiteX3" fmla="*/ 15177 w 67310"/>
                <a:gd name="connsiteY3" fmla="*/ 57391 h 78490"/>
                <a:gd name="connsiteX4" fmla="*/ 12447 w 67310"/>
                <a:gd name="connsiteY4" fmla="*/ 51041 h 78490"/>
                <a:gd name="connsiteX5" fmla="*/ 15049 w 67310"/>
                <a:gd name="connsiteY5" fmla="*/ 58597 h 78490"/>
                <a:gd name="connsiteX6" fmla="*/ 27305 w 67310"/>
                <a:gd name="connsiteY6" fmla="*/ 74535 h 78490"/>
                <a:gd name="connsiteX7" fmla="*/ 37211 w 67310"/>
                <a:gd name="connsiteY7" fmla="*/ 77710 h 78490"/>
                <a:gd name="connsiteX8" fmla="*/ 47816 w 67310"/>
                <a:gd name="connsiteY8" fmla="*/ 77266 h 78490"/>
                <a:gd name="connsiteX9" fmla="*/ 54166 w 67310"/>
                <a:gd name="connsiteY9" fmla="*/ 74535 h 78490"/>
                <a:gd name="connsiteX10" fmla="*/ 63691 w 67310"/>
                <a:gd name="connsiteY10" fmla="*/ 65010 h 78490"/>
                <a:gd name="connsiteX11" fmla="*/ 66358 w 67310"/>
                <a:gd name="connsiteY11" fmla="*/ 58660 h 78490"/>
                <a:gd name="connsiteX12" fmla="*/ 66358 w 67310"/>
                <a:gd name="connsiteY12" fmla="*/ 44500 h 78490"/>
                <a:gd name="connsiteX13" fmla="*/ 64072 w 67310"/>
                <a:gd name="connsiteY13" fmla="*/ 37515 h 78490"/>
                <a:gd name="connsiteX14" fmla="*/ 58230 w 67310"/>
                <a:gd name="connsiteY14" fmla="*/ 24815 h 78490"/>
                <a:gd name="connsiteX15" fmla="*/ 54293 w 67310"/>
                <a:gd name="connsiteY15" fmla="*/ 18465 h 78490"/>
                <a:gd name="connsiteX16" fmla="*/ 45530 w 67310"/>
                <a:gd name="connsiteY16" fmla="*/ 7542 h 78490"/>
                <a:gd name="connsiteX17" fmla="*/ 36957 w 67310"/>
                <a:gd name="connsiteY17" fmla="*/ 2018 h 78490"/>
                <a:gd name="connsiteX18" fmla="*/ 16383 w 67310"/>
                <a:gd name="connsiteY18" fmla="*/ 2018 h 78490"/>
                <a:gd name="connsiteX19" fmla="*/ 7810 w 67310"/>
                <a:gd name="connsiteY19" fmla="*/ 7542 h 78490"/>
                <a:gd name="connsiteX20" fmla="*/ 3620 w 67310"/>
                <a:gd name="connsiteY20" fmla="*/ 12941 h 78490"/>
                <a:gd name="connsiteX21" fmla="*/ 0 w 67310"/>
                <a:gd name="connsiteY21" fmla="*/ 26403 h 78490"/>
                <a:gd name="connsiteX22" fmla="*/ 953 w 67310"/>
                <a:gd name="connsiteY22" fmla="*/ 33451 h 78490"/>
                <a:gd name="connsiteX23" fmla="*/ 7810 w 67310"/>
                <a:gd name="connsiteY23" fmla="*/ 45262 h 7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310" h="78490">
                  <a:moveTo>
                    <a:pt x="7874" y="45198"/>
                  </a:moveTo>
                  <a:cubicBezTo>
                    <a:pt x="9208" y="46595"/>
                    <a:pt x="10478" y="48119"/>
                    <a:pt x="11685" y="49643"/>
                  </a:cubicBezTo>
                  <a:lnTo>
                    <a:pt x="7557" y="44309"/>
                  </a:lnTo>
                  <a:cubicBezTo>
                    <a:pt x="10605" y="48373"/>
                    <a:pt x="13208" y="52754"/>
                    <a:pt x="15177" y="57391"/>
                  </a:cubicBezTo>
                  <a:lnTo>
                    <a:pt x="12447" y="51041"/>
                  </a:lnTo>
                  <a:cubicBezTo>
                    <a:pt x="13462" y="53517"/>
                    <a:pt x="14351" y="56057"/>
                    <a:pt x="15049" y="58597"/>
                  </a:cubicBezTo>
                  <a:cubicBezTo>
                    <a:pt x="17145" y="65201"/>
                    <a:pt x="21463" y="70789"/>
                    <a:pt x="27305" y="74535"/>
                  </a:cubicBezTo>
                  <a:cubicBezTo>
                    <a:pt x="30226" y="76504"/>
                    <a:pt x="33655" y="77583"/>
                    <a:pt x="37211" y="77710"/>
                  </a:cubicBezTo>
                  <a:cubicBezTo>
                    <a:pt x="40704" y="78536"/>
                    <a:pt x="44386" y="78345"/>
                    <a:pt x="47816" y="77266"/>
                  </a:cubicBezTo>
                  <a:lnTo>
                    <a:pt x="54166" y="74535"/>
                  </a:lnTo>
                  <a:cubicBezTo>
                    <a:pt x="58103" y="72249"/>
                    <a:pt x="61405" y="68947"/>
                    <a:pt x="63691" y="65010"/>
                  </a:cubicBezTo>
                  <a:lnTo>
                    <a:pt x="66358" y="58660"/>
                  </a:lnTo>
                  <a:cubicBezTo>
                    <a:pt x="67628" y="54025"/>
                    <a:pt x="67628" y="49135"/>
                    <a:pt x="66358" y="44500"/>
                  </a:cubicBezTo>
                  <a:cubicBezTo>
                    <a:pt x="65722" y="42150"/>
                    <a:pt x="64960" y="39801"/>
                    <a:pt x="64072" y="37515"/>
                  </a:cubicBezTo>
                  <a:cubicBezTo>
                    <a:pt x="62357" y="33197"/>
                    <a:pt x="60452" y="28942"/>
                    <a:pt x="58230" y="24815"/>
                  </a:cubicBezTo>
                  <a:cubicBezTo>
                    <a:pt x="57086" y="22592"/>
                    <a:pt x="55753" y="20497"/>
                    <a:pt x="54293" y="18465"/>
                  </a:cubicBezTo>
                  <a:cubicBezTo>
                    <a:pt x="51562" y="14654"/>
                    <a:pt x="48641" y="11035"/>
                    <a:pt x="45530" y="7542"/>
                  </a:cubicBezTo>
                  <a:cubicBezTo>
                    <a:pt x="43180" y="5003"/>
                    <a:pt x="40260" y="3098"/>
                    <a:pt x="36957" y="2018"/>
                  </a:cubicBezTo>
                  <a:cubicBezTo>
                    <a:pt x="30417" y="-1030"/>
                    <a:pt x="22923" y="-1030"/>
                    <a:pt x="16383" y="2018"/>
                  </a:cubicBezTo>
                  <a:cubicBezTo>
                    <a:pt x="13081" y="3098"/>
                    <a:pt x="10160" y="5003"/>
                    <a:pt x="7810" y="7542"/>
                  </a:cubicBezTo>
                  <a:lnTo>
                    <a:pt x="3620" y="12941"/>
                  </a:lnTo>
                  <a:cubicBezTo>
                    <a:pt x="1207" y="17005"/>
                    <a:pt x="0" y="21640"/>
                    <a:pt x="0" y="26403"/>
                  </a:cubicBezTo>
                  <a:lnTo>
                    <a:pt x="953" y="33451"/>
                  </a:lnTo>
                  <a:cubicBezTo>
                    <a:pt x="2222" y="37896"/>
                    <a:pt x="4573" y="41960"/>
                    <a:pt x="7810" y="45262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/>
            <p:cNvSpPr/>
            <p:nvPr/>
          </p:nvSpPr>
          <p:spPr>
            <a:xfrm>
              <a:off x="9908730" y="10782533"/>
              <a:ext cx="1181162" cy="1146957"/>
            </a:xfrm>
            <a:custGeom>
              <a:avLst/>
              <a:gdLst>
                <a:gd name="connsiteX0" fmla="*/ 1173352 w 1181162"/>
                <a:gd name="connsiteY0" fmla="*/ 759149 h 1146957"/>
                <a:gd name="connsiteX1" fmla="*/ 1139126 w 1181162"/>
                <a:gd name="connsiteY1" fmla="*/ 747338 h 1146957"/>
                <a:gd name="connsiteX2" fmla="*/ 802576 w 1181162"/>
                <a:gd name="connsiteY2" fmla="*/ 631451 h 1146957"/>
                <a:gd name="connsiteX3" fmla="*/ 745426 w 1181162"/>
                <a:gd name="connsiteY3" fmla="*/ 48648 h 1146957"/>
                <a:gd name="connsiteX4" fmla="*/ 321945 w 1181162"/>
                <a:gd name="connsiteY4" fmla="*/ -120 h 1146957"/>
                <a:gd name="connsiteX5" fmla="*/ 313309 w 1181162"/>
                <a:gd name="connsiteY5" fmla="*/ 3118 h 1146957"/>
                <a:gd name="connsiteX6" fmla="*/ 0 w 1181162"/>
                <a:gd name="connsiteY6" fmla="*/ 1064140 h 1146957"/>
                <a:gd name="connsiteX7" fmla="*/ 125539 w 1181162"/>
                <a:gd name="connsiteY7" fmla="*/ 1146690 h 1146957"/>
                <a:gd name="connsiteX8" fmla="*/ 488886 w 1181162"/>
                <a:gd name="connsiteY8" fmla="*/ 284233 h 1146957"/>
                <a:gd name="connsiteX9" fmla="*/ 662241 w 1181162"/>
                <a:gd name="connsiteY9" fmla="*/ 808933 h 1146957"/>
                <a:gd name="connsiteX10" fmla="*/ 1181163 w 1181162"/>
                <a:gd name="connsiteY10" fmla="*/ 910152 h 114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1162" h="1146957">
                  <a:moveTo>
                    <a:pt x="1173352" y="759149"/>
                  </a:moveTo>
                  <a:lnTo>
                    <a:pt x="1139126" y="747338"/>
                  </a:lnTo>
                  <a:lnTo>
                    <a:pt x="802576" y="631451"/>
                  </a:lnTo>
                  <a:lnTo>
                    <a:pt x="745426" y="48648"/>
                  </a:lnTo>
                  <a:cubicBezTo>
                    <a:pt x="605155" y="16898"/>
                    <a:pt x="464565" y="-2152"/>
                    <a:pt x="321945" y="-120"/>
                  </a:cubicBezTo>
                  <a:lnTo>
                    <a:pt x="313309" y="3118"/>
                  </a:lnTo>
                  <a:cubicBezTo>
                    <a:pt x="313309" y="3118"/>
                    <a:pt x="42672" y="747338"/>
                    <a:pt x="0" y="1064140"/>
                  </a:cubicBezTo>
                  <a:lnTo>
                    <a:pt x="125539" y="1146690"/>
                  </a:lnTo>
                  <a:lnTo>
                    <a:pt x="488886" y="284233"/>
                  </a:lnTo>
                  <a:cubicBezTo>
                    <a:pt x="569277" y="537153"/>
                    <a:pt x="546671" y="773691"/>
                    <a:pt x="662241" y="808933"/>
                  </a:cubicBezTo>
                  <a:cubicBezTo>
                    <a:pt x="862647" y="870084"/>
                    <a:pt x="1181163" y="910152"/>
                    <a:pt x="1181163" y="910152"/>
                  </a:cubicBezTo>
                  <a:close/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/>
            <p:cNvSpPr/>
            <p:nvPr/>
          </p:nvSpPr>
          <p:spPr>
            <a:xfrm>
              <a:off x="10576306" y="10857861"/>
              <a:ext cx="101237" cy="183517"/>
            </a:xfrm>
            <a:custGeom>
              <a:avLst/>
              <a:gdLst>
                <a:gd name="connsiteX0" fmla="*/ 0 w 101237"/>
                <a:gd name="connsiteY0" fmla="*/ 4117 h 183517"/>
                <a:gd name="connsiteX1" fmla="*/ 28828 w 101237"/>
                <a:gd name="connsiteY1" fmla="*/ 128196 h 183517"/>
                <a:gd name="connsiteX2" fmla="*/ 50990 w 101237"/>
                <a:gd name="connsiteY2" fmla="*/ 167058 h 183517"/>
                <a:gd name="connsiteX3" fmla="*/ 97345 w 101237"/>
                <a:gd name="connsiteY3" fmla="*/ 183187 h 183517"/>
                <a:gd name="connsiteX4" fmla="*/ 97917 w 101237"/>
                <a:gd name="connsiteY4" fmla="*/ 175567 h 183517"/>
                <a:gd name="connsiteX5" fmla="*/ 52070 w 101237"/>
                <a:gd name="connsiteY5" fmla="*/ 158104 h 183517"/>
                <a:gd name="connsiteX6" fmla="*/ 33020 w 101237"/>
                <a:gd name="connsiteY6" fmla="*/ 113019 h 183517"/>
                <a:gd name="connsiteX7" fmla="*/ 7620 w 101237"/>
                <a:gd name="connsiteY7" fmla="*/ 2656 h 183517"/>
                <a:gd name="connsiteX8" fmla="*/ 126 w 101237"/>
                <a:gd name="connsiteY8" fmla="*/ 4117 h 18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237" h="183517">
                  <a:moveTo>
                    <a:pt x="0" y="4117"/>
                  </a:moveTo>
                  <a:cubicBezTo>
                    <a:pt x="9588" y="45455"/>
                    <a:pt x="18161" y="87175"/>
                    <a:pt x="28828" y="128196"/>
                  </a:cubicBezTo>
                  <a:cubicBezTo>
                    <a:pt x="31559" y="143290"/>
                    <a:pt x="39370" y="156999"/>
                    <a:pt x="50990" y="167058"/>
                  </a:cubicBezTo>
                  <a:cubicBezTo>
                    <a:pt x="64135" y="177218"/>
                    <a:pt x="81343" y="180329"/>
                    <a:pt x="97345" y="183187"/>
                  </a:cubicBezTo>
                  <a:cubicBezTo>
                    <a:pt x="102171" y="184012"/>
                    <a:pt x="102679" y="176392"/>
                    <a:pt x="97917" y="175567"/>
                  </a:cubicBezTo>
                  <a:cubicBezTo>
                    <a:pt x="82042" y="172773"/>
                    <a:pt x="64198" y="169598"/>
                    <a:pt x="52070" y="158104"/>
                  </a:cubicBezTo>
                  <a:cubicBezTo>
                    <a:pt x="39941" y="146611"/>
                    <a:pt x="36702" y="128767"/>
                    <a:pt x="33020" y="113019"/>
                  </a:cubicBezTo>
                  <a:lnTo>
                    <a:pt x="7620" y="2656"/>
                  </a:lnTo>
                  <a:cubicBezTo>
                    <a:pt x="6540" y="-2106"/>
                    <a:pt x="-953" y="-646"/>
                    <a:pt x="126" y="4117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/>
            <p:cNvSpPr/>
            <p:nvPr/>
          </p:nvSpPr>
          <p:spPr>
            <a:xfrm>
              <a:off x="10315524" y="11006776"/>
              <a:ext cx="72033" cy="39489"/>
            </a:xfrm>
            <a:custGeom>
              <a:avLst/>
              <a:gdLst>
                <a:gd name="connsiteX0" fmla="*/ 2019 w 72033"/>
                <a:gd name="connsiteY0" fmla="*/ 7031 h 39489"/>
                <a:gd name="connsiteX1" fmla="*/ 66027 w 72033"/>
                <a:gd name="connsiteY1" fmla="*/ 38781 h 39489"/>
                <a:gd name="connsiteX2" fmla="*/ 70028 w 72033"/>
                <a:gd name="connsiteY2" fmla="*/ 31923 h 39489"/>
                <a:gd name="connsiteX3" fmla="*/ 6019 w 72033"/>
                <a:gd name="connsiteY3" fmla="*/ 173 h 39489"/>
                <a:gd name="connsiteX4" fmla="*/ 2019 w 72033"/>
                <a:gd name="connsiteY4" fmla="*/ 7031 h 3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33" h="39489">
                  <a:moveTo>
                    <a:pt x="2019" y="7031"/>
                  </a:moveTo>
                  <a:lnTo>
                    <a:pt x="66027" y="38781"/>
                  </a:lnTo>
                  <a:cubicBezTo>
                    <a:pt x="70535" y="41003"/>
                    <a:pt x="74599" y="34208"/>
                    <a:pt x="70028" y="31923"/>
                  </a:cubicBezTo>
                  <a:lnTo>
                    <a:pt x="6019" y="173"/>
                  </a:lnTo>
                  <a:cubicBezTo>
                    <a:pt x="1447" y="-2050"/>
                    <a:pt x="-2553" y="4744"/>
                    <a:pt x="2019" y="7031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/>
            <p:cNvSpPr/>
            <p:nvPr/>
          </p:nvSpPr>
          <p:spPr>
            <a:xfrm>
              <a:off x="10281430" y="10941965"/>
              <a:ext cx="130889" cy="104250"/>
            </a:xfrm>
            <a:custGeom>
              <a:avLst/>
              <a:gdLst>
                <a:gd name="connsiteX0" fmla="*/ 1632 w 130889"/>
                <a:gd name="connsiteY0" fmla="*/ 6627 h 104250"/>
                <a:gd name="connsiteX1" fmla="*/ 123997 w 130889"/>
                <a:gd name="connsiteY1" fmla="*/ 102893 h 104250"/>
                <a:gd name="connsiteX2" fmla="*/ 129776 w 130889"/>
                <a:gd name="connsiteY2" fmla="*/ 97940 h 104250"/>
                <a:gd name="connsiteX3" fmla="*/ 5951 w 130889"/>
                <a:gd name="connsiteY3" fmla="*/ 404 h 104250"/>
                <a:gd name="connsiteX4" fmla="*/ 1632 w 130889"/>
                <a:gd name="connsiteY4" fmla="*/ 6754 h 10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89" h="104250">
                  <a:moveTo>
                    <a:pt x="1632" y="6627"/>
                  </a:moveTo>
                  <a:cubicBezTo>
                    <a:pt x="44875" y="35431"/>
                    <a:pt x="85833" y="67619"/>
                    <a:pt x="123997" y="102893"/>
                  </a:cubicBezTo>
                  <a:cubicBezTo>
                    <a:pt x="127552" y="106195"/>
                    <a:pt x="133331" y="101242"/>
                    <a:pt x="129776" y="97940"/>
                  </a:cubicBezTo>
                  <a:cubicBezTo>
                    <a:pt x="91167" y="62177"/>
                    <a:pt x="49765" y="29563"/>
                    <a:pt x="5951" y="404"/>
                  </a:cubicBezTo>
                  <a:cubicBezTo>
                    <a:pt x="1886" y="-2326"/>
                    <a:pt x="-2432" y="3960"/>
                    <a:pt x="1632" y="6754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10030067" y="10270870"/>
              <a:ext cx="390663" cy="551243"/>
            </a:xfrm>
            <a:custGeom>
              <a:avLst/>
              <a:gdLst>
                <a:gd name="connsiteX0" fmla="*/ 390664 w 390663"/>
                <a:gd name="connsiteY0" fmla="*/ -268 h 551243"/>
                <a:gd name="connsiteX1" fmla="*/ 321893 w 390663"/>
                <a:gd name="connsiteY1" fmla="*/ 33260 h 551243"/>
                <a:gd name="connsiteX2" fmla="*/ 280936 w 390663"/>
                <a:gd name="connsiteY2" fmla="*/ 51548 h 551243"/>
                <a:gd name="connsiteX3" fmla="*/ 253503 w 390663"/>
                <a:gd name="connsiteY3" fmla="*/ 28307 h 551243"/>
                <a:gd name="connsiteX4" fmla="*/ 213054 w 390663"/>
                <a:gd name="connsiteY4" fmla="*/ 83044 h 551243"/>
                <a:gd name="connsiteX5" fmla="*/ 200926 w 390663"/>
                <a:gd name="connsiteY5" fmla="*/ 93458 h 551243"/>
                <a:gd name="connsiteX6" fmla="*/ 184225 w 390663"/>
                <a:gd name="connsiteY6" fmla="*/ 122287 h 551243"/>
                <a:gd name="connsiteX7" fmla="*/ 179399 w 390663"/>
                <a:gd name="connsiteY7" fmla="*/ 134606 h 551243"/>
                <a:gd name="connsiteX8" fmla="*/ 14299 w 390663"/>
                <a:gd name="connsiteY8" fmla="*/ 331456 h 551243"/>
                <a:gd name="connsiteX9" fmla="*/ 107962 w 390663"/>
                <a:gd name="connsiteY9" fmla="*/ 473823 h 551243"/>
                <a:gd name="connsiteX10" fmla="*/ 175081 w 390663"/>
                <a:gd name="connsiteY10" fmla="*/ 393877 h 551243"/>
                <a:gd name="connsiteX11" fmla="*/ 172224 w 390663"/>
                <a:gd name="connsiteY11" fmla="*/ 430961 h 551243"/>
                <a:gd name="connsiteX12" fmla="*/ 173875 w 390663"/>
                <a:gd name="connsiteY12" fmla="*/ 546086 h 551243"/>
                <a:gd name="connsiteX13" fmla="*/ 176669 w 390663"/>
                <a:gd name="connsiteY13" fmla="*/ 546721 h 551243"/>
                <a:gd name="connsiteX14" fmla="*/ 178383 w 390663"/>
                <a:gd name="connsiteY14" fmla="*/ 535037 h 551243"/>
                <a:gd name="connsiteX15" fmla="*/ 178383 w 390663"/>
                <a:gd name="connsiteY15" fmla="*/ 547039 h 551243"/>
                <a:gd name="connsiteX16" fmla="*/ 196036 w 390663"/>
                <a:gd name="connsiteY16" fmla="*/ 550976 h 551243"/>
                <a:gd name="connsiteX17" fmla="*/ 306272 w 390663"/>
                <a:gd name="connsiteY17" fmla="*/ 528052 h 551243"/>
                <a:gd name="connsiteX18" fmla="*/ 318972 w 390663"/>
                <a:gd name="connsiteY18" fmla="*/ 456424 h 551243"/>
                <a:gd name="connsiteX19" fmla="*/ 368502 w 390663"/>
                <a:gd name="connsiteY19" fmla="*/ 449312 h 551243"/>
                <a:gd name="connsiteX20" fmla="*/ 375741 w 390663"/>
                <a:gd name="connsiteY20" fmla="*/ 194233 h 551243"/>
                <a:gd name="connsiteX21" fmla="*/ 390664 w 390663"/>
                <a:gd name="connsiteY21" fmla="*/ -268 h 551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0663" h="551243">
                  <a:moveTo>
                    <a:pt x="390664" y="-268"/>
                  </a:moveTo>
                  <a:cubicBezTo>
                    <a:pt x="368312" y="12058"/>
                    <a:pt x="345388" y="23246"/>
                    <a:pt x="321893" y="33260"/>
                  </a:cubicBezTo>
                  <a:cubicBezTo>
                    <a:pt x="304303" y="40880"/>
                    <a:pt x="294207" y="54914"/>
                    <a:pt x="280936" y="51548"/>
                  </a:cubicBezTo>
                  <a:cubicBezTo>
                    <a:pt x="265886" y="47738"/>
                    <a:pt x="264108" y="29577"/>
                    <a:pt x="253503" y="28307"/>
                  </a:cubicBezTo>
                  <a:cubicBezTo>
                    <a:pt x="245312" y="27355"/>
                    <a:pt x="232612" y="36626"/>
                    <a:pt x="213054" y="83044"/>
                  </a:cubicBezTo>
                  <a:cubicBezTo>
                    <a:pt x="208609" y="86022"/>
                    <a:pt x="204545" y="89515"/>
                    <a:pt x="200926" y="93458"/>
                  </a:cubicBezTo>
                  <a:cubicBezTo>
                    <a:pt x="193877" y="102132"/>
                    <a:pt x="188226" y="111860"/>
                    <a:pt x="184225" y="122287"/>
                  </a:cubicBezTo>
                  <a:cubicBezTo>
                    <a:pt x="182511" y="126287"/>
                    <a:pt x="181050" y="130479"/>
                    <a:pt x="179399" y="134606"/>
                  </a:cubicBezTo>
                  <a:cubicBezTo>
                    <a:pt x="119264" y="197090"/>
                    <a:pt x="53542" y="253986"/>
                    <a:pt x="14299" y="331456"/>
                  </a:cubicBezTo>
                  <a:cubicBezTo>
                    <a:pt x="-23229" y="405561"/>
                    <a:pt x="14871" y="498842"/>
                    <a:pt x="107962" y="473823"/>
                  </a:cubicBezTo>
                  <a:cubicBezTo>
                    <a:pt x="136410" y="466140"/>
                    <a:pt x="163270" y="435723"/>
                    <a:pt x="175081" y="393877"/>
                  </a:cubicBezTo>
                  <a:cubicBezTo>
                    <a:pt x="173938" y="405351"/>
                    <a:pt x="172986" y="417708"/>
                    <a:pt x="172224" y="430961"/>
                  </a:cubicBezTo>
                  <a:cubicBezTo>
                    <a:pt x="169620" y="480110"/>
                    <a:pt x="171335" y="531227"/>
                    <a:pt x="173875" y="546086"/>
                  </a:cubicBezTo>
                  <a:lnTo>
                    <a:pt x="176669" y="546721"/>
                  </a:lnTo>
                  <a:cubicBezTo>
                    <a:pt x="177558" y="542149"/>
                    <a:pt x="178192" y="534974"/>
                    <a:pt x="178383" y="535037"/>
                  </a:cubicBezTo>
                  <a:cubicBezTo>
                    <a:pt x="179082" y="539006"/>
                    <a:pt x="179082" y="543070"/>
                    <a:pt x="178383" y="547039"/>
                  </a:cubicBezTo>
                  <a:cubicBezTo>
                    <a:pt x="184289" y="548436"/>
                    <a:pt x="190130" y="549706"/>
                    <a:pt x="196036" y="550976"/>
                  </a:cubicBezTo>
                  <a:cubicBezTo>
                    <a:pt x="228675" y="529386"/>
                    <a:pt x="266458" y="525576"/>
                    <a:pt x="306272" y="528052"/>
                  </a:cubicBezTo>
                  <a:cubicBezTo>
                    <a:pt x="308114" y="509002"/>
                    <a:pt x="299160" y="469124"/>
                    <a:pt x="318972" y="456424"/>
                  </a:cubicBezTo>
                  <a:cubicBezTo>
                    <a:pt x="330720" y="448741"/>
                    <a:pt x="353643" y="457758"/>
                    <a:pt x="368502" y="449312"/>
                  </a:cubicBezTo>
                  <a:cubicBezTo>
                    <a:pt x="341896" y="371207"/>
                    <a:pt x="365390" y="266432"/>
                    <a:pt x="375741" y="194233"/>
                  </a:cubicBezTo>
                  <a:cubicBezTo>
                    <a:pt x="383933" y="133463"/>
                    <a:pt x="380821" y="64121"/>
                    <a:pt x="390664" y="-26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10250868" y="10270870"/>
              <a:ext cx="169862" cy="538353"/>
            </a:xfrm>
            <a:custGeom>
              <a:avLst/>
              <a:gdLst>
                <a:gd name="connsiteX0" fmla="*/ 169863 w 169862"/>
                <a:gd name="connsiteY0" fmla="*/ -268 h 538353"/>
                <a:gd name="connsiteX1" fmla="*/ 101092 w 169862"/>
                <a:gd name="connsiteY1" fmla="*/ 33260 h 538353"/>
                <a:gd name="connsiteX2" fmla="*/ 96012 w 169862"/>
                <a:gd name="connsiteY2" fmla="*/ 40245 h 538353"/>
                <a:gd name="connsiteX3" fmla="*/ 73533 w 169862"/>
                <a:gd name="connsiteY3" fmla="*/ 36181 h 538353"/>
                <a:gd name="connsiteX4" fmla="*/ 6223 w 169862"/>
                <a:gd name="connsiteY4" fmla="*/ 236143 h 538353"/>
                <a:gd name="connsiteX5" fmla="*/ 22542 w 169862"/>
                <a:gd name="connsiteY5" fmla="*/ 301484 h 538353"/>
                <a:gd name="connsiteX6" fmla="*/ 0 w 169862"/>
                <a:gd name="connsiteY6" fmla="*/ 538085 h 538353"/>
                <a:gd name="connsiteX7" fmla="*/ 85407 w 169862"/>
                <a:gd name="connsiteY7" fmla="*/ 527989 h 538353"/>
                <a:gd name="connsiteX8" fmla="*/ 98107 w 169862"/>
                <a:gd name="connsiteY8" fmla="*/ 456361 h 538353"/>
                <a:gd name="connsiteX9" fmla="*/ 147638 w 169862"/>
                <a:gd name="connsiteY9" fmla="*/ 449249 h 538353"/>
                <a:gd name="connsiteX10" fmla="*/ 154876 w 169862"/>
                <a:gd name="connsiteY10" fmla="*/ 194169 h 538353"/>
                <a:gd name="connsiteX11" fmla="*/ 169863 w 169862"/>
                <a:gd name="connsiteY11" fmla="*/ -268 h 53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9862" h="538353">
                  <a:moveTo>
                    <a:pt x="169863" y="-268"/>
                  </a:moveTo>
                  <a:cubicBezTo>
                    <a:pt x="118681" y="14591"/>
                    <a:pt x="103886" y="25577"/>
                    <a:pt x="101092" y="33260"/>
                  </a:cubicBezTo>
                  <a:cubicBezTo>
                    <a:pt x="100202" y="36092"/>
                    <a:pt x="98425" y="38550"/>
                    <a:pt x="96012" y="40245"/>
                  </a:cubicBezTo>
                  <a:cubicBezTo>
                    <a:pt x="89662" y="44055"/>
                    <a:pt x="80390" y="40245"/>
                    <a:pt x="73533" y="36181"/>
                  </a:cubicBezTo>
                  <a:cubicBezTo>
                    <a:pt x="7429" y="82599"/>
                    <a:pt x="-6097" y="161149"/>
                    <a:pt x="6223" y="236143"/>
                  </a:cubicBezTo>
                  <a:cubicBezTo>
                    <a:pt x="11811" y="269988"/>
                    <a:pt x="15367" y="265162"/>
                    <a:pt x="22542" y="301484"/>
                  </a:cubicBezTo>
                  <a:cubicBezTo>
                    <a:pt x="38226" y="381049"/>
                    <a:pt x="32893" y="463473"/>
                    <a:pt x="0" y="538085"/>
                  </a:cubicBezTo>
                  <a:cubicBezTo>
                    <a:pt x="27368" y="528560"/>
                    <a:pt x="56514" y="525119"/>
                    <a:pt x="85407" y="527989"/>
                  </a:cubicBezTo>
                  <a:cubicBezTo>
                    <a:pt x="87249" y="508939"/>
                    <a:pt x="78295" y="469061"/>
                    <a:pt x="98107" y="456361"/>
                  </a:cubicBezTo>
                  <a:cubicBezTo>
                    <a:pt x="109855" y="448677"/>
                    <a:pt x="132778" y="457694"/>
                    <a:pt x="147638" y="449249"/>
                  </a:cubicBezTo>
                  <a:cubicBezTo>
                    <a:pt x="121031" y="371143"/>
                    <a:pt x="144525" y="266368"/>
                    <a:pt x="154876" y="194169"/>
                  </a:cubicBezTo>
                  <a:cubicBezTo>
                    <a:pt x="163131" y="133463"/>
                    <a:pt x="160020" y="64121"/>
                    <a:pt x="169863" y="-268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10142367" y="10583040"/>
              <a:ext cx="52179" cy="100992"/>
            </a:xfrm>
            <a:custGeom>
              <a:avLst/>
              <a:gdLst>
                <a:gd name="connsiteX0" fmla="*/ 43731 w 52179"/>
                <a:gd name="connsiteY0" fmla="*/ 2395 h 100992"/>
                <a:gd name="connsiteX1" fmla="*/ 424 w 52179"/>
                <a:gd name="connsiteY1" fmla="*/ 95359 h 100992"/>
                <a:gd name="connsiteX2" fmla="*/ 8489 w 52179"/>
                <a:gd name="connsiteY2" fmla="*/ 98153 h 100992"/>
                <a:gd name="connsiteX3" fmla="*/ 51796 w 52179"/>
                <a:gd name="connsiteY3" fmla="*/ 5126 h 100992"/>
                <a:gd name="connsiteX4" fmla="*/ 43731 w 52179"/>
                <a:gd name="connsiteY4" fmla="*/ 2395 h 10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79" h="100992">
                  <a:moveTo>
                    <a:pt x="43731" y="2395"/>
                  </a:moveTo>
                  <a:cubicBezTo>
                    <a:pt x="29761" y="33593"/>
                    <a:pt x="15347" y="64581"/>
                    <a:pt x="424" y="95359"/>
                  </a:cubicBezTo>
                  <a:cubicBezTo>
                    <a:pt x="-1925" y="100312"/>
                    <a:pt x="6139" y="103043"/>
                    <a:pt x="8489" y="98153"/>
                  </a:cubicBezTo>
                  <a:cubicBezTo>
                    <a:pt x="23411" y="67375"/>
                    <a:pt x="37889" y="36368"/>
                    <a:pt x="51796" y="5126"/>
                  </a:cubicBezTo>
                  <a:cubicBezTo>
                    <a:pt x="54018" y="109"/>
                    <a:pt x="45953" y="-2621"/>
                    <a:pt x="43731" y="239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10367042" y="10271819"/>
              <a:ext cx="571497" cy="622621"/>
            </a:xfrm>
            <a:custGeom>
              <a:avLst/>
              <a:gdLst>
                <a:gd name="connsiteX0" fmla="*/ 51593 w 571497"/>
                <a:gd name="connsiteY0" fmla="*/ 467541 h 622621"/>
                <a:gd name="connsiteX1" fmla="*/ 248443 w 571497"/>
                <a:gd name="connsiteY1" fmla="*/ 595875 h 622621"/>
                <a:gd name="connsiteX2" fmla="*/ 317150 w 571497"/>
                <a:gd name="connsiteY2" fmla="*/ 622354 h 622621"/>
                <a:gd name="connsiteX3" fmla="*/ 349789 w 571497"/>
                <a:gd name="connsiteY3" fmla="*/ 618989 h 622621"/>
                <a:gd name="connsiteX4" fmla="*/ 518254 w 571497"/>
                <a:gd name="connsiteY4" fmla="*/ 540629 h 622621"/>
                <a:gd name="connsiteX5" fmla="*/ 563784 w 571497"/>
                <a:gd name="connsiteY5" fmla="*/ 366703 h 622621"/>
                <a:gd name="connsiteX6" fmla="*/ 536162 w 571497"/>
                <a:gd name="connsiteY6" fmla="*/ 312982 h 622621"/>
                <a:gd name="connsiteX7" fmla="*/ 375570 w 571497"/>
                <a:gd name="connsiteY7" fmla="*/ 76445 h 622621"/>
                <a:gd name="connsiteX8" fmla="*/ 303815 w 571497"/>
                <a:gd name="connsiteY8" fmla="*/ 9134 h 622621"/>
                <a:gd name="connsiteX9" fmla="*/ 139731 w 571497"/>
                <a:gd name="connsiteY9" fmla="*/ 34153 h 622621"/>
                <a:gd name="connsiteX10" fmla="*/ 11334 w 571497"/>
                <a:gd name="connsiteY10" fmla="*/ 446903 h 622621"/>
                <a:gd name="connsiteX11" fmla="*/ 51593 w 571497"/>
                <a:gd name="connsiteY11" fmla="*/ 467541 h 62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1497" h="622621">
                  <a:moveTo>
                    <a:pt x="51593" y="467541"/>
                  </a:moveTo>
                  <a:cubicBezTo>
                    <a:pt x="103282" y="531041"/>
                    <a:pt x="172751" y="567236"/>
                    <a:pt x="248443" y="595875"/>
                  </a:cubicBezTo>
                  <a:cubicBezTo>
                    <a:pt x="271239" y="604574"/>
                    <a:pt x="294163" y="613527"/>
                    <a:pt x="317150" y="622354"/>
                  </a:cubicBezTo>
                  <a:cubicBezTo>
                    <a:pt x="328072" y="621592"/>
                    <a:pt x="338930" y="620576"/>
                    <a:pt x="349789" y="618989"/>
                  </a:cubicBezTo>
                  <a:cubicBezTo>
                    <a:pt x="412273" y="610035"/>
                    <a:pt x="474376" y="585969"/>
                    <a:pt x="518254" y="540629"/>
                  </a:cubicBezTo>
                  <a:cubicBezTo>
                    <a:pt x="562133" y="495290"/>
                    <a:pt x="584294" y="426329"/>
                    <a:pt x="563784" y="366703"/>
                  </a:cubicBezTo>
                  <a:cubicBezTo>
                    <a:pt x="556609" y="347818"/>
                    <a:pt x="547338" y="329803"/>
                    <a:pt x="536162" y="312982"/>
                  </a:cubicBezTo>
                  <a:cubicBezTo>
                    <a:pt x="486251" y="231784"/>
                    <a:pt x="432720" y="152943"/>
                    <a:pt x="375570" y="76445"/>
                  </a:cubicBezTo>
                  <a:cubicBezTo>
                    <a:pt x="355694" y="49901"/>
                    <a:pt x="334168" y="22596"/>
                    <a:pt x="303815" y="9134"/>
                  </a:cubicBezTo>
                  <a:cubicBezTo>
                    <a:pt x="251618" y="-14106"/>
                    <a:pt x="191611" y="10151"/>
                    <a:pt x="139731" y="34153"/>
                  </a:cubicBezTo>
                  <a:cubicBezTo>
                    <a:pt x="139731" y="34153"/>
                    <a:pt x="-47149" y="252403"/>
                    <a:pt x="11334" y="446903"/>
                  </a:cubicBezTo>
                  <a:cubicBezTo>
                    <a:pt x="27273" y="447100"/>
                    <a:pt x="42131" y="454739"/>
                    <a:pt x="51593" y="467541"/>
                  </a:cubicBezTo>
                  <a:close/>
                </a:path>
              </a:pathLst>
            </a:custGeom>
            <a:solidFill>
              <a:srgbClr val="838F6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/>
            <p:cNvSpPr/>
            <p:nvPr/>
          </p:nvSpPr>
          <p:spPr>
            <a:xfrm>
              <a:off x="10724823" y="10386495"/>
              <a:ext cx="133258" cy="157120"/>
            </a:xfrm>
            <a:custGeom>
              <a:avLst/>
              <a:gdLst>
                <a:gd name="connsiteX0" fmla="*/ 327 w 133258"/>
                <a:gd name="connsiteY0" fmla="*/ 41778 h 157120"/>
                <a:gd name="connsiteX1" fmla="*/ 32584 w 133258"/>
                <a:gd name="connsiteY1" fmla="*/ 116962 h 157120"/>
                <a:gd name="connsiteX2" fmla="*/ 65668 w 133258"/>
                <a:gd name="connsiteY2" fmla="*/ 155697 h 157120"/>
                <a:gd name="connsiteX3" fmla="*/ 132216 w 133258"/>
                <a:gd name="connsiteY3" fmla="*/ 114422 h 157120"/>
                <a:gd name="connsiteX4" fmla="*/ 105737 w 133258"/>
                <a:gd name="connsiteY4" fmla="*/ 53652 h 157120"/>
                <a:gd name="connsiteX5" fmla="*/ 57477 w 133258"/>
                <a:gd name="connsiteY5" fmla="*/ -259 h 157120"/>
                <a:gd name="connsiteX6" fmla="*/ 37093 w 133258"/>
                <a:gd name="connsiteY6" fmla="*/ 6091 h 157120"/>
                <a:gd name="connsiteX7" fmla="*/ 327 w 133258"/>
                <a:gd name="connsiteY7" fmla="*/ 41778 h 15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258" h="157120">
                  <a:moveTo>
                    <a:pt x="327" y="41778"/>
                  </a:moveTo>
                  <a:cubicBezTo>
                    <a:pt x="-2467" y="59685"/>
                    <a:pt x="13027" y="81084"/>
                    <a:pt x="32584" y="116962"/>
                  </a:cubicBezTo>
                  <a:cubicBezTo>
                    <a:pt x="41094" y="132964"/>
                    <a:pt x="50936" y="150236"/>
                    <a:pt x="65668" y="155697"/>
                  </a:cubicBezTo>
                  <a:cubicBezTo>
                    <a:pt x="84718" y="162682"/>
                    <a:pt x="125739" y="136647"/>
                    <a:pt x="132216" y="114422"/>
                  </a:cubicBezTo>
                  <a:cubicBezTo>
                    <a:pt x="138693" y="92197"/>
                    <a:pt x="113166" y="76322"/>
                    <a:pt x="105737" y="53652"/>
                  </a:cubicBezTo>
                  <a:cubicBezTo>
                    <a:pt x="97291" y="27109"/>
                    <a:pt x="80337" y="-831"/>
                    <a:pt x="57477" y="-259"/>
                  </a:cubicBezTo>
                  <a:cubicBezTo>
                    <a:pt x="50301" y="331"/>
                    <a:pt x="43316" y="2497"/>
                    <a:pt x="37093" y="6091"/>
                  </a:cubicBezTo>
                  <a:cubicBezTo>
                    <a:pt x="13027" y="18918"/>
                    <a:pt x="2296" y="29522"/>
                    <a:pt x="327" y="41778"/>
                  </a:cubicBezTo>
                  <a:close/>
                </a:path>
              </a:pathLst>
            </a:custGeom>
            <a:solidFill>
              <a:srgbClr val="D1A24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/>
            <p:cNvSpPr/>
            <p:nvPr/>
          </p:nvSpPr>
          <p:spPr>
            <a:xfrm>
              <a:off x="10172890" y="10343814"/>
              <a:ext cx="77025" cy="141305"/>
            </a:xfrm>
            <a:custGeom>
              <a:avLst/>
              <a:gdLst>
                <a:gd name="connsiteX0" fmla="*/ 15049 w 77025"/>
                <a:gd name="connsiteY0" fmla="*/ 112590 h 141305"/>
                <a:gd name="connsiteX1" fmla="*/ 635 w 77025"/>
                <a:gd name="connsiteY1" fmla="*/ 132084 h 141305"/>
                <a:gd name="connsiteX2" fmla="*/ 0 w 77025"/>
                <a:gd name="connsiteY2" fmla="*/ 141037 h 141305"/>
                <a:gd name="connsiteX3" fmla="*/ 11113 w 77025"/>
                <a:gd name="connsiteY3" fmla="*/ 134687 h 141305"/>
                <a:gd name="connsiteX4" fmla="*/ 67818 w 77025"/>
                <a:gd name="connsiteY4" fmla="*/ 25785 h 141305"/>
                <a:gd name="connsiteX5" fmla="*/ 77026 w 77025"/>
                <a:gd name="connsiteY5" fmla="*/ 2798 h 141305"/>
                <a:gd name="connsiteX6" fmla="*/ 49213 w 77025"/>
                <a:gd name="connsiteY6" fmla="*/ 9231 h 141305"/>
                <a:gd name="connsiteX7" fmla="*/ 46418 w 77025"/>
                <a:gd name="connsiteY7" fmla="*/ 16578 h 14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025" h="141305">
                  <a:moveTo>
                    <a:pt x="15049" y="112590"/>
                  </a:moveTo>
                  <a:cubicBezTo>
                    <a:pt x="12319" y="120381"/>
                    <a:pt x="7303" y="127175"/>
                    <a:pt x="635" y="132084"/>
                  </a:cubicBezTo>
                  <a:cubicBezTo>
                    <a:pt x="191" y="137672"/>
                    <a:pt x="0" y="141037"/>
                    <a:pt x="0" y="141037"/>
                  </a:cubicBezTo>
                  <a:lnTo>
                    <a:pt x="11113" y="134687"/>
                  </a:lnTo>
                  <a:cubicBezTo>
                    <a:pt x="33020" y="100017"/>
                    <a:pt x="51943" y="63593"/>
                    <a:pt x="67818" y="25785"/>
                  </a:cubicBezTo>
                  <a:cubicBezTo>
                    <a:pt x="71056" y="18038"/>
                    <a:pt x="74168" y="10418"/>
                    <a:pt x="77026" y="2798"/>
                  </a:cubicBezTo>
                  <a:cubicBezTo>
                    <a:pt x="67564" y="-3107"/>
                    <a:pt x="55118" y="-225"/>
                    <a:pt x="49213" y="9231"/>
                  </a:cubicBezTo>
                  <a:cubicBezTo>
                    <a:pt x="47816" y="11479"/>
                    <a:pt x="46863" y="13974"/>
                    <a:pt x="46418" y="16578"/>
                  </a:cubicBezTo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/>
            <p:cNvSpPr/>
            <p:nvPr/>
          </p:nvSpPr>
          <p:spPr>
            <a:xfrm>
              <a:off x="10182490" y="10571543"/>
              <a:ext cx="26404" cy="198691"/>
            </a:xfrm>
            <a:custGeom>
              <a:avLst/>
              <a:gdLst>
                <a:gd name="connsiteX0" fmla="*/ 26404 w 26404"/>
                <a:gd name="connsiteY0" fmla="*/ 1573 h 198691"/>
                <a:gd name="connsiteX1" fmla="*/ 19356 w 26404"/>
                <a:gd name="connsiteY1" fmla="*/ 198423 h 198691"/>
                <a:gd name="connsiteX2" fmla="*/ 306 w 26404"/>
                <a:gd name="connsiteY2" fmla="*/ 129399 h 198691"/>
                <a:gd name="connsiteX3" fmla="*/ 12562 w 26404"/>
                <a:gd name="connsiteY3" fmla="*/ -26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04" h="198691">
                  <a:moveTo>
                    <a:pt x="26404" y="1573"/>
                  </a:moveTo>
                  <a:lnTo>
                    <a:pt x="19356" y="198423"/>
                  </a:lnTo>
                  <a:cubicBezTo>
                    <a:pt x="19356" y="198423"/>
                    <a:pt x="2910" y="138479"/>
                    <a:pt x="306" y="129399"/>
                  </a:cubicBezTo>
                  <a:cubicBezTo>
                    <a:pt x="-2297" y="120318"/>
                    <a:pt x="12562" y="-268"/>
                    <a:pt x="12562" y="-268"/>
                  </a:cubicBezTo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/>
            <p:cNvSpPr/>
            <p:nvPr/>
          </p:nvSpPr>
          <p:spPr>
            <a:xfrm>
              <a:off x="10182536" y="10626534"/>
              <a:ext cx="23881" cy="143700"/>
            </a:xfrm>
            <a:custGeom>
              <a:avLst/>
              <a:gdLst>
                <a:gd name="connsiteX0" fmla="*/ 23882 w 23881"/>
                <a:gd name="connsiteY0" fmla="*/ 16052 h 143700"/>
                <a:gd name="connsiteX1" fmla="*/ 19309 w 23881"/>
                <a:gd name="connsiteY1" fmla="*/ 143433 h 143700"/>
                <a:gd name="connsiteX2" fmla="*/ 259 w 23881"/>
                <a:gd name="connsiteY2" fmla="*/ 74408 h 143700"/>
                <a:gd name="connsiteX3" fmla="*/ 6165 w 23881"/>
                <a:gd name="connsiteY3" fmla="*/ -268 h 143700"/>
                <a:gd name="connsiteX4" fmla="*/ 23882 w 23881"/>
                <a:gd name="connsiteY4" fmla="*/ 16052 h 14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81" h="143700">
                  <a:moveTo>
                    <a:pt x="23882" y="16052"/>
                  </a:moveTo>
                  <a:lnTo>
                    <a:pt x="19309" y="143433"/>
                  </a:lnTo>
                  <a:cubicBezTo>
                    <a:pt x="19309" y="143433"/>
                    <a:pt x="2863" y="83489"/>
                    <a:pt x="259" y="74408"/>
                  </a:cubicBezTo>
                  <a:cubicBezTo>
                    <a:pt x="-1010" y="69582"/>
                    <a:pt x="2609" y="32879"/>
                    <a:pt x="6165" y="-268"/>
                  </a:cubicBezTo>
                  <a:cubicBezTo>
                    <a:pt x="12261" y="5320"/>
                    <a:pt x="18103" y="10781"/>
                    <a:pt x="23882" y="16052"/>
                  </a:cubicBezTo>
                  <a:close/>
                </a:path>
              </a:pathLst>
            </a:custGeom>
            <a:solidFill>
              <a:srgbClr val="4D559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/>
            <p:cNvSpPr/>
            <p:nvPr/>
          </p:nvSpPr>
          <p:spPr>
            <a:xfrm>
              <a:off x="10283317" y="10798937"/>
              <a:ext cx="378332" cy="112776"/>
            </a:xfrm>
            <a:custGeom>
              <a:avLst/>
              <a:gdLst>
                <a:gd name="connsiteX0" fmla="*/ 220663 w 378332"/>
                <a:gd name="connsiteY0" fmla="*/ 75741 h 112776"/>
                <a:gd name="connsiteX1" fmla="*/ 344614 w 378332"/>
                <a:gd name="connsiteY1" fmla="*/ 103301 h 112776"/>
                <a:gd name="connsiteX2" fmla="*/ 378333 w 378332"/>
                <a:gd name="connsiteY2" fmla="*/ 112508 h 112776"/>
                <a:gd name="connsiteX3" fmla="*/ 371348 w 378332"/>
                <a:gd name="connsiteY3" fmla="*/ 430 h 112776"/>
                <a:gd name="connsiteX4" fmla="*/ 0 w 378332"/>
                <a:gd name="connsiteY4" fmla="*/ -268 h 112776"/>
                <a:gd name="connsiteX5" fmla="*/ 3683 w 378332"/>
                <a:gd name="connsiteY5" fmla="*/ 8749 h 112776"/>
                <a:gd name="connsiteX6" fmla="*/ 220663 w 378332"/>
                <a:gd name="connsiteY6" fmla="*/ 75741 h 1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8332" h="112776">
                  <a:moveTo>
                    <a:pt x="220663" y="75741"/>
                  </a:moveTo>
                  <a:cubicBezTo>
                    <a:pt x="232028" y="77901"/>
                    <a:pt x="280415" y="86473"/>
                    <a:pt x="344614" y="103301"/>
                  </a:cubicBezTo>
                  <a:cubicBezTo>
                    <a:pt x="358901" y="107047"/>
                    <a:pt x="370522" y="110285"/>
                    <a:pt x="378333" y="112508"/>
                  </a:cubicBezTo>
                  <a:cubicBezTo>
                    <a:pt x="375983" y="75170"/>
                    <a:pt x="373697" y="37813"/>
                    <a:pt x="371348" y="430"/>
                  </a:cubicBezTo>
                  <a:lnTo>
                    <a:pt x="0" y="-268"/>
                  </a:lnTo>
                  <a:lnTo>
                    <a:pt x="3683" y="8749"/>
                  </a:lnTo>
                  <a:cubicBezTo>
                    <a:pt x="115760" y="51167"/>
                    <a:pt x="180911" y="68376"/>
                    <a:pt x="220663" y="75741"/>
                  </a:cubicBezTo>
                  <a:close/>
                </a:path>
              </a:pathLst>
            </a:custGeom>
            <a:solidFill>
              <a:srgbClr val="42466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10267636" y="10251137"/>
              <a:ext cx="349563" cy="574501"/>
            </a:xfrm>
            <a:custGeom>
              <a:avLst/>
              <a:gdLst>
                <a:gd name="connsiteX0" fmla="*/ 249043 w 349563"/>
                <a:gd name="connsiteY0" fmla="*/ 19910 h 574501"/>
                <a:gd name="connsiteX1" fmla="*/ 247074 w 349563"/>
                <a:gd name="connsiteY1" fmla="*/ 17434 h 574501"/>
                <a:gd name="connsiteX2" fmla="*/ 230882 w 349563"/>
                <a:gd name="connsiteY2" fmla="*/ 8798 h 574501"/>
                <a:gd name="connsiteX3" fmla="*/ 7108 w 349563"/>
                <a:gd name="connsiteY3" fmla="*/ 242668 h 574501"/>
                <a:gd name="connsiteX4" fmla="*/ 44827 w 349563"/>
                <a:gd name="connsiteY4" fmla="*/ 382368 h 574501"/>
                <a:gd name="connsiteX5" fmla="*/ 27047 w 349563"/>
                <a:gd name="connsiteY5" fmla="*/ 513051 h 574501"/>
                <a:gd name="connsiteX6" fmla="*/ 24444 w 349563"/>
                <a:gd name="connsiteY6" fmla="*/ 550135 h 574501"/>
                <a:gd name="connsiteX7" fmla="*/ 46414 w 349563"/>
                <a:gd name="connsiteY7" fmla="*/ 559851 h 574501"/>
                <a:gd name="connsiteX8" fmla="*/ 349563 w 349563"/>
                <a:gd name="connsiteY8" fmla="*/ 565248 h 574501"/>
                <a:gd name="connsiteX9" fmla="*/ 254821 w 349563"/>
                <a:gd name="connsiteY9" fmla="*/ 40802 h 574501"/>
                <a:gd name="connsiteX10" fmla="*/ 249043 w 349563"/>
                <a:gd name="connsiteY10" fmla="*/ 19910 h 5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563" h="574501">
                  <a:moveTo>
                    <a:pt x="249043" y="19910"/>
                  </a:moveTo>
                  <a:cubicBezTo>
                    <a:pt x="248408" y="19047"/>
                    <a:pt x="247773" y="18221"/>
                    <a:pt x="247074" y="17434"/>
                  </a:cubicBezTo>
                  <a:cubicBezTo>
                    <a:pt x="242566" y="13173"/>
                    <a:pt x="236978" y="10195"/>
                    <a:pt x="230882" y="8798"/>
                  </a:cubicBezTo>
                  <a:cubicBezTo>
                    <a:pt x="79625" y="-37875"/>
                    <a:pt x="-29468" y="104048"/>
                    <a:pt x="7108" y="242668"/>
                  </a:cubicBezTo>
                  <a:cubicBezTo>
                    <a:pt x="19808" y="289468"/>
                    <a:pt x="38858" y="334616"/>
                    <a:pt x="44827" y="382368"/>
                  </a:cubicBezTo>
                  <a:cubicBezTo>
                    <a:pt x="50288" y="426736"/>
                    <a:pt x="44192" y="471764"/>
                    <a:pt x="27047" y="513051"/>
                  </a:cubicBezTo>
                  <a:cubicBezTo>
                    <a:pt x="21967" y="525116"/>
                    <a:pt x="16316" y="539912"/>
                    <a:pt x="24444" y="550135"/>
                  </a:cubicBezTo>
                  <a:cubicBezTo>
                    <a:pt x="30349" y="555920"/>
                    <a:pt x="38159" y="559368"/>
                    <a:pt x="46414" y="559851"/>
                  </a:cubicBezTo>
                  <a:cubicBezTo>
                    <a:pt x="146618" y="577008"/>
                    <a:pt x="248852" y="578825"/>
                    <a:pt x="349563" y="565248"/>
                  </a:cubicBezTo>
                  <a:cubicBezTo>
                    <a:pt x="305431" y="392935"/>
                    <a:pt x="273745" y="217668"/>
                    <a:pt x="254821" y="40802"/>
                  </a:cubicBezTo>
                  <a:cubicBezTo>
                    <a:pt x="254568" y="33474"/>
                    <a:pt x="252599" y="26311"/>
                    <a:pt x="249043" y="199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10392219" y="10249852"/>
              <a:ext cx="305816" cy="576085"/>
            </a:xfrm>
            <a:custGeom>
              <a:avLst/>
              <a:gdLst>
                <a:gd name="connsiteX0" fmla="*/ 160401 w 305816"/>
                <a:gd name="connsiteY0" fmla="*/ -268 h 576085"/>
                <a:gd name="connsiteX1" fmla="*/ 127953 w 305816"/>
                <a:gd name="connsiteY1" fmla="*/ 13512 h 576085"/>
                <a:gd name="connsiteX2" fmla="*/ 69597 w 305816"/>
                <a:gd name="connsiteY2" fmla="*/ 286117 h 576085"/>
                <a:gd name="connsiteX3" fmla="*/ 45466 w 305816"/>
                <a:gd name="connsiteY3" fmla="*/ 494968 h 576085"/>
                <a:gd name="connsiteX4" fmla="*/ 0 w 305816"/>
                <a:gd name="connsiteY4" fmla="*/ 571169 h 576085"/>
                <a:gd name="connsiteX5" fmla="*/ 130112 w 305816"/>
                <a:gd name="connsiteY5" fmla="*/ 569645 h 576085"/>
                <a:gd name="connsiteX6" fmla="*/ 219964 w 305816"/>
                <a:gd name="connsiteY6" fmla="*/ 552944 h 576085"/>
                <a:gd name="connsiteX7" fmla="*/ 305816 w 305816"/>
                <a:gd name="connsiteY7" fmla="*/ 557072 h 576085"/>
                <a:gd name="connsiteX8" fmla="*/ 160401 w 305816"/>
                <a:gd name="connsiteY8" fmla="*/ -268 h 576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816" h="576085">
                  <a:moveTo>
                    <a:pt x="160401" y="-268"/>
                  </a:moveTo>
                  <a:lnTo>
                    <a:pt x="127953" y="13512"/>
                  </a:lnTo>
                  <a:cubicBezTo>
                    <a:pt x="77661" y="128828"/>
                    <a:pt x="68136" y="221093"/>
                    <a:pt x="69597" y="286117"/>
                  </a:cubicBezTo>
                  <a:cubicBezTo>
                    <a:pt x="70866" y="340791"/>
                    <a:pt x="80709" y="412355"/>
                    <a:pt x="45466" y="494968"/>
                  </a:cubicBezTo>
                  <a:cubicBezTo>
                    <a:pt x="33782" y="522280"/>
                    <a:pt x="18479" y="547902"/>
                    <a:pt x="0" y="571169"/>
                  </a:cubicBezTo>
                  <a:cubicBezTo>
                    <a:pt x="43180" y="577843"/>
                    <a:pt x="87123" y="577328"/>
                    <a:pt x="130112" y="569645"/>
                  </a:cubicBezTo>
                  <a:cubicBezTo>
                    <a:pt x="161354" y="563866"/>
                    <a:pt x="181611" y="555865"/>
                    <a:pt x="219964" y="552944"/>
                  </a:cubicBezTo>
                  <a:cubicBezTo>
                    <a:pt x="248666" y="550842"/>
                    <a:pt x="277495" y="552227"/>
                    <a:pt x="305816" y="557072"/>
                  </a:cubicBezTo>
                  <a:cubicBezTo>
                    <a:pt x="286766" y="482332"/>
                    <a:pt x="160401" y="-268"/>
                    <a:pt x="160401" y="-268"/>
                  </a:cubicBezTo>
                  <a:close/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/>
            <p:cNvSpPr/>
            <p:nvPr/>
          </p:nvSpPr>
          <p:spPr>
            <a:xfrm>
              <a:off x="10465286" y="10273601"/>
              <a:ext cx="251570" cy="622542"/>
            </a:xfrm>
            <a:custGeom>
              <a:avLst/>
              <a:gdLst>
                <a:gd name="connsiteX0" fmla="*/ 246084 w 251570"/>
                <a:gd name="connsiteY0" fmla="*/ 264591 h 622542"/>
                <a:gd name="connsiteX1" fmla="*/ 235353 w 251570"/>
                <a:gd name="connsiteY1" fmla="*/ 195693 h 622542"/>
                <a:gd name="connsiteX2" fmla="*/ 190903 w 251570"/>
                <a:gd name="connsiteY2" fmla="*/ 112508 h 622542"/>
                <a:gd name="connsiteX3" fmla="*/ 122069 w 251570"/>
                <a:gd name="connsiteY3" fmla="*/ 11861 h 622542"/>
                <a:gd name="connsiteX4" fmla="*/ 85874 w 251570"/>
                <a:gd name="connsiteY4" fmla="*/ -268 h 622542"/>
                <a:gd name="connsiteX5" fmla="*/ 15452 w 251570"/>
                <a:gd name="connsiteY5" fmla="*/ 64058 h 622542"/>
                <a:gd name="connsiteX6" fmla="*/ 149 w 251570"/>
                <a:gd name="connsiteY6" fmla="*/ 238556 h 622542"/>
                <a:gd name="connsiteX7" fmla="*/ 22755 w 251570"/>
                <a:gd name="connsiteY7" fmla="*/ 527163 h 622542"/>
                <a:gd name="connsiteX8" fmla="*/ 27517 w 251570"/>
                <a:gd name="connsiteY8" fmla="*/ 560247 h 622542"/>
                <a:gd name="connsiteX9" fmla="*/ 60474 w 251570"/>
                <a:gd name="connsiteY9" fmla="*/ 583297 h 622542"/>
                <a:gd name="connsiteX10" fmla="*/ 212239 w 251570"/>
                <a:gd name="connsiteY10" fmla="*/ 621397 h 622542"/>
                <a:gd name="connsiteX11" fmla="*/ 234082 w 251570"/>
                <a:gd name="connsiteY11" fmla="*/ 618603 h 622542"/>
                <a:gd name="connsiteX12" fmla="*/ 243734 w 251570"/>
                <a:gd name="connsiteY12" fmla="*/ 594346 h 622542"/>
                <a:gd name="connsiteX13" fmla="*/ 245767 w 251570"/>
                <a:gd name="connsiteY13" fmla="*/ 568946 h 622542"/>
                <a:gd name="connsiteX14" fmla="*/ 246084 w 251570"/>
                <a:gd name="connsiteY14" fmla="*/ 264591 h 62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1570" h="622542">
                  <a:moveTo>
                    <a:pt x="246084" y="264591"/>
                  </a:moveTo>
                  <a:cubicBezTo>
                    <a:pt x="245132" y="241292"/>
                    <a:pt x="241512" y="218178"/>
                    <a:pt x="235353" y="195693"/>
                  </a:cubicBezTo>
                  <a:cubicBezTo>
                    <a:pt x="226019" y="165531"/>
                    <a:pt x="208302" y="138543"/>
                    <a:pt x="190903" y="112508"/>
                  </a:cubicBezTo>
                  <a:cubicBezTo>
                    <a:pt x="168233" y="78644"/>
                    <a:pt x="145309" y="45090"/>
                    <a:pt x="122069" y="11861"/>
                  </a:cubicBezTo>
                  <a:cubicBezTo>
                    <a:pt x="111528" y="4158"/>
                    <a:pt x="98891" y="-77"/>
                    <a:pt x="85874" y="-268"/>
                  </a:cubicBezTo>
                  <a:cubicBezTo>
                    <a:pt x="55965" y="113"/>
                    <a:pt x="27009" y="25704"/>
                    <a:pt x="15452" y="64058"/>
                  </a:cubicBezTo>
                  <a:cubicBezTo>
                    <a:pt x="6245" y="121792"/>
                    <a:pt x="1101" y="180104"/>
                    <a:pt x="149" y="238556"/>
                  </a:cubicBezTo>
                  <a:cubicBezTo>
                    <a:pt x="-2455" y="403656"/>
                    <a:pt x="30120" y="476046"/>
                    <a:pt x="22755" y="527163"/>
                  </a:cubicBezTo>
                  <a:cubicBezTo>
                    <a:pt x="20659" y="538415"/>
                    <a:pt x="22374" y="550036"/>
                    <a:pt x="27517" y="560247"/>
                  </a:cubicBezTo>
                  <a:cubicBezTo>
                    <a:pt x="33867" y="572248"/>
                    <a:pt x="47710" y="578344"/>
                    <a:pt x="60474" y="583297"/>
                  </a:cubicBezTo>
                  <a:cubicBezTo>
                    <a:pt x="109305" y="602081"/>
                    <a:pt x="160295" y="614876"/>
                    <a:pt x="212239" y="621397"/>
                  </a:cubicBezTo>
                  <a:cubicBezTo>
                    <a:pt x="219605" y="623201"/>
                    <a:pt x="227415" y="622204"/>
                    <a:pt x="234082" y="618603"/>
                  </a:cubicBezTo>
                  <a:cubicBezTo>
                    <a:pt x="241449" y="613460"/>
                    <a:pt x="242909" y="603300"/>
                    <a:pt x="243734" y="594346"/>
                  </a:cubicBezTo>
                  <a:cubicBezTo>
                    <a:pt x="244560" y="585393"/>
                    <a:pt x="245132" y="577582"/>
                    <a:pt x="245767" y="568946"/>
                  </a:cubicBezTo>
                  <a:cubicBezTo>
                    <a:pt x="253387" y="467638"/>
                    <a:pt x="253514" y="365911"/>
                    <a:pt x="246084" y="264591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/>
            <p:cNvSpPr/>
            <p:nvPr/>
          </p:nvSpPr>
          <p:spPr>
            <a:xfrm>
              <a:off x="10392473" y="10537253"/>
              <a:ext cx="379285" cy="287845"/>
            </a:xfrm>
            <a:custGeom>
              <a:avLst/>
              <a:gdLst>
                <a:gd name="connsiteX0" fmla="*/ 346646 w 379285"/>
                <a:gd name="connsiteY0" fmla="*/ 284784 h 287845"/>
                <a:gd name="connsiteX1" fmla="*/ 369570 w 379285"/>
                <a:gd name="connsiteY1" fmla="*/ 259384 h 287845"/>
                <a:gd name="connsiteX2" fmla="*/ 379285 w 379285"/>
                <a:gd name="connsiteY2" fmla="*/ 241032 h 287845"/>
                <a:gd name="connsiteX3" fmla="*/ 38100 w 379285"/>
                <a:gd name="connsiteY3" fmla="*/ 6082 h 287845"/>
                <a:gd name="connsiteX4" fmla="*/ 0 w 379285"/>
                <a:gd name="connsiteY4" fmla="*/ -268 h 287845"/>
                <a:gd name="connsiteX5" fmla="*/ 344932 w 379285"/>
                <a:gd name="connsiteY5" fmla="*/ 287578 h 287845"/>
                <a:gd name="connsiteX6" fmla="*/ 346646 w 379285"/>
                <a:gd name="connsiteY6" fmla="*/ 284784 h 28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9285" h="287845">
                  <a:moveTo>
                    <a:pt x="346646" y="284784"/>
                  </a:moveTo>
                  <a:cubicBezTo>
                    <a:pt x="354647" y="276592"/>
                    <a:pt x="362204" y="267892"/>
                    <a:pt x="369570" y="259384"/>
                  </a:cubicBezTo>
                  <a:lnTo>
                    <a:pt x="379285" y="241032"/>
                  </a:lnTo>
                  <a:lnTo>
                    <a:pt x="38100" y="6082"/>
                  </a:lnTo>
                  <a:lnTo>
                    <a:pt x="0" y="-268"/>
                  </a:lnTo>
                  <a:cubicBezTo>
                    <a:pt x="0" y="-268"/>
                    <a:pt x="204153" y="230301"/>
                    <a:pt x="344932" y="287578"/>
                  </a:cubicBezTo>
                  <a:cubicBezTo>
                    <a:pt x="345377" y="286308"/>
                    <a:pt x="345884" y="285546"/>
                    <a:pt x="346646" y="284784"/>
                  </a:cubicBezTo>
                  <a:close/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/>
            <p:cNvSpPr/>
            <p:nvPr/>
          </p:nvSpPr>
          <p:spPr>
            <a:xfrm>
              <a:off x="10533062" y="10196893"/>
              <a:ext cx="18366" cy="25907"/>
            </a:xfrm>
            <a:custGeom>
              <a:avLst/>
              <a:gdLst>
                <a:gd name="connsiteX0" fmla="*/ 0 w 18366"/>
                <a:gd name="connsiteY0" fmla="*/ -268 h 25907"/>
                <a:gd name="connsiteX1" fmla="*/ 17081 w 18366"/>
                <a:gd name="connsiteY1" fmla="*/ 25640 h 25907"/>
                <a:gd name="connsiteX2" fmla="*/ 18352 w 18366"/>
                <a:gd name="connsiteY2" fmla="*/ 21195 h 25907"/>
                <a:gd name="connsiteX3" fmla="*/ 0 w 18366"/>
                <a:gd name="connsiteY3" fmla="*/ -268 h 2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66" h="25907">
                  <a:moveTo>
                    <a:pt x="0" y="-268"/>
                  </a:moveTo>
                  <a:lnTo>
                    <a:pt x="17081" y="25640"/>
                  </a:lnTo>
                  <a:cubicBezTo>
                    <a:pt x="17844" y="24281"/>
                    <a:pt x="18288" y="22757"/>
                    <a:pt x="18352" y="21195"/>
                  </a:cubicBezTo>
                  <a:cubicBezTo>
                    <a:pt x="18796" y="12622"/>
                    <a:pt x="8954" y="5002"/>
                    <a:pt x="0" y="-26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/>
            <p:cNvSpPr/>
            <p:nvPr/>
          </p:nvSpPr>
          <p:spPr>
            <a:xfrm>
              <a:off x="10469498" y="10226546"/>
              <a:ext cx="110353" cy="161228"/>
            </a:xfrm>
            <a:custGeom>
              <a:avLst/>
              <a:gdLst>
                <a:gd name="connsiteX0" fmla="*/ 77851 w 110353"/>
                <a:gd name="connsiteY0" fmla="*/ 1321 h 161228"/>
                <a:gd name="connsiteX1" fmla="*/ 72707 w 110353"/>
                <a:gd name="connsiteY1" fmla="*/ -266 h 161228"/>
                <a:gd name="connsiteX2" fmla="*/ 21907 w 110353"/>
                <a:gd name="connsiteY2" fmla="*/ 86157 h 161228"/>
                <a:gd name="connsiteX3" fmla="*/ 0 w 110353"/>
                <a:gd name="connsiteY3" fmla="*/ 160960 h 161228"/>
                <a:gd name="connsiteX4" fmla="*/ 72199 w 110353"/>
                <a:gd name="connsiteY4" fmla="*/ 77458 h 161228"/>
                <a:gd name="connsiteX5" fmla="*/ 105156 w 110353"/>
                <a:gd name="connsiteY5" fmla="*/ 49708 h 161228"/>
                <a:gd name="connsiteX6" fmla="*/ 105982 w 110353"/>
                <a:gd name="connsiteY6" fmla="*/ 48438 h 161228"/>
                <a:gd name="connsiteX7" fmla="*/ 106870 w 110353"/>
                <a:gd name="connsiteY7" fmla="*/ 47295 h 161228"/>
                <a:gd name="connsiteX8" fmla="*/ 110109 w 110353"/>
                <a:gd name="connsiteY8" fmla="*/ 40945 h 161228"/>
                <a:gd name="connsiteX9" fmla="*/ 77851 w 110353"/>
                <a:gd name="connsiteY9" fmla="*/ 1321 h 16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353" h="161228">
                  <a:moveTo>
                    <a:pt x="77851" y="1321"/>
                  </a:moveTo>
                  <a:cubicBezTo>
                    <a:pt x="76327" y="254"/>
                    <a:pt x="74549" y="-304"/>
                    <a:pt x="72707" y="-266"/>
                  </a:cubicBezTo>
                  <a:cubicBezTo>
                    <a:pt x="52959" y="2274"/>
                    <a:pt x="28257" y="70156"/>
                    <a:pt x="21907" y="86157"/>
                  </a:cubicBezTo>
                  <a:cubicBezTo>
                    <a:pt x="12129" y="110307"/>
                    <a:pt x="4826" y="135364"/>
                    <a:pt x="0" y="160960"/>
                  </a:cubicBezTo>
                  <a:lnTo>
                    <a:pt x="72199" y="77458"/>
                  </a:lnTo>
                  <a:cubicBezTo>
                    <a:pt x="95695" y="58408"/>
                    <a:pt x="104648" y="50470"/>
                    <a:pt x="105156" y="49708"/>
                  </a:cubicBezTo>
                  <a:cubicBezTo>
                    <a:pt x="105410" y="49270"/>
                    <a:pt x="105664" y="48845"/>
                    <a:pt x="105982" y="48438"/>
                  </a:cubicBezTo>
                  <a:lnTo>
                    <a:pt x="106870" y="47295"/>
                  </a:lnTo>
                  <a:cubicBezTo>
                    <a:pt x="107886" y="45073"/>
                    <a:pt x="109030" y="42914"/>
                    <a:pt x="110109" y="40945"/>
                  </a:cubicBezTo>
                  <a:cubicBezTo>
                    <a:pt x="112967" y="35040"/>
                    <a:pt x="90043" y="8179"/>
                    <a:pt x="77851" y="1321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/>
            <p:cNvSpPr/>
            <p:nvPr/>
          </p:nvSpPr>
          <p:spPr>
            <a:xfrm>
              <a:off x="10423832" y="10282819"/>
              <a:ext cx="192968" cy="153298"/>
            </a:xfrm>
            <a:custGeom>
              <a:avLst/>
              <a:gdLst>
                <a:gd name="connsiteX0" fmla="*/ 148219 w 192968"/>
                <a:gd name="connsiteY0" fmla="*/ 3151 h 153298"/>
                <a:gd name="connsiteX1" fmla="*/ 134566 w 192968"/>
                <a:gd name="connsiteY1" fmla="*/ 14326 h 153298"/>
                <a:gd name="connsiteX2" fmla="*/ 47317 w 192968"/>
                <a:gd name="connsiteY2" fmla="*/ 100051 h 153298"/>
                <a:gd name="connsiteX3" fmla="*/ 3629 w 192968"/>
                <a:gd name="connsiteY3" fmla="*/ 142914 h 153298"/>
                <a:gd name="connsiteX4" fmla="*/ 29982 w 192968"/>
                <a:gd name="connsiteY4" fmla="*/ 137897 h 153298"/>
                <a:gd name="connsiteX5" fmla="*/ 187525 w 192968"/>
                <a:gd name="connsiteY5" fmla="*/ 30392 h 153298"/>
                <a:gd name="connsiteX6" fmla="*/ 192415 w 192968"/>
                <a:gd name="connsiteY6" fmla="*/ 19489 h 153298"/>
                <a:gd name="connsiteX7" fmla="*/ 188668 w 192968"/>
                <a:gd name="connsiteY7" fmla="*/ 15152 h 153298"/>
                <a:gd name="connsiteX8" fmla="*/ 156537 w 192968"/>
                <a:gd name="connsiteY8" fmla="*/ 102 h 153298"/>
                <a:gd name="connsiteX9" fmla="*/ 148219 w 192968"/>
                <a:gd name="connsiteY9" fmla="*/ 3151 h 15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968" h="153298">
                  <a:moveTo>
                    <a:pt x="148219" y="3151"/>
                  </a:moveTo>
                  <a:cubicBezTo>
                    <a:pt x="143202" y="6300"/>
                    <a:pt x="138630" y="10053"/>
                    <a:pt x="134566" y="14326"/>
                  </a:cubicBezTo>
                  <a:lnTo>
                    <a:pt x="47317" y="100051"/>
                  </a:lnTo>
                  <a:cubicBezTo>
                    <a:pt x="34046" y="113132"/>
                    <a:pt x="13536" y="127166"/>
                    <a:pt x="3629" y="142914"/>
                  </a:cubicBezTo>
                  <a:cubicBezTo>
                    <a:pt x="-10595" y="165520"/>
                    <a:pt x="20965" y="144057"/>
                    <a:pt x="29982" y="137897"/>
                  </a:cubicBezTo>
                  <a:lnTo>
                    <a:pt x="187525" y="30392"/>
                  </a:lnTo>
                  <a:cubicBezTo>
                    <a:pt x="191907" y="28728"/>
                    <a:pt x="194066" y="23845"/>
                    <a:pt x="192415" y="19489"/>
                  </a:cubicBezTo>
                  <a:cubicBezTo>
                    <a:pt x="191716" y="17654"/>
                    <a:pt x="190383" y="16117"/>
                    <a:pt x="188668" y="15152"/>
                  </a:cubicBezTo>
                  <a:cubicBezTo>
                    <a:pt x="180350" y="6008"/>
                    <a:pt x="168666" y="-2120"/>
                    <a:pt x="156537" y="102"/>
                  </a:cubicBezTo>
                  <a:cubicBezTo>
                    <a:pt x="153616" y="611"/>
                    <a:pt x="150759" y="1646"/>
                    <a:pt x="148219" y="3151"/>
                  </a:cubicBezTo>
                  <a:close/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10150856" y="10432986"/>
              <a:ext cx="106213" cy="152729"/>
            </a:xfrm>
            <a:custGeom>
              <a:avLst/>
              <a:gdLst>
                <a:gd name="connsiteX0" fmla="*/ 0 w 106213"/>
                <a:gd name="connsiteY0" fmla="*/ 73265 h 152729"/>
                <a:gd name="connsiteX1" fmla="*/ 19050 w 106213"/>
                <a:gd name="connsiteY1" fmla="*/ 8749 h 152729"/>
                <a:gd name="connsiteX2" fmla="*/ 81978 w 106213"/>
                <a:gd name="connsiteY2" fmla="*/ -268 h 152729"/>
                <a:gd name="connsiteX3" fmla="*/ 87947 w 106213"/>
                <a:gd name="connsiteY3" fmla="*/ 41197 h 152729"/>
                <a:gd name="connsiteX4" fmla="*/ 106108 w 106213"/>
                <a:gd name="connsiteY4" fmla="*/ 98856 h 152729"/>
                <a:gd name="connsiteX5" fmla="*/ 25526 w 106213"/>
                <a:gd name="connsiteY5" fmla="*/ 151941 h 152729"/>
                <a:gd name="connsiteX6" fmla="*/ 0 w 106213"/>
                <a:gd name="connsiteY6" fmla="*/ 73265 h 15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13" h="152729">
                  <a:moveTo>
                    <a:pt x="0" y="73265"/>
                  </a:moveTo>
                  <a:cubicBezTo>
                    <a:pt x="0" y="73265"/>
                    <a:pt x="5080" y="10527"/>
                    <a:pt x="19050" y="8749"/>
                  </a:cubicBezTo>
                  <a:cubicBezTo>
                    <a:pt x="33020" y="6971"/>
                    <a:pt x="59626" y="-204"/>
                    <a:pt x="81978" y="-268"/>
                  </a:cubicBezTo>
                  <a:cubicBezTo>
                    <a:pt x="104330" y="-331"/>
                    <a:pt x="87947" y="41197"/>
                    <a:pt x="87947" y="41197"/>
                  </a:cubicBezTo>
                  <a:cubicBezTo>
                    <a:pt x="87947" y="41197"/>
                    <a:pt x="107823" y="83933"/>
                    <a:pt x="106108" y="98856"/>
                  </a:cubicBezTo>
                  <a:cubicBezTo>
                    <a:pt x="104394" y="113778"/>
                    <a:pt x="36957" y="157720"/>
                    <a:pt x="25526" y="151941"/>
                  </a:cubicBezTo>
                  <a:cubicBezTo>
                    <a:pt x="14097" y="146163"/>
                    <a:pt x="0" y="73265"/>
                    <a:pt x="0" y="7326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10335593" y="10410761"/>
              <a:ext cx="204708" cy="208724"/>
            </a:xfrm>
            <a:custGeom>
              <a:avLst/>
              <a:gdLst>
                <a:gd name="connsiteX0" fmla="*/ 173657 w 204708"/>
                <a:gd name="connsiteY0" fmla="*/ 93966 h 208724"/>
                <a:gd name="connsiteX1" fmla="*/ 136001 w 204708"/>
                <a:gd name="connsiteY1" fmla="*/ 75932 h 208724"/>
                <a:gd name="connsiteX2" fmla="*/ 106791 w 204708"/>
                <a:gd name="connsiteY2" fmla="*/ -268 h 208724"/>
                <a:gd name="connsiteX3" fmla="*/ 68691 w 204708"/>
                <a:gd name="connsiteY3" fmla="*/ 24497 h 208724"/>
                <a:gd name="connsiteX4" fmla="*/ 15288 w 204708"/>
                <a:gd name="connsiteY4" fmla="*/ 7415 h 208724"/>
                <a:gd name="connsiteX5" fmla="*/ 12684 w 204708"/>
                <a:gd name="connsiteY5" fmla="*/ 55866 h 208724"/>
                <a:gd name="connsiteX6" fmla="*/ 492 w 204708"/>
                <a:gd name="connsiteY6" fmla="*/ 108190 h 208724"/>
                <a:gd name="connsiteX7" fmla="*/ 66786 w 204708"/>
                <a:gd name="connsiteY7" fmla="*/ 156196 h 208724"/>
                <a:gd name="connsiteX8" fmla="*/ 109839 w 204708"/>
                <a:gd name="connsiteY8" fmla="*/ 160323 h 208724"/>
                <a:gd name="connsiteX9" fmla="*/ 204708 w 204708"/>
                <a:gd name="connsiteY9" fmla="*/ 208457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708" h="208724">
                  <a:moveTo>
                    <a:pt x="173657" y="93966"/>
                  </a:moveTo>
                  <a:lnTo>
                    <a:pt x="136001" y="75932"/>
                  </a:lnTo>
                  <a:lnTo>
                    <a:pt x="106791" y="-268"/>
                  </a:lnTo>
                  <a:lnTo>
                    <a:pt x="68691" y="24497"/>
                  </a:lnTo>
                  <a:cubicBezTo>
                    <a:pt x="68691" y="24497"/>
                    <a:pt x="19225" y="-6173"/>
                    <a:pt x="15288" y="7415"/>
                  </a:cubicBezTo>
                  <a:cubicBezTo>
                    <a:pt x="11350" y="21004"/>
                    <a:pt x="12684" y="55866"/>
                    <a:pt x="12684" y="55866"/>
                  </a:cubicBezTo>
                  <a:cubicBezTo>
                    <a:pt x="12684" y="55866"/>
                    <a:pt x="-2937" y="86917"/>
                    <a:pt x="492" y="108190"/>
                  </a:cubicBezTo>
                  <a:cubicBezTo>
                    <a:pt x="3921" y="129462"/>
                    <a:pt x="66786" y="156196"/>
                    <a:pt x="66786" y="156196"/>
                  </a:cubicBezTo>
                  <a:cubicBezTo>
                    <a:pt x="66786" y="156196"/>
                    <a:pt x="101330" y="152640"/>
                    <a:pt x="109839" y="160323"/>
                  </a:cubicBezTo>
                  <a:cubicBezTo>
                    <a:pt x="118348" y="168007"/>
                    <a:pt x="204708" y="208457"/>
                    <a:pt x="204708" y="208457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10505503" y="10426255"/>
              <a:ext cx="214312" cy="177800"/>
            </a:xfrm>
            <a:custGeom>
              <a:avLst/>
              <a:gdLst>
                <a:gd name="connsiteX0" fmla="*/ 214313 w 214312"/>
                <a:gd name="connsiteY0" fmla="*/ 177532 h 177800"/>
                <a:gd name="connsiteX1" fmla="*/ 67373 w 214312"/>
                <a:gd name="connsiteY1" fmla="*/ -268 h 177800"/>
                <a:gd name="connsiteX2" fmla="*/ 146939 w 214312"/>
                <a:gd name="connsiteY2" fmla="*/ 131367 h 177800"/>
                <a:gd name="connsiteX3" fmla="*/ 171450 w 214312"/>
                <a:gd name="connsiteY3" fmla="*/ 140511 h 177800"/>
                <a:gd name="connsiteX4" fmla="*/ 36766 w 214312"/>
                <a:gd name="connsiteY4" fmla="*/ 70153 h 177800"/>
                <a:gd name="connsiteX5" fmla="*/ 0 w 214312"/>
                <a:gd name="connsiteY5" fmla="*/ 70153 h 177800"/>
                <a:gd name="connsiteX6" fmla="*/ 6350 w 214312"/>
                <a:gd name="connsiteY6" fmla="*/ 76503 h 177800"/>
                <a:gd name="connsiteX7" fmla="*/ 15557 w 214312"/>
                <a:gd name="connsiteY7" fmla="*/ 73455 h 177800"/>
                <a:gd name="connsiteX8" fmla="*/ 174752 w 214312"/>
                <a:gd name="connsiteY8" fmla="*/ 168324 h 17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312" h="177800">
                  <a:moveTo>
                    <a:pt x="214313" y="177532"/>
                  </a:moveTo>
                  <a:lnTo>
                    <a:pt x="67373" y="-268"/>
                  </a:lnTo>
                  <a:cubicBezTo>
                    <a:pt x="93852" y="43629"/>
                    <a:pt x="120396" y="87508"/>
                    <a:pt x="146939" y="131367"/>
                  </a:cubicBezTo>
                  <a:cubicBezTo>
                    <a:pt x="165481" y="140511"/>
                    <a:pt x="170688" y="141654"/>
                    <a:pt x="171450" y="140511"/>
                  </a:cubicBezTo>
                  <a:cubicBezTo>
                    <a:pt x="175006" y="134796"/>
                    <a:pt x="62738" y="70217"/>
                    <a:pt x="36766" y="70153"/>
                  </a:cubicBezTo>
                  <a:lnTo>
                    <a:pt x="0" y="70153"/>
                  </a:lnTo>
                  <a:cubicBezTo>
                    <a:pt x="1079" y="73119"/>
                    <a:pt x="3365" y="75450"/>
                    <a:pt x="6350" y="76503"/>
                  </a:cubicBezTo>
                  <a:cubicBezTo>
                    <a:pt x="9715" y="76834"/>
                    <a:pt x="13081" y="75729"/>
                    <a:pt x="15557" y="73455"/>
                  </a:cubicBezTo>
                  <a:cubicBezTo>
                    <a:pt x="21209" y="69074"/>
                    <a:pt x="60960" y="90029"/>
                    <a:pt x="174752" y="168324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/>
            <p:cNvSpPr/>
            <p:nvPr/>
          </p:nvSpPr>
          <p:spPr>
            <a:xfrm>
              <a:off x="10463272" y="10308201"/>
              <a:ext cx="434818" cy="492286"/>
            </a:xfrm>
            <a:custGeom>
              <a:avLst/>
              <a:gdLst>
                <a:gd name="connsiteX0" fmla="*/ 391735 w 434818"/>
                <a:gd name="connsiteY0" fmla="*/ 482213 h 492286"/>
                <a:gd name="connsiteX1" fmla="*/ 430978 w 434818"/>
                <a:gd name="connsiteY1" fmla="*/ 430270 h 492286"/>
                <a:gd name="connsiteX2" fmla="*/ 412627 w 434818"/>
                <a:gd name="connsiteY2" fmla="*/ 329241 h 492286"/>
                <a:gd name="connsiteX3" fmla="*/ 241177 w 434818"/>
                <a:gd name="connsiteY3" fmla="*/ 35363 h 492286"/>
                <a:gd name="connsiteX4" fmla="*/ 189107 w 434818"/>
                <a:gd name="connsiteY4" fmla="*/ 1708 h 492286"/>
                <a:gd name="connsiteX5" fmla="*/ 137671 w 434818"/>
                <a:gd name="connsiteY5" fmla="*/ 6217 h 492286"/>
                <a:gd name="connsiteX6" fmla="*/ 83823 w 434818"/>
                <a:gd name="connsiteY6" fmla="*/ 78353 h 492286"/>
                <a:gd name="connsiteX7" fmla="*/ 94999 w 434818"/>
                <a:gd name="connsiteY7" fmla="*/ 102038 h 492286"/>
                <a:gd name="connsiteX8" fmla="*/ 257559 w 434818"/>
                <a:gd name="connsiteY8" fmla="*/ 286188 h 492286"/>
                <a:gd name="connsiteX9" fmla="*/ 87507 w 434818"/>
                <a:gd name="connsiteY9" fmla="*/ 196590 h 492286"/>
                <a:gd name="connsiteX10" fmla="*/ 53852 w 434818"/>
                <a:gd name="connsiteY10" fmla="*/ 190938 h 492286"/>
                <a:gd name="connsiteX11" fmla="*/ 3496 w 434818"/>
                <a:gd name="connsiteY11" fmla="*/ 263455 h 492286"/>
                <a:gd name="connsiteX12" fmla="*/ 5147 w 434818"/>
                <a:gd name="connsiteY12" fmla="*/ 313557 h 492286"/>
                <a:gd name="connsiteX13" fmla="*/ 23689 w 434818"/>
                <a:gd name="connsiteY13" fmla="*/ 332607 h 492286"/>
                <a:gd name="connsiteX14" fmla="*/ 302645 w 434818"/>
                <a:gd name="connsiteY14" fmla="*/ 484181 h 492286"/>
                <a:gd name="connsiteX15" fmla="*/ 391735 w 434818"/>
                <a:gd name="connsiteY15" fmla="*/ 482213 h 49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4818" h="492286">
                  <a:moveTo>
                    <a:pt x="391735" y="482213"/>
                  </a:moveTo>
                  <a:cubicBezTo>
                    <a:pt x="410721" y="470281"/>
                    <a:pt x="424692" y="451803"/>
                    <a:pt x="430978" y="430270"/>
                  </a:cubicBezTo>
                  <a:cubicBezTo>
                    <a:pt x="442598" y="391598"/>
                    <a:pt x="425327" y="355657"/>
                    <a:pt x="412627" y="329241"/>
                  </a:cubicBezTo>
                  <a:cubicBezTo>
                    <a:pt x="367034" y="233991"/>
                    <a:pt x="310137" y="112579"/>
                    <a:pt x="241177" y="35363"/>
                  </a:cubicBezTo>
                  <a:cubicBezTo>
                    <a:pt x="227842" y="18910"/>
                    <a:pt x="209617" y="7125"/>
                    <a:pt x="189107" y="1708"/>
                  </a:cubicBezTo>
                  <a:cubicBezTo>
                    <a:pt x="171898" y="-2019"/>
                    <a:pt x="153991" y="-451"/>
                    <a:pt x="137671" y="6217"/>
                  </a:cubicBezTo>
                  <a:cubicBezTo>
                    <a:pt x="107382" y="18599"/>
                    <a:pt x="81537" y="49841"/>
                    <a:pt x="83823" y="78353"/>
                  </a:cubicBezTo>
                  <a:cubicBezTo>
                    <a:pt x="84840" y="87262"/>
                    <a:pt x="88777" y="95593"/>
                    <a:pt x="94999" y="102038"/>
                  </a:cubicBezTo>
                  <a:lnTo>
                    <a:pt x="257559" y="286188"/>
                  </a:lnTo>
                  <a:cubicBezTo>
                    <a:pt x="205744" y="247866"/>
                    <a:pt x="148403" y="217653"/>
                    <a:pt x="87507" y="196590"/>
                  </a:cubicBezTo>
                  <a:cubicBezTo>
                    <a:pt x="76902" y="192037"/>
                    <a:pt x="65345" y="190100"/>
                    <a:pt x="53852" y="190938"/>
                  </a:cubicBezTo>
                  <a:cubicBezTo>
                    <a:pt x="22673" y="195320"/>
                    <a:pt x="9846" y="232594"/>
                    <a:pt x="3496" y="263455"/>
                  </a:cubicBezTo>
                  <a:cubicBezTo>
                    <a:pt x="4" y="280219"/>
                    <a:pt x="-2854" y="298698"/>
                    <a:pt x="5147" y="313557"/>
                  </a:cubicBezTo>
                  <a:cubicBezTo>
                    <a:pt x="10036" y="321050"/>
                    <a:pt x="16323" y="327521"/>
                    <a:pt x="23689" y="332607"/>
                  </a:cubicBezTo>
                  <a:cubicBezTo>
                    <a:pt x="105414" y="397504"/>
                    <a:pt x="169295" y="451225"/>
                    <a:pt x="302645" y="484181"/>
                  </a:cubicBezTo>
                  <a:cubicBezTo>
                    <a:pt x="338522" y="493135"/>
                    <a:pt x="366589" y="496754"/>
                    <a:pt x="391735" y="482213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/>
            <p:cNvSpPr/>
            <p:nvPr/>
          </p:nvSpPr>
          <p:spPr>
            <a:xfrm>
              <a:off x="10487027" y="10492511"/>
              <a:ext cx="67633" cy="158364"/>
            </a:xfrm>
            <a:custGeom>
              <a:avLst/>
              <a:gdLst>
                <a:gd name="connsiteX0" fmla="*/ 59243 w 67633"/>
                <a:gd name="connsiteY0" fmla="*/ 2437 h 158364"/>
                <a:gd name="connsiteX1" fmla="*/ 316 w 67633"/>
                <a:gd name="connsiteY1" fmla="*/ 152614 h 158364"/>
                <a:gd name="connsiteX2" fmla="*/ 8379 w 67633"/>
                <a:gd name="connsiteY2" fmla="*/ 155408 h 158364"/>
                <a:gd name="connsiteX3" fmla="*/ 67308 w 67633"/>
                <a:gd name="connsiteY3" fmla="*/ 5231 h 158364"/>
                <a:gd name="connsiteX4" fmla="*/ 59243 w 67633"/>
                <a:gd name="connsiteY4" fmla="*/ 2437 h 15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3" h="158364">
                  <a:moveTo>
                    <a:pt x="59243" y="2437"/>
                  </a:moveTo>
                  <a:cubicBezTo>
                    <a:pt x="39622" y="52475"/>
                    <a:pt x="20000" y="102532"/>
                    <a:pt x="316" y="152614"/>
                  </a:cubicBezTo>
                  <a:cubicBezTo>
                    <a:pt x="-1717" y="157694"/>
                    <a:pt x="6666" y="160488"/>
                    <a:pt x="8379" y="155408"/>
                  </a:cubicBezTo>
                  <a:cubicBezTo>
                    <a:pt x="28002" y="105326"/>
                    <a:pt x="47686" y="55269"/>
                    <a:pt x="67308" y="5231"/>
                  </a:cubicBezTo>
                  <a:cubicBezTo>
                    <a:pt x="69340" y="87"/>
                    <a:pt x="61275" y="-2643"/>
                    <a:pt x="59243" y="24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/>
            <p:cNvSpPr/>
            <p:nvPr/>
          </p:nvSpPr>
          <p:spPr>
            <a:xfrm>
              <a:off x="10674726" y="10566399"/>
              <a:ext cx="76356" cy="36238"/>
            </a:xfrm>
            <a:custGeom>
              <a:avLst/>
              <a:gdLst>
                <a:gd name="connsiteX0" fmla="*/ 3815 w 76356"/>
                <a:gd name="connsiteY0" fmla="*/ 7226 h 36238"/>
                <a:gd name="connsiteX1" fmla="*/ 70490 w 76356"/>
                <a:gd name="connsiteY1" fmla="*/ 35420 h 36238"/>
                <a:gd name="connsiteX2" fmla="*/ 72839 w 76356"/>
                <a:gd name="connsiteY2" fmla="*/ 28498 h 36238"/>
                <a:gd name="connsiteX3" fmla="*/ 5974 w 76356"/>
                <a:gd name="connsiteY3" fmla="*/ 304 h 36238"/>
                <a:gd name="connsiteX4" fmla="*/ 3561 w 76356"/>
                <a:gd name="connsiteY4" fmla="*/ 7226 h 3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56" h="36238">
                  <a:moveTo>
                    <a:pt x="3815" y="7226"/>
                  </a:moveTo>
                  <a:lnTo>
                    <a:pt x="70490" y="35420"/>
                  </a:lnTo>
                  <a:cubicBezTo>
                    <a:pt x="76522" y="37959"/>
                    <a:pt x="78872" y="31038"/>
                    <a:pt x="72839" y="28498"/>
                  </a:cubicBezTo>
                  <a:lnTo>
                    <a:pt x="5974" y="304"/>
                  </a:lnTo>
                  <a:cubicBezTo>
                    <a:pt x="-376" y="-2299"/>
                    <a:pt x="-2408" y="4685"/>
                    <a:pt x="3561" y="7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/>
            <p:cNvSpPr/>
            <p:nvPr/>
          </p:nvSpPr>
          <p:spPr>
            <a:xfrm>
              <a:off x="11082972" y="11558143"/>
              <a:ext cx="233870" cy="134429"/>
            </a:xfrm>
            <a:custGeom>
              <a:avLst/>
              <a:gdLst>
                <a:gd name="connsiteX0" fmla="*/ 1842 w 233870"/>
                <a:gd name="connsiteY0" fmla="*/ -268 h 134429"/>
                <a:gd name="connsiteX1" fmla="*/ 0 w 233870"/>
                <a:gd name="connsiteY1" fmla="*/ 89711 h 134429"/>
                <a:gd name="connsiteX2" fmla="*/ 215900 w 233870"/>
                <a:gd name="connsiteY2" fmla="*/ 134161 h 134429"/>
                <a:gd name="connsiteX3" fmla="*/ 233871 w 233870"/>
                <a:gd name="connsiteY3" fmla="*/ 47547 h 134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870" h="134429">
                  <a:moveTo>
                    <a:pt x="1842" y="-268"/>
                  </a:moveTo>
                  <a:cubicBezTo>
                    <a:pt x="3048" y="29736"/>
                    <a:pt x="2477" y="59784"/>
                    <a:pt x="0" y="89711"/>
                  </a:cubicBezTo>
                  <a:lnTo>
                    <a:pt x="215900" y="134161"/>
                  </a:lnTo>
                  <a:lnTo>
                    <a:pt x="233871" y="47547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/>
          </p:nvSpPr>
          <p:spPr>
            <a:xfrm>
              <a:off x="11148758" y="11574907"/>
              <a:ext cx="167830" cy="117919"/>
            </a:xfrm>
            <a:custGeom>
              <a:avLst/>
              <a:gdLst>
                <a:gd name="connsiteX0" fmla="*/ 16701 w 167830"/>
                <a:gd name="connsiteY0" fmla="*/ -268 h 117919"/>
                <a:gd name="connsiteX1" fmla="*/ 0 w 167830"/>
                <a:gd name="connsiteY1" fmla="*/ 86536 h 117919"/>
                <a:gd name="connsiteX2" fmla="*/ 149861 w 167830"/>
                <a:gd name="connsiteY2" fmla="*/ 117651 h 117919"/>
                <a:gd name="connsiteX3" fmla="*/ 167831 w 167830"/>
                <a:gd name="connsiteY3" fmla="*/ 31037 h 11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830" h="117919">
                  <a:moveTo>
                    <a:pt x="16701" y="-268"/>
                  </a:moveTo>
                  <a:cubicBezTo>
                    <a:pt x="12954" y="28980"/>
                    <a:pt x="7366" y="57974"/>
                    <a:pt x="0" y="86536"/>
                  </a:cubicBezTo>
                  <a:lnTo>
                    <a:pt x="149861" y="117651"/>
                  </a:lnTo>
                  <a:lnTo>
                    <a:pt x="167831" y="31037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/>
          </p:nvSpPr>
          <p:spPr>
            <a:xfrm>
              <a:off x="11291061" y="11606085"/>
              <a:ext cx="88314" cy="354075"/>
            </a:xfrm>
            <a:custGeom>
              <a:avLst/>
              <a:gdLst>
                <a:gd name="connsiteX0" fmla="*/ 31814 w 88314"/>
                <a:gd name="connsiteY0" fmla="*/ 348728 h 354075"/>
                <a:gd name="connsiteX1" fmla="*/ 48196 w 88314"/>
                <a:gd name="connsiteY1" fmla="*/ 275703 h 354075"/>
                <a:gd name="connsiteX2" fmla="*/ 72454 w 88314"/>
                <a:gd name="connsiteY2" fmla="*/ 150481 h 354075"/>
                <a:gd name="connsiteX3" fmla="*/ 86868 w 88314"/>
                <a:gd name="connsiteY3" fmla="*/ 30276 h 354075"/>
                <a:gd name="connsiteX4" fmla="*/ 42990 w 88314"/>
                <a:gd name="connsiteY4" fmla="*/ -268 h 354075"/>
                <a:gd name="connsiteX5" fmla="*/ 57150 w 88314"/>
                <a:gd name="connsiteY5" fmla="*/ 1066 h 354075"/>
                <a:gd name="connsiteX6" fmla="*/ 0 w 88314"/>
                <a:gd name="connsiteY6" fmla="*/ 353808 h 354075"/>
                <a:gd name="connsiteX7" fmla="*/ 4064 w 88314"/>
                <a:gd name="connsiteY7" fmla="*/ 352792 h 35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14" h="354075">
                  <a:moveTo>
                    <a:pt x="31814" y="348728"/>
                  </a:moveTo>
                  <a:cubicBezTo>
                    <a:pt x="36132" y="348093"/>
                    <a:pt x="46609" y="282942"/>
                    <a:pt x="48196" y="275703"/>
                  </a:cubicBezTo>
                  <a:cubicBezTo>
                    <a:pt x="57214" y="234174"/>
                    <a:pt x="65215" y="192391"/>
                    <a:pt x="72454" y="150481"/>
                  </a:cubicBezTo>
                  <a:cubicBezTo>
                    <a:pt x="78804" y="113079"/>
                    <a:pt x="92837" y="67931"/>
                    <a:pt x="86868" y="30276"/>
                  </a:cubicBezTo>
                  <a:cubicBezTo>
                    <a:pt x="84201" y="13385"/>
                    <a:pt x="57023" y="4876"/>
                    <a:pt x="42990" y="-268"/>
                  </a:cubicBezTo>
                  <a:lnTo>
                    <a:pt x="57150" y="1066"/>
                  </a:lnTo>
                  <a:lnTo>
                    <a:pt x="0" y="353808"/>
                  </a:lnTo>
                  <a:lnTo>
                    <a:pt x="4064" y="352792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/>
          </p:nvSpPr>
          <p:spPr>
            <a:xfrm>
              <a:off x="11156124" y="11584791"/>
              <a:ext cx="211893" cy="383289"/>
            </a:xfrm>
            <a:custGeom>
              <a:avLst/>
              <a:gdLst>
                <a:gd name="connsiteX0" fmla="*/ 68770 w 211893"/>
                <a:gd name="connsiteY0" fmla="*/ 3944 h 383289"/>
                <a:gd name="connsiteX1" fmla="*/ 77978 w 211893"/>
                <a:gd name="connsiteY1" fmla="*/ 27439 h 383289"/>
                <a:gd name="connsiteX2" fmla="*/ 52578 w 211893"/>
                <a:gd name="connsiteY2" fmla="*/ 87637 h 383289"/>
                <a:gd name="connsiteX3" fmla="*/ 61785 w 211893"/>
                <a:gd name="connsiteY3" fmla="*/ 92717 h 383289"/>
                <a:gd name="connsiteX4" fmla="*/ 73978 w 211893"/>
                <a:gd name="connsiteY4" fmla="*/ 66174 h 383289"/>
                <a:gd name="connsiteX5" fmla="*/ 16828 w 211893"/>
                <a:gd name="connsiteY5" fmla="*/ 78874 h 383289"/>
                <a:gd name="connsiteX6" fmla="*/ 0 w 211893"/>
                <a:gd name="connsiteY6" fmla="*/ 137739 h 383289"/>
                <a:gd name="connsiteX7" fmla="*/ 81979 w 211893"/>
                <a:gd name="connsiteY7" fmla="*/ 135643 h 383289"/>
                <a:gd name="connsiteX8" fmla="*/ 70739 w 211893"/>
                <a:gd name="connsiteY8" fmla="*/ 265247 h 383289"/>
                <a:gd name="connsiteX9" fmla="*/ 68707 w 211893"/>
                <a:gd name="connsiteY9" fmla="*/ 363164 h 383289"/>
                <a:gd name="connsiteX10" fmla="*/ 80963 w 211893"/>
                <a:gd name="connsiteY10" fmla="*/ 379547 h 383289"/>
                <a:gd name="connsiteX11" fmla="*/ 130937 w 211893"/>
                <a:gd name="connsiteY11" fmla="*/ 379547 h 383289"/>
                <a:gd name="connsiteX12" fmla="*/ 155448 w 211893"/>
                <a:gd name="connsiteY12" fmla="*/ 374403 h 383289"/>
                <a:gd name="connsiteX13" fmla="*/ 210566 w 211893"/>
                <a:gd name="connsiteY13" fmla="*/ 60141 h 383289"/>
                <a:gd name="connsiteX14" fmla="*/ 207455 w 211893"/>
                <a:gd name="connsiteY14" fmla="*/ 33598 h 383289"/>
                <a:gd name="connsiteX15" fmla="*/ 195580 w 211893"/>
                <a:gd name="connsiteY15" fmla="*/ 24137 h 383289"/>
                <a:gd name="connsiteX16" fmla="*/ 68580 w 211893"/>
                <a:gd name="connsiteY16" fmla="*/ 4008 h 38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893" h="383289">
                  <a:moveTo>
                    <a:pt x="68770" y="3944"/>
                  </a:moveTo>
                  <a:cubicBezTo>
                    <a:pt x="73533" y="10992"/>
                    <a:pt x="76708" y="19019"/>
                    <a:pt x="77978" y="27439"/>
                  </a:cubicBezTo>
                  <a:cubicBezTo>
                    <a:pt x="82741" y="60269"/>
                    <a:pt x="55499" y="84907"/>
                    <a:pt x="52578" y="87637"/>
                  </a:cubicBezTo>
                  <a:cubicBezTo>
                    <a:pt x="57277" y="92908"/>
                    <a:pt x="60769" y="92780"/>
                    <a:pt x="61785" y="92717"/>
                  </a:cubicBezTo>
                  <a:cubicBezTo>
                    <a:pt x="68135" y="92146"/>
                    <a:pt x="74105" y="81732"/>
                    <a:pt x="73978" y="66174"/>
                  </a:cubicBezTo>
                  <a:cubicBezTo>
                    <a:pt x="67628" y="67380"/>
                    <a:pt x="42672" y="72143"/>
                    <a:pt x="16828" y="78874"/>
                  </a:cubicBezTo>
                  <a:cubicBezTo>
                    <a:pt x="5906" y="94622"/>
                    <a:pt x="1524" y="115767"/>
                    <a:pt x="0" y="137739"/>
                  </a:cubicBezTo>
                  <a:cubicBezTo>
                    <a:pt x="26988" y="144470"/>
                    <a:pt x="55372" y="143746"/>
                    <a:pt x="81979" y="135643"/>
                  </a:cubicBezTo>
                  <a:cubicBezTo>
                    <a:pt x="85090" y="179166"/>
                    <a:pt x="81344" y="222892"/>
                    <a:pt x="70739" y="265247"/>
                  </a:cubicBezTo>
                  <a:cubicBezTo>
                    <a:pt x="70739" y="265247"/>
                    <a:pt x="55626" y="324047"/>
                    <a:pt x="68707" y="363164"/>
                  </a:cubicBezTo>
                  <a:cubicBezTo>
                    <a:pt x="70803" y="369895"/>
                    <a:pt x="75120" y="375673"/>
                    <a:pt x="80963" y="379547"/>
                  </a:cubicBezTo>
                  <a:cubicBezTo>
                    <a:pt x="84899" y="382087"/>
                    <a:pt x="93663" y="385897"/>
                    <a:pt x="130937" y="379547"/>
                  </a:cubicBezTo>
                  <a:cubicBezTo>
                    <a:pt x="141415" y="377641"/>
                    <a:pt x="149987" y="375737"/>
                    <a:pt x="155448" y="374403"/>
                  </a:cubicBezTo>
                  <a:cubicBezTo>
                    <a:pt x="185103" y="203905"/>
                    <a:pt x="206248" y="80080"/>
                    <a:pt x="210566" y="60141"/>
                  </a:cubicBezTo>
                  <a:cubicBezTo>
                    <a:pt x="213106" y="51233"/>
                    <a:pt x="211963" y="41688"/>
                    <a:pt x="207455" y="33598"/>
                  </a:cubicBezTo>
                  <a:cubicBezTo>
                    <a:pt x="204470" y="29389"/>
                    <a:pt x="200343" y="26105"/>
                    <a:pt x="195580" y="24137"/>
                  </a:cubicBezTo>
                  <a:cubicBezTo>
                    <a:pt x="157417" y="1404"/>
                    <a:pt x="111951" y="-5797"/>
                    <a:pt x="68580" y="400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/>
          </p:nvSpPr>
          <p:spPr>
            <a:xfrm>
              <a:off x="11218847" y="11850129"/>
              <a:ext cx="113836" cy="118351"/>
            </a:xfrm>
            <a:custGeom>
              <a:avLst/>
              <a:gdLst>
                <a:gd name="connsiteX0" fmla="*/ 65673 w 113836"/>
                <a:gd name="connsiteY0" fmla="*/ 1814 h 118351"/>
                <a:gd name="connsiteX1" fmla="*/ 7127 w 113836"/>
                <a:gd name="connsiteY1" fmla="*/ 99 h 118351"/>
                <a:gd name="connsiteX2" fmla="*/ 5412 w 113836"/>
                <a:gd name="connsiteY2" fmla="*/ 98016 h 118351"/>
                <a:gd name="connsiteX3" fmla="*/ 18112 w 113836"/>
                <a:gd name="connsiteY3" fmla="*/ 114589 h 118351"/>
                <a:gd name="connsiteX4" fmla="*/ 68912 w 113836"/>
                <a:gd name="connsiteY4" fmla="*/ 114589 h 118351"/>
                <a:gd name="connsiteX5" fmla="*/ 93677 w 113836"/>
                <a:gd name="connsiteY5" fmla="*/ 109383 h 118351"/>
                <a:gd name="connsiteX6" fmla="*/ 102440 w 113836"/>
                <a:gd name="connsiteY6" fmla="*/ 98588 h 118351"/>
                <a:gd name="connsiteX7" fmla="*/ 113616 w 113836"/>
                <a:gd name="connsiteY7" fmla="*/ 44486 h 118351"/>
                <a:gd name="connsiteX8" fmla="*/ 112600 w 113836"/>
                <a:gd name="connsiteY8" fmla="*/ 480 h 118351"/>
                <a:gd name="connsiteX9" fmla="*/ 65673 w 113836"/>
                <a:gd name="connsiteY9" fmla="*/ 1814 h 11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836" h="118351">
                  <a:moveTo>
                    <a:pt x="65673" y="1814"/>
                  </a:moveTo>
                  <a:cubicBezTo>
                    <a:pt x="52973" y="2322"/>
                    <a:pt x="27066" y="-1425"/>
                    <a:pt x="7127" y="99"/>
                  </a:cubicBezTo>
                  <a:cubicBezTo>
                    <a:pt x="5158" y="8481"/>
                    <a:pt x="-6780" y="61567"/>
                    <a:pt x="5412" y="98016"/>
                  </a:cubicBezTo>
                  <a:cubicBezTo>
                    <a:pt x="7634" y="104811"/>
                    <a:pt x="12080" y="110652"/>
                    <a:pt x="18112" y="114589"/>
                  </a:cubicBezTo>
                  <a:cubicBezTo>
                    <a:pt x="22176" y="117193"/>
                    <a:pt x="30812" y="120939"/>
                    <a:pt x="68912" y="114589"/>
                  </a:cubicBezTo>
                  <a:cubicBezTo>
                    <a:pt x="79517" y="112685"/>
                    <a:pt x="87962" y="110780"/>
                    <a:pt x="93677" y="109383"/>
                  </a:cubicBezTo>
                  <a:cubicBezTo>
                    <a:pt x="96979" y="106144"/>
                    <a:pt x="99900" y="102525"/>
                    <a:pt x="102440" y="98588"/>
                  </a:cubicBezTo>
                  <a:cubicBezTo>
                    <a:pt x="108092" y="89761"/>
                    <a:pt x="112600" y="77950"/>
                    <a:pt x="113616" y="44486"/>
                  </a:cubicBezTo>
                  <a:cubicBezTo>
                    <a:pt x="114124" y="29817"/>
                    <a:pt x="113743" y="15149"/>
                    <a:pt x="112600" y="480"/>
                  </a:cubicBezTo>
                  <a:cubicBezTo>
                    <a:pt x="96852" y="607"/>
                    <a:pt x="81168" y="1242"/>
                    <a:pt x="65673" y="1814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/>
          </p:nvSpPr>
          <p:spPr>
            <a:xfrm>
              <a:off x="11294935" y="11587162"/>
              <a:ext cx="71590" cy="54776"/>
            </a:xfrm>
            <a:custGeom>
              <a:avLst/>
              <a:gdLst>
                <a:gd name="connsiteX0" fmla="*/ 38100 w 71590"/>
                <a:gd name="connsiteY0" fmla="*/ 12432 h 54776"/>
                <a:gd name="connsiteX1" fmla="*/ 0 w 71590"/>
                <a:gd name="connsiteY1" fmla="*/ -268 h 54776"/>
                <a:gd name="connsiteX2" fmla="*/ 32639 w 71590"/>
                <a:gd name="connsiteY2" fmla="*/ 44182 h 54776"/>
                <a:gd name="connsiteX3" fmla="*/ 39433 w 71590"/>
                <a:gd name="connsiteY3" fmla="*/ 47738 h 54776"/>
                <a:gd name="connsiteX4" fmla="*/ 61849 w 71590"/>
                <a:gd name="connsiteY4" fmla="*/ 54088 h 54776"/>
                <a:gd name="connsiteX5" fmla="*/ 71057 w 71590"/>
                <a:gd name="connsiteY5" fmla="*/ 45896 h 54776"/>
                <a:gd name="connsiteX6" fmla="*/ 61849 w 71590"/>
                <a:gd name="connsiteY6" fmla="*/ 25513 h 54776"/>
                <a:gd name="connsiteX7" fmla="*/ 38100 w 71590"/>
                <a:gd name="connsiteY7" fmla="*/ 12432 h 5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90" h="54776">
                  <a:moveTo>
                    <a:pt x="38100" y="12432"/>
                  </a:moveTo>
                  <a:cubicBezTo>
                    <a:pt x="25908" y="6825"/>
                    <a:pt x="13145" y="2564"/>
                    <a:pt x="0" y="-268"/>
                  </a:cubicBezTo>
                  <a:cubicBezTo>
                    <a:pt x="9525" y="15518"/>
                    <a:pt x="20447" y="30396"/>
                    <a:pt x="32639" y="44182"/>
                  </a:cubicBezTo>
                  <a:cubicBezTo>
                    <a:pt x="34036" y="45770"/>
                    <a:pt x="36068" y="46151"/>
                    <a:pt x="39433" y="47738"/>
                  </a:cubicBezTo>
                  <a:cubicBezTo>
                    <a:pt x="50356" y="52882"/>
                    <a:pt x="56007" y="55612"/>
                    <a:pt x="61849" y="54088"/>
                  </a:cubicBezTo>
                  <a:cubicBezTo>
                    <a:pt x="65977" y="52875"/>
                    <a:pt x="69342" y="49865"/>
                    <a:pt x="71057" y="45896"/>
                  </a:cubicBezTo>
                  <a:cubicBezTo>
                    <a:pt x="73723" y="38086"/>
                    <a:pt x="65722" y="29577"/>
                    <a:pt x="61849" y="25513"/>
                  </a:cubicBezTo>
                  <a:cubicBezTo>
                    <a:pt x="55308" y="18985"/>
                    <a:pt x="47117" y="14451"/>
                    <a:pt x="38100" y="124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/>
          </p:nvSpPr>
          <p:spPr>
            <a:xfrm>
              <a:off x="11203673" y="11700954"/>
              <a:ext cx="83518" cy="67818"/>
            </a:xfrm>
            <a:custGeom>
              <a:avLst/>
              <a:gdLst>
                <a:gd name="connsiteX0" fmla="*/ 39954 w 83518"/>
                <a:gd name="connsiteY0" fmla="*/ 63931 h 67818"/>
                <a:gd name="connsiteX1" fmla="*/ 70433 w 83518"/>
                <a:gd name="connsiteY1" fmla="*/ 49389 h 67818"/>
                <a:gd name="connsiteX2" fmla="*/ 77927 w 83518"/>
                <a:gd name="connsiteY2" fmla="*/ 42531 h 67818"/>
                <a:gd name="connsiteX3" fmla="*/ 83133 w 83518"/>
                <a:gd name="connsiteY3" fmla="*/ 22846 h 67818"/>
                <a:gd name="connsiteX4" fmla="*/ 79958 w 83518"/>
                <a:gd name="connsiteY4" fmla="*/ 12940 h 67818"/>
                <a:gd name="connsiteX5" fmla="*/ 64083 w 83518"/>
                <a:gd name="connsiteY5" fmla="*/ 685 h 67818"/>
                <a:gd name="connsiteX6" fmla="*/ 56971 w 83518"/>
                <a:gd name="connsiteY6" fmla="*/ -268 h 67818"/>
                <a:gd name="connsiteX7" fmla="*/ 43509 w 83518"/>
                <a:gd name="connsiteY7" fmla="*/ 3352 h 67818"/>
                <a:gd name="connsiteX8" fmla="*/ 13030 w 83518"/>
                <a:gd name="connsiteY8" fmla="*/ 17893 h 67818"/>
                <a:gd name="connsiteX9" fmla="*/ 330 w 83518"/>
                <a:gd name="connsiteY9" fmla="*/ 44436 h 67818"/>
                <a:gd name="connsiteX10" fmla="*/ 3505 w 83518"/>
                <a:gd name="connsiteY10" fmla="*/ 54342 h 67818"/>
                <a:gd name="connsiteX11" fmla="*/ 19443 w 83518"/>
                <a:gd name="connsiteY11" fmla="*/ 66598 h 67818"/>
                <a:gd name="connsiteX12" fmla="*/ 26555 w 83518"/>
                <a:gd name="connsiteY12" fmla="*/ 67550 h 67818"/>
                <a:gd name="connsiteX13" fmla="*/ 40017 w 83518"/>
                <a:gd name="connsiteY13" fmla="*/ 63931 h 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518" h="67818">
                  <a:moveTo>
                    <a:pt x="39954" y="63931"/>
                  </a:moveTo>
                  <a:lnTo>
                    <a:pt x="70433" y="49389"/>
                  </a:lnTo>
                  <a:cubicBezTo>
                    <a:pt x="73482" y="47789"/>
                    <a:pt x="76085" y="45427"/>
                    <a:pt x="77927" y="42531"/>
                  </a:cubicBezTo>
                  <a:cubicBezTo>
                    <a:pt x="82498" y="37076"/>
                    <a:pt x="84404" y="29857"/>
                    <a:pt x="83133" y="22846"/>
                  </a:cubicBezTo>
                  <a:cubicBezTo>
                    <a:pt x="83007" y="19316"/>
                    <a:pt x="81927" y="15887"/>
                    <a:pt x="79958" y="12940"/>
                  </a:cubicBezTo>
                  <a:cubicBezTo>
                    <a:pt x="76466" y="6933"/>
                    <a:pt x="70751" y="2532"/>
                    <a:pt x="64083" y="685"/>
                  </a:cubicBezTo>
                  <a:lnTo>
                    <a:pt x="56971" y="-268"/>
                  </a:lnTo>
                  <a:cubicBezTo>
                    <a:pt x="52209" y="-287"/>
                    <a:pt x="47573" y="964"/>
                    <a:pt x="43509" y="3352"/>
                  </a:cubicBezTo>
                  <a:lnTo>
                    <a:pt x="13030" y="17893"/>
                  </a:lnTo>
                  <a:cubicBezTo>
                    <a:pt x="3695" y="23221"/>
                    <a:pt x="-1385" y="33806"/>
                    <a:pt x="330" y="44436"/>
                  </a:cubicBezTo>
                  <a:cubicBezTo>
                    <a:pt x="520" y="47954"/>
                    <a:pt x="1600" y="51371"/>
                    <a:pt x="3505" y="54342"/>
                  </a:cubicBezTo>
                  <a:cubicBezTo>
                    <a:pt x="6997" y="60343"/>
                    <a:pt x="12712" y="64737"/>
                    <a:pt x="19443" y="66598"/>
                  </a:cubicBezTo>
                  <a:lnTo>
                    <a:pt x="26555" y="67550"/>
                  </a:lnTo>
                  <a:cubicBezTo>
                    <a:pt x="31254" y="67563"/>
                    <a:pt x="35953" y="66312"/>
                    <a:pt x="40017" y="6393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/>
          </p:nvSpPr>
          <p:spPr>
            <a:xfrm>
              <a:off x="11213020" y="11769788"/>
              <a:ext cx="77696" cy="68325"/>
            </a:xfrm>
            <a:custGeom>
              <a:avLst/>
              <a:gdLst>
                <a:gd name="connsiteX0" fmla="*/ 44958 w 77696"/>
                <a:gd name="connsiteY0" fmla="*/ 60248 h 68325"/>
                <a:gd name="connsiteX1" fmla="*/ 51308 w 77696"/>
                <a:gd name="connsiteY1" fmla="*/ 54787 h 68325"/>
                <a:gd name="connsiteX2" fmla="*/ 45911 w 77696"/>
                <a:gd name="connsiteY2" fmla="*/ 58978 h 68325"/>
                <a:gd name="connsiteX3" fmla="*/ 59055 w 77696"/>
                <a:gd name="connsiteY3" fmla="*/ 51357 h 68325"/>
                <a:gd name="connsiteX4" fmla="*/ 52705 w 77696"/>
                <a:gd name="connsiteY4" fmla="*/ 54025 h 68325"/>
                <a:gd name="connsiteX5" fmla="*/ 58103 w 77696"/>
                <a:gd name="connsiteY5" fmla="*/ 52056 h 68325"/>
                <a:gd name="connsiteX6" fmla="*/ 67184 w 77696"/>
                <a:gd name="connsiteY6" fmla="*/ 47294 h 68325"/>
                <a:gd name="connsiteX7" fmla="*/ 74041 w 77696"/>
                <a:gd name="connsiteY7" fmla="*/ 39801 h 68325"/>
                <a:gd name="connsiteX8" fmla="*/ 77216 w 77696"/>
                <a:gd name="connsiteY8" fmla="*/ 29894 h 68325"/>
                <a:gd name="connsiteX9" fmla="*/ 76709 w 77696"/>
                <a:gd name="connsiteY9" fmla="*/ 19290 h 68325"/>
                <a:gd name="connsiteX10" fmla="*/ 74041 w 77696"/>
                <a:gd name="connsiteY10" fmla="*/ 12940 h 68325"/>
                <a:gd name="connsiteX11" fmla="*/ 64516 w 77696"/>
                <a:gd name="connsiteY11" fmla="*/ 3351 h 68325"/>
                <a:gd name="connsiteX12" fmla="*/ 58166 w 77696"/>
                <a:gd name="connsiteY12" fmla="*/ 685 h 68325"/>
                <a:gd name="connsiteX13" fmla="*/ 44006 w 77696"/>
                <a:gd name="connsiteY13" fmla="*/ 685 h 68325"/>
                <a:gd name="connsiteX14" fmla="*/ 31306 w 77696"/>
                <a:gd name="connsiteY14" fmla="*/ 5828 h 68325"/>
                <a:gd name="connsiteX15" fmla="*/ 24574 w 77696"/>
                <a:gd name="connsiteY15" fmla="*/ 9321 h 68325"/>
                <a:gd name="connsiteX16" fmla="*/ 13462 w 77696"/>
                <a:gd name="connsiteY16" fmla="*/ 17449 h 68325"/>
                <a:gd name="connsiteX17" fmla="*/ 7811 w 77696"/>
                <a:gd name="connsiteY17" fmla="*/ 22529 h 68325"/>
                <a:gd name="connsiteX18" fmla="*/ 2286 w 77696"/>
                <a:gd name="connsiteY18" fmla="*/ 31101 h 68325"/>
                <a:gd name="connsiteX19" fmla="*/ 2286 w 77696"/>
                <a:gd name="connsiteY19" fmla="*/ 51675 h 68325"/>
                <a:gd name="connsiteX20" fmla="*/ 7811 w 77696"/>
                <a:gd name="connsiteY20" fmla="*/ 60248 h 68325"/>
                <a:gd name="connsiteX21" fmla="*/ 13208 w 77696"/>
                <a:gd name="connsiteY21" fmla="*/ 64375 h 68325"/>
                <a:gd name="connsiteX22" fmla="*/ 26670 w 77696"/>
                <a:gd name="connsiteY22" fmla="*/ 68058 h 68325"/>
                <a:gd name="connsiteX23" fmla="*/ 33719 w 77696"/>
                <a:gd name="connsiteY23" fmla="*/ 67106 h 68325"/>
                <a:gd name="connsiteX24" fmla="*/ 45530 w 77696"/>
                <a:gd name="connsiteY24" fmla="*/ 60248 h 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7696" h="68325">
                  <a:moveTo>
                    <a:pt x="44958" y="60248"/>
                  </a:moveTo>
                  <a:cubicBezTo>
                    <a:pt x="46927" y="58279"/>
                    <a:pt x="49086" y="56438"/>
                    <a:pt x="51308" y="54787"/>
                  </a:cubicBezTo>
                  <a:lnTo>
                    <a:pt x="45911" y="58978"/>
                  </a:lnTo>
                  <a:cubicBezTo>
                    <a:pt x="49974" y="55866"/>
                    <a:pt x="54356" y="53326"/>
                    <a:pt x="59055" y="51357"/>
                  </a:cubicBezTo>
                  <a:lnTo>
                    <a:pt x="52705" y="54025"/>
                  </a:lnTo>
                  <a:cubicBezTo>
                    <a:pt x="54483" y="53326"/>
                    <a:pt x="56261" y="52628"/>
                    <a:pt x="58103" y="52056"/>
                  </a:cubicBezTo>
                  <a:cubicBezTo>
                    <a:pt x="61468" y="51294"/>
                    <a:pt x="64643" y="49643"/>
                    <a:pt x="67184" y="47294"/>
                  </a:cubicBezTo>
                  <a:cubicBezTo>
                    <a:pt x="70104" y="45452"/>
                    <a:pt x="72454" y="42849"/>
                    <a:pt x="74041" y="39801"/>
                  </a:cubicBezTo>
                  <a:cubicBezTo>
                    <a:pt x="75947" y="36816"/>
                    <a:pt x="77026" y="33419"/>
                    <a:pt x="77216" y="29894"/>
                  </a:cubicBezTo>
                  <a:cubicBezTo>
                    <a:pt x="77978" y="26377"/>
                    <a:pt x="77851" y="22719"/>
                    <a:pt x="76709" y="19290"/>
                  </a:cubicBezTo>
                  <a:lnTo>
                    <a:pt x="74041" y="12940"/>
                  </a:lnTo>
                  <a:cubicBezTo>
                    <a:pt x="71755" y="8978"/>
                    <a:pt x="68453" y="5670"/>
                    <a:pt x="64516" y="3351"/>
                  </a:cubicBezTo>
                  <a:lnTo>
                    <a:pt x="58166" y="685"/>
                  </a:lnTo>
                  <a:cubicBezTo>
                    <a:pt x="53531" y="-585"/>
                    <a:pt x="48641" y="-585"/>
                    <a:pt x="44006" y="685"/>
                  </a:cubicBezTo>
                  <a:cubicBezTo>
                    <a:pt x="39688" y="2126"/>
                    <a:pt x="35433" y="3841"/>
                    <a:pt x="31306" y="5828"/>
                  </a:cubicBezTo>
                  <a:cubicBezTo>
                    <a:pt x="28956" y="6838"/>
                    <a:pt x="26734" y="8006"/>
                    <a:pt x="24574" y="9321"/>
                  </a:cubicBezTo>
                  <a:cubicBezTo>
                    <a:pt x="20701" y="11829"/>
                    <a:pt x="17018" y="14540"/>
                    <a:pt x="13462" y="17449"/>
                  </a:cubicBezTo>
                  <a:cubicBezTo>
                    <a:pt x="11494" y="19042"/>
                    <a:pt x="9589" y="20738"/>
                    <a:pt x="7811" y="22529"/>
                  </a:cubicBezTo>
                  <a:cubicBezTo>
                    <a:pt x="5271" y="24859"/>
                    <a:pt x="3366" y="27812"/>
                    <a:pt x="2286" y="31101"/>
                  </a:cubicBezTo>
                  <a:cubicBezTo>
                    <a:pt x="-762" y="37642"/>
                    <a:pt x="-762" y="45135"/>
                    <a:pt x="2286" y="51675"/>
                  </a:cubicBezTo>
                  <a:cubicBezTo>
                    <a:pt x="3366" y="54977"/>
                    <a:pt x="5271" y="57898"/>
                    <a:pt x="7811" y="60248"/>
                  </a:cubicBezTo>
                  <a:lnTo>
                    <a:pt x="13208" y="64375"/>
                  </a:lnTo>
                  <a:cubicBezTo>
                    <a:pt x="17273" y="66788"/>
                    <a:pt x="21908" y="68058"/>
                    <a:pt x="26670" y="68058"/>
                  </a:cubicBezTo>
                  <a:lnTo>
                    <a:pt x="33719" y="67106"/>
                  </a:lnTo>
                  <a:cubicBezTo>
                    <a:pt x="38164" y="65899"/>
                    <a:pt x="42228" y="63550"/>
                    <a:pt x="45530" y="6024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/>
          </p:nvSpPr>
          <p:spPr>
            <a:xfrm>
              <a:off x="11041189" y="11521575"/>
              <a:ext cx="74996" cy="201727"/>
            </a:xfrm>
            <a:custGeom>
              <a:avLst/>
              <a:gdLst>
                <a:gd name="connsiteX0" fmla="*/ 58166 w 74996"/>
                <a:gd name="connsiteY0" fmla="*/ 3661 h 201727"/>
                <a:gd name="connsiteX1" fmla="*/ 61278 w 74996"/>
                <a:gd name="connsiteY1" fmla="*/ 184255 h 201727"/>
                <a:gd name="connsiteX2" fmla="*/ 3111 w 74996"/>
                <a:gd name="connsiteY2" fmla="*/ 184255 h 201727"/>
                <a:gd name="connsiteX3" fmla="*/ 0 w 74996"/>
                <a:gd name="connsiteY3" fmla="*/ 55667 h 201727"/>
                <a:gd name="connsiteX4" fmla="*/ 58166 w 74996"/>
                <a:gd name="connsiteY4" fmla="*/ 3661 h 201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96" h="201727">
                  <a:moveTo>
                    <a:pt x="58166" y="3661"/>
                  </a:moveTo>
                  <a:cubicBezTo>
                    <a:pt x="80518" y="34839"/>
                    <a:pt x="79629" y="175111"/>
                    <a:pt x="61278" y="184255"/>
                  </a:cubicBezTo>
                  <a:cubicBezTo>
                    <a:pt x="42926" y="193399"/>
                    <a:pt x="0" y="217910"/>
                    <a:pt x="3111" y="184255"/>
                  </a:cubicBezTo>
                  <a:cubicBezTo>
                    <a:pt x="6223" y="150600"/>
                    <a:pt x="0" y="55667"/>
                    <a:pt x="0" y="55667"/>
                  </a:cubicBezTo>
                  <a:cubicBezTo>
                    <a:pt x="0" y="55667"/>
                    <a:pt x="42863" y="-17802"/>
                    <a:pt x="58166" y="3661"/>
                  </a:cubicBezTo>
                  <a:close/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/>
          </p:nvSpPr>
          <p:spPr>
            <a:xfrm>
              <a:off x="9878038" y="11819382"/>
              <a:ext cx="193202" cy="126936"/>
            </a:xfrm>
            <a:custGeom>
              <a:avLst/>
              <a:gdLst>
                <a:gd name="connsiteX0" fmla="*/ 58061 w 193202"/>
                <a:gd name="connsiteY0" fmla="*/ -268 h 126936"/>
                <a:gd name="connsiteX1" fmla="*/ 2943 w 193202"/>
                <a:gd name="connsiteY1" fmla="*/ 33387 h 126936"/>
                <a:gd name="connsiteX2" fmla="*/ 189696 w 193202"/>
                <a:gd name="connsiteY2" fmla="*/ 115937 h 126936"/>
                <a:gd name="connsiteX3" fmla="*/ 165249 w 193202"/>
                <a:gd name="connsiteY3" fmla="*/ 60819 h 126936"/>
                <a:gd name="connsiteX4" fmla="*/ 152993 w 193202"/>
                <a:gd name="connsiteY4" fmla="*/ 33260 h 12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202" h="126936">
                  <a:moveTo>
                    <a:pt x="58061" y="-268"/>
                  </a:moveTo>
                  <a:cubicBezTo>
                    <a:pt x="58061" y="-268"/>
                    <a:pt x="-15408" y="6082"/>
                    <a:pt x="2943" y="33387"/>
                  </a:cubicBezTo>
                  <a:cubicBezTo>
                    <a:pt x="21294" y="60692"/>
                    <a:pt x="174393" y="158926"/>
                    <a:pt x="189696" y="115937"/>
                  </a:cubicBezTo>
                  <a:cubicBezTo>
                    <a:pt x="205000" y="72947"/>
                    <a:pt x="165249" y="60819"/>
                    <a:pt x="165249" y="60819"/>
                  </a:cubicBezTo>
                  <a:lnTo>
                    <a:pt x="152993" y="33260"/>
                  </a:lnTo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/>
          </p:nvSpPr>
          <p:spPr>
            <a:xfrm>
              <a:off x="10655300" y="11044872"/>
              <a:ext cx="422719" cy="523494"/>
            </a:xfrm>
            <a:custGeom>
              <a:avLst/>
              <a:gdLst>
                <a:gd name="connsiteX0" fmla="*/ 0 w 422719"/>
                <a:gd name="connsiteY0" fmla="*/ -268 h 523494"/>
                <a:gd name="connsiteX1" fmla="*/ 30607 w 422719"/>
                <a:gd name="connsiteY1" fmla="*/ 385431 h 523494"/>
                <a:gd name="connsiteX2" fmla="*/ 73469 w 422719"/>
                <a:gd name="connsiteY2" fmla="*/ 416038 h 523494"/>
                <a:gd name="connsiteX3" fmla="*/ 422719 w 422719"/>
                <a:gd name="connsiteY3" fmla="*/ 523226 h 52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719" h="523494">
                  <a:moveTo>
                    <a:pt x="0" y="-268"/>
                  </a:moveTo>
                  <a:cubicBezTo>
                    <a:pt x="0" y="-268"/>
                    <a:pt x="21463" y="357872"/>
                    <a:pt x="30607" y="385431"/>
                  </a:cubicBezTo>
                  <a:cubicBezTo>
                    <a:pt x="39751" y="412990"/>
                    <a:pt x="61214" y="412990"/>
                    <a:pt x="73469" y="416038"/>
                  </a:cubicBezTo>
                  <a:cubicBezTo>
                    <a:pt x="85725" y="419086"/>
                    <a:pt x="422719" y="523226"/>
                    <a:pt x="422719" y="523226"/>
                  </a:cubicBezTo>
                </a:path>
              </a:pathLst>
            </a:custGeom>
            <a:noFill/>
            <a:ln w="10668" cap="flat">
              <a:solidFill>
                <a:srgbClr val="4347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10037571" y="11032617"/>
              <a:ext cx="330200" cy="814323"/>
            </a:xfrm>
            <a:custGeom>
              <a:avLst/>
              <a:gdLst>
                <a:gd name="connsiteX0" fmla="*/ 330200 w 330200"/>
                <a:gd name="connsiteY0" fmla="*/ -268 h 814323"/>
                <a:gd name="connsiteX1" fmla="*/ 165100 w 330200"/>
                <a:gd name="connsiteY1" fmla="*/ 416038 h 814323"/>
                <a:gd name="connsiteX2" fmla="*/ 0 w 330200"/>
                <a:gd name="connsiteY2" fmla="*/ 814056 h 81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200" h="814323">
                  <a:moveTo>
                    <a:pt x="330200" y="-268"/>
                  </a:moveTo>
                  <a:cubicBezTo>
                    <a:pt x="330200" y="8940"/>
                    <a:pt x="165100" y="416038"/>
                    <a:pt x="165100" y="416038"/>
                  </a:cubicBezTo>
                  <a:cubicBezTo>
                    <a:pt x="109030" y="574216"/>
                    <a:pt x="55944" y="655878"/>
                    <a:pt x="0" y="814056"/>
                  </a:cubicBezTo>
                </a:path>
              </a:pathLst>
            </a:custGeom>
            <a:noFill/>
            <a:ln w="10668" cap="flat">
              <a:solidFill>
                <a:srgbClr val="4347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10352278" y="10826495"/>
              <a:ext cx="28130" cy="191325"/>
            </a:xfrm>
            <a:custGeom>
              <a:avLst/>
              <a:gdLst>
                <a:gd name="connsiteX0" fmla="*/ 19050 w 28130"/>
                <a:gd name="connsiteY0" fmla="*/ 240 h 191325"/>
                <a:gd name="connsiteX1" fmla="*/ 12700 w 28130"/>
                <a:gd name="connsiteY1" fmla="*/ -268 h 191325"/>
                <a:gd name="connsiteX2" fmla="*/ 0 w 28130"/>
                <a:gd name="connsiteY2" fmla="*/ 141274 h 191325"/>
                <a:gd name="connsiteX3" fmla="*/ 0 w 28130"/>
                <a:gd name="connsiteY3" fmla="*/ 142988 h 191325"/>
                <a:gd name="connsiteX4" fmla="*/ 21209 w 28130"/>
                <a:gd name="connsiteY4" fmla="*/ 158165 h 191325"/>
                <a:gd name="connsiteX5" fmla="*/ 15430 w 28130"/>
                <a:gd name="connsiteY5" fmla="*/ 189915 h 191325"/>
                <a:gd name="connsiteX6" fmla="*/ 21780 w 28130"/>
                <a:gd name="connsiteY6" fmla="*/ 191058 h 191325"/>
                <a:gd name="connsiteX7" fmla="*/ 28130 w 28130"/>
                <a:gd name="connsiteY7" fmla="*/ 155434 h 191325"/>
                <a:gd name="connsiteX8" fmla="*/ 6541 w 28130"/>
                <a:gd name="connsiteY8" fmla="*/ 140004 h 191325"/>
                <a:gd name="connsiteX9" fmla="*/ 19050 w 28130"/>
                <a:gd name="connsiteY9" fmla="*/ 240 h 19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30" h="191325">
                  <a:moveTo>
                    <a:pt x="19050" y="240"/>
                  </a:moveTo>
                  <a:cubicBezTo>
                    <a:pt x="16890" y="285"/>
                    <a:pt x="14795" y="113"/>
                    <a:pt x="12700" y="-268"/>
                  </a:cubicBezTo>
                  <a:cubicBezTo>
                    <a:pt x="8191" y="39420"/>
                    <a:pt x="889" y="128891"/>
                    <a:pt x="0" y="141274"/>
                  </a:cubicBezTo>
                  <a:lnTo>
                    <a:pt x="0" y="142988"/>
                  </a:lnTo>
                  <a:lnTo>
                    <a:pt x="21209" y="158165"/>
                  </a:lnTo>
                  <a:lnTo>
                    <a:pt x="15430" y="189915"/>
                  </a:lnTo>
                  <a:lnTo>
                    <a:pt x="21780" y="191058"/>
                  </a:lnTo>
                  <a:lnTo>
                    <a:pt x="28130" y="155434"/>
                  </a:lnTo>
                  <a:lnTo>
                    <a:pt x="6541" y="140004"/>
                  </a:lnTo>
                  <a:cubicBezTo>
                    <a:pt x="10160" y="94093"/>
                    <a:pt x="15748" y="30530"/>
                    <a:pt x="19050" y="240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10373868" y="10823638"/>
              <a:ext cx="17843" cy="160274"/>
            </a:xfrm>
            <a:custGeom>
              <a:avLst/>
              <a:gdLst>
                <a:gd name="connsiteX0" fmla="*/ 11366 w 17843"/>
                <a:gd name="connsiteY0" fmla="*/ 812 h 160274"/>
                <a:gd name="connsiteX1" fmla="*/ 0 w 17843"/>
                <a:gd name="connsiteY1" fmla="*/ 159562 h 160274"/>
                <a:gd name="connsiteX2" fmla="*/ 6350 w 17843"/>
                <a:gd name="connsiteY2" fmla="*/ 160006 h 160274"/>
                <a:gd name="connsiteX3" fmla="*/ 17843 w 17843"/>
                <a:gd name="connsiteY3" fmla="*/ -268 h 160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43" h="160274">
                  <a:moveTo>
                    <a:pt x="11366" y="812"/>
                  </a:moveTo>
                  <a:cubicBezTo>
                    <a:pt x="8636" y="47421"/>
                    <a:pt x="126" y="158165"/>
                    <a:pt x="0" y="159562"/>
                  </a:cubicBezTo>
                  <a:lnTo>
                    <a:pt x="6350" y="160006"/>
                  </a:lnTo>
                  <a:cubicBezTo>
                    <a:pt x="6794" y="154545"/>
                    <a:pt x="15176" y="45008"/>
                    <a:pt x="17843" y="-268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/>
          </p:nvSpPr>
          <p:spPr>
            <a:xfrm>
              <a:off x="10481490" y="10818368"/>
              <a:ext cx="241352" cy="90776"/>
            </a:xfrm>
            <a:custGeom>
              <a:avLst/>
              <a:gdLst>
                <a:gd name="connsiteX0" fmla="*/ 11948 w 241352"/>
                <a:gd name="connsiteY0" fmla="*/ -268 h 90776"/>
                <a:gd name="connsiteX1" fmla="*/ 2614 w 241352"/>
                <a:gd name="connsiteY1" fmla="*/ 41642 h 90776"/>
                <a:gd name="connsiteX2" fmla="*/ 233055 w 241352"/>
                <a:gd name="connsiteY2" fmla="*/ 88759 h 90776"/>
                <a:gd name="connsiteX3" fmla="*/ 233055 w 241352"/>
                <a:gd name="connsiteY3" fmla="*/ 46849 h 9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352" h="90776">
                  <a:moveTo>
                    <a:pt x="11948" y="-268"/>
                  </a:moveTo>
                  <a:cubicBezTo>
                    <a:pt x="11948" y="-268"/>
                    <a:pt x="-6721" y="23290"/>
                    <a:pt x="2614" y="41642"/>
                  </a:cubicBezTo>
                  <a:cubicBezTo>
                    <a:pt x="11948" y="59993"/>
                    <a:pt x="214386" y="99236"/>
                    <a:pt x="233055" y="88759"/>
                  </a:cubicBezTo>
                  <a:cubicBezTo>
                    <a:pt x="251724" y="78282"/>
                    <a:pt x="233055" y="46849"/>
                    <a:pt x="233055" y="46849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/>
          </p:nvSpPr>
          <p:spPr>
            <a:xfrm>
              <a:off x="10179890" y="10791960"/>
              <a:ext cx="109679" cy="66929"/>
            </a:xfrm>
            <a:custGeom>
              <a:avLst/>
              <a:gdLst>
                <a:gd name="connsiteX0" fmla="*/ 13575 w 109679"/>
                <a:gd name="connsiteY0" fmla="*/ 65700 h 66929"/>
                <a:gd name="connsiteX1" fmla="*/ 16813 w 109679"/>
                <a:gd name="connsiteY1" fmla="*/ 66334 h 66929"/>
                <a:gd name="connsiteX2" fmla="*/ 44816 w 109679"/>
                <a:gd name="connsiteY2" fmla="*/ 57635 h 66929"/>
                <a:gd name="connsiteX3" fmla="*/ 83679 w 109679"/>
                <a:gd name="connsiteY3" fmla="*/ 34521 h 66929"/>
                <a:gd name="connsiteX4" fmla="*/ 106983 w 109679"/>
                <a:gd name="connsiteY4" fmla="*/ 14392 h 66929"/>
                <a:gd name="connsiteX5" fmla="*/ 13575 w 109679"/>
                <a:gd name="connsiteY5" fmla="*/ 65700 h 6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679" h="66929">
                  <a:moveTo>
                    <a:pt x="13575" y="65700"/>
                  </a:moveTo>
                  <a:lnTo>
                    <a:pt x="16813" y="66334"/>
                  </a:lnTo>
                  <a:cubicBezTo>
                    <a:pt x="26655" y="68049"/>
                    <a:pt x="36244" y="62715"/>
                    <a:pt x="44816" y="57635"/>
                  </a:cubicBezTo>
                  <a:lnTo>
                    <a:pt x="83679" y="34521"/>
                  </a:lnTo>
                  <a:cubicBezTo>
                    <a:pt x="93013" y="29905"/>
                    <a:pt x="101078" y="22977"/>
                    <a:pt x="106983" y="14392"/>
                  </a:cubicBezTo>
                  <a:cubicBezTo>
                    <a:pt x="133843" y="-33487"/>
                    <a:pt x="-50370" y="49888"/>
                    <a:pt x="13575" y="65700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/>
          </p:nvSpPr>
          <p:spPr>
            <a:xfrm>
              <a:off x="10236658" y="9886507"/>
              <a:ext cx="92378" cy="178178"/>
            </a:xfrm>
            <a:custGeom>
              <a:avLst/>
              <a:gdLst>
                <a:gd name="connsiteX0" fmla="*/ 92378 w 92378"/>
                <a:gd name="connsiteY0" fmla="*/ 6778 h 178178"/>
                <a:gd name="connsiteX1" fmla="*/ 1764 w 92378"/>
                <a:gd name="connsiteY1" fmla="*/ 49577 h 178178"/>
                <a:gd name="connsiteX2" fmla="*/ 37006 w 92378"/>
                <a:gd name="connsiteY2" fmla="*/ 177911 h 17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378" h="178178">
                  <a:moveTo>
                    <a:pt x="92378" y="6778"/>
                  </a:moveTo>
                  <a:cubicBezTo>
                    <a:pt x="92378" y="6778"/>
                    <a:pt x="9320" y="-25925"/>
                    <a:pt x="1764" y="49577"/>
                  </a:cubicBezTo>
                  <a:cubicBezTo>
                    <a:pt x="-5793" y="125079"/>
                    <a:pt x="11860" y="167878"/>
                    <a:pt x="37006" y="177911"/>
                  </a:cubicBezTo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/>
          </p:nvSpPr>
          <p:spPr>
            <a:xfrm>
              <a:off x="10318813" y="10113581"/>
              <a:ext cx="103120" cy="160268"/>
            </a:xfrm>
            <a:custGeom>
              <a:avLst/>
              <a:gdLst>
                <a:gd name="connsiteX0" fmla="*/ 77026 w 103120"/>
                <a:gd name="connsiteY0" fmla="*/ -268 h 160268"/>
                <a:gd name="connsiteX1" fmla="*/ 0 w 103120"/>
                <a:gd name="connsiteY1" fmla="*/ 28942 h 160268"/>
                <a:gd name="connsiteX2" fmla="*/ 14033 w 103120"/>
                <a:gd name="connsiteY2" fmla="*/ 107428 h 160268"/>
                <a:gd name="connsiteX3" fmla="*/ 31750 w 103120"/>
                <a:gd name="connsiteY3" fmla="*/ 155815 h 160268"/>
                <a:gd name="connsiteX4" fmla="*/ 71755 w 103120"/>
                <a:gd name="connsiteY4" fmla="*/ 152322 h 160268"/>
                <a:gd name="connsiteX5" fmla="*/ 103060 w 103120"/>
                <a:gd name="connsiteY5" fmla="*/ 90918 h 160268"/>
                <a:gd name="connsiteX6" fmla="*/ 77026 w 103120"/>
                <a:gd name="connsiteY6" fmla="*/ -268 h 160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20" h="160268">
                  <a:moveTo>
                    <a:pt x="77026" y="-268"/>
                  </a:moveTo>
                  <a:cubicBezTo>
                    <a:pt x="54801" y="16883"/>
                    <a:pt x="28004" y="27050"/>
                    <a:pt x="0" y="28942"/>
                  </a:cubicBezTo>
                  <a:cubicBezTo>
                    <a:pt x="5207" y="54850"/>
                    <a:pt x="12700" y="80314"/>
                    <a:pt x="14033" y="107428"/>
                  </a:cubicBezTo>
                  <a:cubicBezTo>
                    <a:pt x="15049" y="125335"/>
                    <a:pt x="16573" y="146353"/>
                    <a:pt x="31750" y="155815"/>
                  </a:cubicBezTo>
                  <a:cubicBezTo>
                    <a:pt x="43752" y="163308"/>
                    <a:pt x="59817" y="159879"/>
                    <a:pt x="71755" y="152322"/>
                  </a:cubicBezTo>
                  <a:cubicBezTo>
                    <a:pt x="92202" y="138733"/>
                    <a:pt x="104077" y="115454"/>
                    <a:pt x="103060" y="90918"/>
                  </a:cubicBezTo>
                  <a:cubicBezTo>
                    <a:pt x="101536" y="60438"/>
                    <a:pt x="84265" y="30339"/>
                    <a:pt x="77026" y="-268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/>
          </p:nvSpPr>
          <p:spPr>
            <a:xfrm>
              <a:off x="10318813" y="10113581"/>
              <a:ext cx="77851" cy="102552"/>
            </a:xfrm>
            <a:custGeom>
              <a:avLst/>
              <a:gdLst>
                <a:gd name="connsiteX0" fmla="*/ 64198 w 77851"/>
                <a:gd name="connsiteY0" fmla="*/ 29323 h 102552"/>
                <a:gd name="connsiteX1" fmla="*/ 77851 w 77851"/>
                <a:gd name="connsiteY1" fmla="*/ 3097 h 102552"/>
                <a:gd name="connsiteX2" fmla="*/ 77026 w 77851"/>
                <a:gd name="connsiteY2" fmla="*/ -268 h 102552"/>
                <a:gd name="connsiteX3" fmla="*/ 0 w 77851"/>
                <a:gd name="connsiteY3" fmla="*/ 28942 h 102552"/>
                <a:gd name="connsiteX4" fmla="*/ 13589 w 77851"/>
                <a:gd name="connsiteY4" fmla="*/ 102284 h 102552"/>
                <a:gd name="connsiteX5" fmla="*/ 64198 w 77851"/>
                <a:gd name="connsiteY5" fmla="*/ 29323 h 10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851" h="102552">
                  <a:moveTo>
                    <a:pt x="64198" y="29323"/>
                  </a:moveTo>
                  <a:cubicBezTo>
                    <a:pt x="68199" y="21004"/>
                    <a:pt x="73025" y="12178"/>
                    <a:pt x="77851" y="3097"/>
                  </a:cubicBezTo>
                  <a:cubicBezTo>
                    <a:pt x="77851" y="1954"/>
                    <a:pt x="77280" y="875"/>
                    <a:pt x="77026" y="-268"/>
                  </a:cubicBezTo>
                  <a:cubicBezTo>
                    <a:pt x="54801" y="16883"/>
                    <a:pt x="28004" y="27050"/>
                    <a:pt x="0" y="28942"/>
                  </a:cubicBezTo>
                  <a:cubicBezTo>
                    <a:pt x="5969" y="53097"/>
                    <a:pt x="10541" y="77589"/>
                    <a:pt x="13589" y="102284"/>
                  </a:cubicBezTo>
                  <a:cubicBezTo>
                    <a:pt x="37084" y="83234"/>
                    <a:pt x="51244" y="56628"/>
                    <a:pt x="64198" y="29323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/>
          </p:nvSpPr>
          <p:spPr>
            <a:xfrm rot="20641199">
              <a:off x="10382073" y="10071492"/>
              <a:ext cx="82677" cy="76073"/>
            </a:xfrm>
            <a:custGeom>
              <a:avLst/>
              <a:gdLst>
                <a:gd name="connsiteX0" fmla="*/ 82677 w 82677"/>
                <a:gd name="connsiteY0" fmla="*/ 37769 h 76073"/>
                <a:gd name="connsiteX1" fmla="*/ 41338 w 82677"/>
                <a:gd name="connsiteY1" fmla="*/ 75805 h 76073"/>
                <a:gd name="connsiteX2" fmla="*/ 0 w 82677"/>
                <a:gd name="connsiteY2" fmla="*/ 37769 h 76073"/>
                <a:gd name="connsiteX3" fmla="*/ 41338 w 82677"/>
                <a:gd name="connsiteY3" fmla="*/ -268 h 76073"/>
                <a:gd name="connsiteX4" fmla="*/ 82677 w 82677"/>
                <a:gd name="connsiteY4" fmla="*/ 37769 h 7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77" h="76073">
                  <a:moveTo>
                    <a:pt x="82677" y="37769"/>
                  </a:moveTo>
                  <a:cubicBezTo>
                    <a:pt x="82677" y="58776"/>
                    <a:pt x="64169" y="75805"/>
                    <a:pt x="41338" y="75805"/>
                  </a:cubicBezTo>
                  <a:cubicBezTo>
                    <a:pt x="18508" y="75805"/>
                    <a:pt x="0" y="58776"/>
                    <a:pt x="0" y="37769"/>
                  </a:cubicBezTo>
                  <a:cubicBezTo>
                    <a:pt x="0" y="16762"/>
                    <a:pt x="18508" y="-268"/>
                    <a:pt x="41338" y="-268"/>
                  </a:cubicBezTo>
                  <a:cubicBezTo>
                    <a:pt x="64169" y="-268"/>
                    <a:pt x="82677" y="16762"/>
                    <a:pt x="82677" y="37769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10239179" y="9938615"/>
              <a:ext cx="178186" cy="236389"/>
            </a:xfrm>
            <a:custGeom>
              <a:avLst/>
              <a:gdLst>
                <a:gd name="connsiteX0" fmla="*/ 118814 w 178186"/>
                <a:gd name="connsiteY0" fmla="*/ 15504 h 236389"/>
                <a:gd name="connsiteX1" fmla="*/ 71569 w 178186"/>
                <a:gd name="connsiteY1" fmla="*/ 1025 h 236389"/>
                <a:gd name="connsiteX2" fmla="*/ 36327 w 178186"/>
                <a:gd name="connsiteY2" fmla="*/ 33284 h 236389"/>
                <a:gd name="connsiteX3" fmla="*/ 6800 w 178186"/>
                <a:gd name="connsiteY3" fmla="*/ 105102 h 236389"/>
                <a:gd name="connsiteX4" fmla="*/ 14356 w 178186"/>
                <a:gd name="connsiteY4" fmla="*/ 200352 h 236389"/>
                <a:gd name="connsiteX5" fmla="*/ 99954 w 178186"/>
                <a:gd name="connsiteY5" fmla="*/ 235277 h 236389"/>
                <a:gd name="connsiteX6" fmla="*/ 178186 w 178186"/>
                <a:gd name="connsiteY6" fmla="*/ 163141 h 236389"/>
                <a:gd name="connsiteX7" fmla="*/ 118814 w 178186"/>
                <a:gd name="connsiteY7" fmla="*/ 15504 h 23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186" h="236389">
                  <a:moveTo>
                    <a:pt x="118814" y="15504"/>
                  </a:moveTo>
                  <a:cubicBezTo>
                    <a:pt x="104780" y="4645"/>
                    <a:pt x="88206" y="-3546"/>
                    <a:pt x="71569" y="1025"/>
                  </a:cubicBezTo>
                  <a:cubicBezTo>
                    <a:pt x="54932" y="5598"/>
                    <a:pt x="44773" y="19314"/>
                    <a:pt x="36327" y="33284"/>
                  </a:cubicBezTo>
                  <a:cubicBezTo>
                    <a:pt x="22992" y="55623"/>
                    <a:pt x="13023" y="79829"/>
                    <a:pt x="6800" y="105102"/>
                  </a:cubicBezTo>
                  <a:cubicBezTo>
                    <a:pt x="-1646" y="139646"/>
                    <a:pt x="-5265" y="172603"/>
                    <a:pt x="14356" y="200352"/>
                  </a:cubicBezTo>
                  <a:cubicBezTo>
                    <a:pt x="33977" y="228102"/>
                    <a:pt x="69855" y="239468"/>
                    <a:pt x="99954" y="235277"/>
                  </a:cubicBezTo>
                  <a:cubicBezTo>
                    <a:pt x="139324" y="229689"/>
                    <a:pt x="163454" y="196288"/>
                    <a:pt x="178186" y="163141"/>
                  </a:cubicBezTo>
                  <a:cubicBezTo>
                    <a:pt x="137228" y="139964"/>
                    <a:pt x="110051" y="69733"/>
                    <a:pt x="118814" y="15504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/>
          </p:nvSpPr>
          <p:spPr>
            <a:xfrm>
              <a:off x="10341042" y="9930511"/>
              <a:ext cx="30349" cy="123825"/>
            </a:xfrm>
            <a:custGeom>
              <a:avLst/>
              <a:gdLst>
                <a:gd name="connsiteX0" fmla="*/ 30350 w 30349"/>
                <a:gd name="connsiteY0" fmla="*/ 5765 h 123825"/>
                <a:gd name="connsiteX1" fmla="*/ 20253 w 30349"/>
                <a:gd name="connsiteY1" fmla="*/ -268 h 123825"/>
                <a:gd name="connsiteX2" fmla="*/ 8378 w 30349"/>
                <a:gd name="connsiteY2" fmla="*/ 96189 h 123825"/>
                <a:gd name="connsiteX3" fmla="*/ 23428 w 30349"/>
                <a:gd name="connsiteY3" fmla="*/ 123557 h 123825"/>
                <a:gd name="connsiteX4" fmla="*/ 30350 w 30349"/>
                <a:gd name="connsiteY4" fmla="*/ 576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49" h="123825">
                  <a:moveTo>
                    <a:pt x="30350" y="5765"/>
                  </a:moveTo>
                  <a:lnTo>
                    <a:pt x="20253" y="-268"/>
                  </a:lnTo>
                  <a:cubicBezTo>
                    <a:pt x="20253" y="-268"/>
                    <a:pt x="-15879" y="49326"/>
                    <a:pt x="8378" y="96189"/>
                  </a:cubicBezTo>
                  <a:cubicBezTo>
                    <a:pt x="13839" y="106793"/>
                    <a:pt x="18919" y="115810"/>
                    <a:pt x="23428" y="123557"/>
                  </a:cubicBezTo>
                  <a:cubicBezTo>
                    <a:pt x="15681" y="84346"/>
                    <a:pt x="18030" y="43801"/>
                    <a:pt x="30350" y="5765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/>
          </p:nvSpPr>
          <p:spPr>
            <a:xfrm>
              <a:off x="10301654" y="10188052"/>
              <a:ext cx="187963" cy="175509"/>
            </a:xfrm>
            <a:custGeom>
              <a:avLst/>
              <a:gdLst>
                <a:gd name="connsiteX0" fmla="*/ 1538 w 187963"/>
                <a:gd name="connsiteY0" fmla="*/ 82741 h 175509"/>
                <a:gd name="connsiteX1" fmla="*/ 38876 w 187963"/>
                <a:gd name="connsiteY1" fmla="*/ 157417 h 175509"/>
                <a:gd name="connsiteX2" fmla="*/ 86691 w 187963"/>
                <a:gd name="connsiteY2" fmla="*/ 172974 h 175509"/>
                <a:gd name="connsiteX3" fmla="*/ 107774 w 187963"/>
                <a:gd name="connsiteY3" fmla="*/ 155068 h 175509"/>
                <a:gd name="connsiteX4" fmla="*/ 143651 w 187963"/>
                <a:gd name="connsiteY4" fmla="*/ 114237 h 175509"/>
                <a:gd name="connsiteX5" fmla="*/ 185053 w 187963"/>
                <a:gd name="connsiteY5" fmla="*/ 109792 h 175509"/>
                <a:gd name="connsiteX6" fmla="*/ 177624 w 187963"/>
                <a:gd name="connsiteY6" fmla="*/ 20511 h 175509"/>
                <a:gd name="connsiteX7" fmla="*/ 160288 w 187963"/>
                <a:gd name="connsiteY7" fmla="*/ 1461 h 175509"/>
                <a:gd name="connsiteX8" fmla="*/ 118632 w 187963"/>
                <a:gd name="connsiteY8" fmla="*/ 13399 h 175509"/>
                <a:gd name="connsiteX9" fmla="*/ 38686 w 187963"/>
                <a:gd name="connsiteY9" fmla="*/ 40005 h 175509"/>
                <a:gd name="connsiteX10" fmla="*/ 1538 w 187963"/>
                <a:gd name="connsiteY10" fmla="*/ 82741 h 17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963" h="175509">
                  <a:moveTo>
                    <a:pt x="1538" y="82741"/>
                  </a:moveTo>
                  <a:cubicBezTo>
                    <a:pt x="6681" y="110110"/>
                    <a:pt x="23953" y="142812"/>
                    <a:pt x="38876" y="157417"/>
                  </a:cubicBezTo>
                  <a:cubicBezTo>
                    <a:pt x="52021" y="170117"/>
                    <a:pt x="70626" y="179832"/>
                    <a:pt x="86691" y="172974"/>
                  </a:cubicBezTo>
                  <a:cubicBezTo>
                    <a:pt x="94947" y="168612"/>
                    <a:pt x="102122" y="162497"/>
                    <a:pt x="107774" y="155068"/>
                  </a:cubicBezTo>
                  <a:lnTo>
                    <a:pt x="143651" y="114237"/>
                  </a:lnTo>
                  <a:cubicBezTo>
                    <a:pt x="154954" y="101537"/>
                    <a:pt x="177624" y="125730"/>
                    <a:pt x="185053" y="109792"/>
                  </a:cubicBezTo>
                  <a:cubicBezTo>
                    <a:pt x="192483" y="93854"/>
                    <a:pt x="184101" y="36957"/>
                    <a:pt x="177624" y="20511"/>
                  </a:cubicBezTo>
                  <a:cubicBezTo>
                    <a:pt x="174639" y="12078"/>
                    <a:pt x="168416" y="5207"/>
                    <a:pt x="160288" y="1461"/>
                  </a:cubicBezTo>
                  <a:cubicBezTo>
                    <a:pt x="146318" y="-4127"/>
                    <a:pt x="131396" y="4890"/>
                    <a:pt x="118632" y="13399"/>
                  </a:cubicBezTo>
                  <a:cubicBezTo>
                    <a:pt x="94185" y="29718"/>
                    <a:pt x="66689" y="45911"/>
                    <a:pt x="38686" y="40005"/>
                  </a:cubicBezTo>
                  <a:cubicBezTo>
                    <a:pt x="3570" y="32449"/>
                    <a:pt x="-3733" y="54865"/>
                    <a:pt x="1538" y="8274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/>
          </p:nvSpPr>
          <p:spPr>
            <a:xfrm>
              <a:off x="10308843" y="10280459"/>
              <a:ext cx="89472" cy="30190"/>
            </a:xfrm>
            <a:custGeom>
              <a:avLst/>
              <a:gdLst>
                <a:gd name="connsiteX0" fmla="*/ 1651 w 89472"/>
                <a:gd name="connsiteY0" fmla="*/ 15543 h 30190"/>
                <a:gd name="connsiteX1" fmla="*/ 33401 w 89472"/>
                <a:gd name="connsiteY1" fmla="*/ 28942 h 30190"/>
                <a:gd name="connsiteX2" fmla="*/ 89472 w 89472"/>
                <a:gd name="connsiteY2" fmla="*/ 10717 h 30190"/>
                <a:gd name="connsiteX3" fmla="*/ 0 w 89472"/>
                <a:gd name="connsiteY3" fmla="*/ -268 h 3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72" h="30190">
                  <a:moveTo>
                    <a:pt x="1651" y="15543"/>
                  </a:moveTo>
                  <a:cubicBezTo>
                    <a:pt x="1651" y="15543"/>
                    <a:pt x="8001" y="22846"/>
                    <a:pt x="33401" y="28942"/>
                  </a:cubicBezTo>
                  <a:cubicBezTo>
                    <a:pt x="58801" y="35038"/>
                    <a:pt x="89472" y="10717"/>
                    <a:pt x="89472" y="10717"/>
                  </a:cubicBezTo>
                  <a:cubicBezTo>
                    <a:pt x="89472" y="10717"/>
                    <a:pt x="22733" y="33832"/>
                    <a:pt x="0" y="-268"/>
                  </a:cubicBezTo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/>
          </p:nvSpPr>
          <p:spPr>
            <a:xfrm>
              <a:off x="10406005" y="10092667"/>
              <a:ext cx="36518" cy="30671"/>
            </a:xfrm>
            <a:custGeom>
              <a:avLst/>
              <a:gdLst>
                <a:gd name="connsiteX0" fmla="*/ 15869 w 36518"/>
                <a:gd name="connsiteY0" fmla="*/ 9 h 30671"/>
                <a:gd name="connsiteX1" fmla="*/ 36443 w 36518"/>
                <a:gd name="connsiteY1" fmla="*/ 12137 h 30671"/>
                <a:gd name="connsiteX2" fmla="*/ 27870 w 36518"/>
                <a:gd name="connsiteY2" fmla="*/ 28393 h 30671"/>
                <a:gd name="connsiteX3" fmla="*/ 1708 w 36518"/>
                <a:gd name="connsiteY3" fmla="*/ 29282 h 30671"/>
                <a:gd name="connsiteX4" fmla="*/ 1708 w 36518"/>
                <a:gd name="connsiteY4" fmla="*/ 29282 h 3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18" h="30671">
                  <a:moveTo>
                    <a:pt x="15869" y="9"/>
                  </a:moveTo>
                  <a:cubicBezTo>
                    <a:pt x="24759" y="-1547"/>
                    <a:pt x="33522" y="3590"/>
                    <a:pt x="36443" y="12137"/>
                  </a:cubicBezTo>
                  <a:cubicBezTo>
                    <a:pt x="37077" y="18779"/>
                    <a:pt x="33712" y="25173"/>
                    <a:pt x="27870" y="28393"/>
                  </a:cubicBezTo>
                  <a:cubicBezTo>
                    <a:pt x="20377" y="32838"/>
                    <a:pt x="-7055" y="28393"/>
                    <a:pt x="1708" y="29282"/>
                  </a:cubicBezTo>
                  <a:lnTo>
                    <a:pt x="1708" y="29282"/>
                  </a:ln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/>
          </p:nvSpPr>
          <p:spPr>
            <a:xfrm>
              <a:off x="10283035" y="10060686"/>
              <a:ext cx="17617" cy="10514"/>
            </a:xfrm>
            <a:custGeom>
              <a:avLst/>
              <a:gdLst>
                <a:gd name="connsiteX0" fmla="*/ 219 w 17617"/>
                <a:gd name="connsiteY0" fmla="*/ -268 h 10514"/>
                <a:gd name="connsiteX1" fmla="*/ 3711 w 17617"/>
                <a:gd name="connsiteY1" fmla="*/ 10083 h 10514"/>
                <a:gd name="connsiteX2" fmla="*/ 16411 w 17617"/>
                <a:gd name="connsiteY2" fmla="*/ 4431 h 10514"/>
                <a:gd name="connsiteX3" fmla="*/ 17618 w 17617"/>
                <a:gd name="connsiteY3" fmla="*/ 1256 h 10514"/>
                <a:gd name="connsiteX4" fmla="*/ 219 w 17617"/>
                <a:gd name="connsiteY4" fmla="*/ -268 h 1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17" h="10514">
                  <a:moveTo>
                    <a:pt x="219" y="-268"/>
                  </a:moveTo>
                  <a:cubicBezTo>
                    <a:pt x="-607" y="4876"/>
                    <a:pt x="981" y="8876"/>
                    <a:pt x="3711" y="10083"/>
                  </a:cubicBezTo>
                  <a:cubicBezTo>
                    <a:pt x="8664" y="10889"/>
                    <a:pt x="13681" y="8673"/>
                    <a:pt x="16411" y="4431"/>
                  </a:cubicBezTo>
                  <a:cubicBezTo>
                    <a:pt x="17046" y="3466"/>
                    <a:pt x="17427" y="2386"/>
                    <a:pt x="17618" y="1256"/>
                  </a:cubicBezTo>
                  <a:cubicBezTo>
                    <a:pt x="11775" y="1561"/>
                    <a:pt x="5934" y="1053"/>
                    <a:pt x="219" y="-268"/>
                  </a:cubicBezTo>
                  <a:close/>
                </a:path>
              </a:pathLst>
            </a:custGeom>
            <a:solidFill>
              <a:srgbClr val="FFA59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/>
          </p:nvSpPr>
          <p:spPr>
            <a:xfrm>
              <a:off x="10328829" y="10010027"/>
              <a:ext cx="32517" cy="18063"/>
            </a:xfrm>
            <a:custGeom>
              <a:avLst/>
              <a:gdLst>
                <a:gd name="connsiteX0" fmla="*/ 32465 w 32517"/>
                <a:gd name="connsiteY0" fmla="*/ 16926 h 18063"/>
                <a:gd name="connsiteX1" fmla="*/ 24084 w 32517"/>
                <a:gd name="connsiteY1" fmla="*/ 5115 h 18063"/>
                <a:gd name="connsiteX2" fmla="*/ 906 w 32517"/>
                <a:gd name="connsiteY2" fmla="*/ 2512 h 18063"/>
                <a:gd name="connsiteX3" fmla="*/ 589 w 32517"/>
                <a:gd name="connsiteY3" fmla="*/ 5998 h 18063"/>
                <a:gd name="connsiteX4" fmla="*/ 2366 w 32517"/>
                <a:gd name="connsiteY4" fmla="*/ 6893 h 18063"/>
                <a:gd name="connsiteX5" fmla="*/ 16019 w 32517"/>
                <a:gd name="connsiteY5" fmla="*/ 6893 h 18063"/>
                <a:gd name="connsiteX6" fmla="*/ 30941 w 32517"/>
                <a:gd name="connsiteY6" fmla="*/ 17307 h 18063"/>
                <a:gd name="connsiteX7" fmla="*/ 32465 w 32517"/>
                <a:gd name="connsiteY7" fmla="*/ 16926 h 1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7" h="18063">
                  <a:moveTo>
                    <a:pt x="32465" y="16926"/>
                  </a:moveTo>
                  <a:cubicBezTo>
                    <a:pt x="31196" y="12113"/>
                    <a:pt x="28211" y="7928"/>
                    <a:pt x="24084" y="5115"/>
                  </a:cubicBezTo>
                  <a:cubicBezTo>
                    <a:pt x="17861" y="-936"/>
                    <a:pt x="8336" y="-2003"/>
                    <a:pt x="906" y="2512"/>
                  </a:cubicBezTo>
                  <a:cubicBezTo>
                    <a:pt x="-173" y="3382"/>
                    <a:pt x="-300" y="4944"/>
                    <a:pt x="589" y="5998"/>
                  </a:cubicBezTo>
                  <a:cubicBezTo>
                    <a:pt x="1033" y="6538"/>
                    <a:pt x="1668" y="6862"/>
                    <a:pt x="2366" y="6893"/>
                  </a:cubicBezTo>
                  <a:cubicBezTo>
                    <a:pt x="6939" y="6639"/>
                    <a:pt x="11447" y="6639"/>
                    <a:pt x="16019" y="6893"/>
                  </a:cubicBezTo>
                  <a:cubicBezTo>
                    <a:pt x="21861" y="8862"/>
                    <a:pt x="27068" y="12475"/>
                    <a:pt x="30941" y="17307"/>
                  </a:cubicBezTo>
                  <a:cubicBezTo>
                    <a:pt x="31577" y="18196"/>
                    <a:pt x="32783" y="17752"/>
                    <a:pt x="32465" y="16926"/>
                  </a:cubicBezTo>
                  <a:close/>
                </a:path>
              </a:pathLst>
            </a:custGeom>
            <a:solidFill>
              <a:srgbClr val="24305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/>
          </p:nvSpPr>
          <p:spPr>
            <a:xfrm>
              <a:off x="10244118" y="10034101"/>
              <a:ext cx="25992" cy="12129"/>
            </a:xfrm>
            <a:custGeom>
              <a:avLst/>
              <a:gdLst>
                <a:gd name="connsiteX0" fmla="*/ 25990 w 25992"/>
                <a:gd name="connsiteY0" fmla="*/ 11584 h 12129"/>
                <a:gd name="connsiteX1" fmla="*/ 16021 w 25992"/>
                <a:gd name="connsiteY1" fmla="*/ -100 h 12129"/>
                <a:gd name="connsiteX2" fmla="*/ 273 w 25992"/>
                <a:gd name="connsiteY2" fmla="*/ 6250 h 12129"/>
                <a:gd name="connsiteX3" fmla="*/ 1733 w 25992"/>
                <a:gd name="connsiteY3" fmla="*/ 7711 h 12129"/>
                <a:gd name="connsiteX4" fmla="*/ 15639 w 25992"/>
                <a:gd name="connsiteY4" fmla="*/ 1996 h 12129"/>
                <a:gd name="connsiteX5" fmla="*/ 24784 w 25992"/>
                <a:gd name="connsiteY5" fmla="*/ 11648 h 12129"/>
                <a:gd name="connsiteX6" fmla="*/ 25990 w 25992"/>
                <a:gd name="connsiteY6" fmla="*/ 11267 h 1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92" h="12129">
                  <a:moveTo>
                    <a:pt x="25990" y="11584"/>
                  </a:moveTo>
                  <a:cubicBezTo>
                    <a:pt x="25546" y="5945"/>
                    <a:pt x="21545" y="1228"/>
                    <a:pt x="16021" y="-100"/>
                  </a:cubicBezTo>
                  <a:cubicBezTo>
                    <a:pt x="9988" y="-951"/>
                    <a:pt x="4019" y="1469"/>
                    <a:pt x="273" y="6250"/>
                  </a:cubicBezTo>
                  <a:cubicBezTo>
                    <a:pt x="-426" y="7139"/>
                    <a:pt x="273" y="8219"/>
                    <a:pt x="1733" y="7711"/>
                  </a:cubicBezTo>
                  <a:cubicBezTo>
                    <a:pt x="6623" y="5615"/>
                    <a:pt x="9289" y="218"/>
                    <a:pt x="15639" y="1996"/>
                  </a:cubicBezTo>
                  <a:cubicBezTo>
                    <a:pt x="20847" y="3456"/>
                    <a:pt x="22688" y="7838"/>
                    <a:pt x="24784" y="11648"/>
                  </a:cubicBezTo>
                  <a:cubicBezTo>
                    <a:pt x="24784" y="12156"/>
                    <a:pt x="26053" y="11648"/>
                    <a:pt x="25990" y="11267"/>
                  </a:cubicBezTo>
                  <a:close/>
                </a:path>
              </a:pathLst>
            </a:custGeom>
            <a:solidFill>
              <a:srgbClr val="5031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/>
          </p:nvSpPr>
          <p:spPr>
            <a:xfrm>
              <a:off x="10242384" y="10032942"/>
              <a:ext cx="29438" cy="15253"/>
            </a:xfrm>
            <a:custGeom>
              <a:avLst/>
              <a:gdLst>
                <a:gd name="connsiteX0" fmla="*/ 27153 w 29438"/>
                <a:gd name="connsiteY0" fmla="*/ 14966 h 15253"/>
                <a:gd name="connsiteX1" fmla="*/ 24931 w 29438"/>
                <a:gd name="connsiteY1" fmla="*/ 13886 h 15253"/>
                <a:gd name="connsiteX2" fmla="*/ 24169 w 29438"/>
                <a:gd name="connsiteY2" fmla="*/ 12616 h 15253"/>
                <a:gd name="connsiteX3" fmla="*/ 16739 w 29438"/>
                <a:gd name="connsiteY3" fmla="*/ 4996 h 15253"/>
                <a:gd name="connsiteX4" fmla="*/ 9056 w 29438"/>
                <a:gd name="connsiteY4" fmla="*/ 7536 h 15253"/>
                <a:gd name="connsiteX5" fmla="*/ 4293 w 29438"/>
                <a:gd name="connsiteY5" fmla="*/ 10584 h 15253"/>
                <a:gd name="connsiteX6" fmla="*/ 864 w 29438"/>
                <a:gd name="connsiteY6" fmla="*/ 10203 h 15253"/>
                <a:gd name="connsiteX7" fmla="*/ 420 w 29438"/>
                <a:gd name="connsiteY7" fmla="*/ 7270 h 15253"/>
                <a:gd name="connsiteX8" fmla="*/ 483 w 29438"/>
                <a:gd name="connsiteY8" fmla="*/ 7219 h 15253"/>
                <a:gd name="connsiteX9" fmla="*/ 18263 w 29438"/>
                <a:gd name="connsiteY9" fmla="*/ -84 h 15253"/>
                <a:gd name="connsiteX10" fmla="*/ 29439 w 29438"/>
                <a:gd name="connsiteY10" fmla="*/ 12616 h 15253"/>
                <a:gd name="connsiteX11" fmla="*/ 29439 w 29438"/>
                <a:gd name="connsiteY11" fmla="*/ 12616 h 15253"/>
                <a:gd name="connsiteX12" fmla="*/ 27661 w 29438"/>
                <a:gd name="connsiteY12" fmla="*/ 14775 h 15253"/>
                <a:gd name="connsiteX13" fmla="*/ 8103 w 29438"/>
                <a:gd name="connsiteY13" fmla="*/ 4679 h 15253"/>
                <a:gd name="connsiteX14" fmla="*/ 5563 w 29438"/>
                <a:gd name="connsiteY14" fmla="*/ 6647 h 15253"/>
                <a:gd name="connsiteX15" fmla="*/ 6897 w 29438"/>
                <a:gd name="connsiteY15" fmla="*/ 5631 h 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438" h="15253">
                  <a:moveTo>
                    <a:pt x="27153" y="14966"/>
                  </a:moveTo>
                  <a:cubicBezTo>
                    <a:pt x="26264" y="15087"/>
                    <a:pt x="25375" y="14661"/>
                    <a:pt x="24931" y="13886"/>
                  </a:cubicBezTo>
                  <a:lnTo>
                    <a:pt x="24169" y="12616"/>
                  </a:lnTo>
                  <a:cubicBezTo>
                    <a:pt x="22391" y="9251"/>
                    <a:pt x="20676" y="6266"/>
                    <a:pt x="16739" y="4996"/>
                  </a:cubicBezTo>
                  <a:cubicBezTo>
                    <a:pt x="13755" y="4107"/>
                    <a:pt x="11913" y="5314"/>
                    <a:pt x="9056" y="7536"/>
                  </a:cubicBezTo>
                  <a:cubicBezTo>
                    <a:pt x="7595" y="8768"/>
                    <a:pt x="6008" y="9797"/>
                    <a:pt x="4293" y="10584"/>
                  </a:cubicBezTo>
                  <a:cubicBezTo>
                    <a:pt x="3150" y="11111"/>
                    <a:pt x="1817" y="10965"/>
                    <a:pt x="864" y="10203"/>
                  </a:cubicBezTo>
                  <a:cubicBezTo>
                    <a:pt x="-89" y="9511"/>
                    <a:pt x="-279" y="8197"/>
                    <a:pt x="420" y="7270"/>
                  </a:cubicBezTo>
                  <a:cubicBezTo>
                    <a:pt x="483" y="7251"/>
                    <a:pt x="483" y="7238"/>
                    <a:pt x="483" y="7219"/>
                  </a:cubicBezTo>
                  <a:cubicBezTo>
                    <a:pt x="4674" y="1751"/>
                    <a:pt x="11469" y="-1036"/>
                    <a:pt x="18263" y="-84"/>
                  </a:cubicBezTo>
                  <a:cubicBezTo>
                    <a:pt x="24359" y="1307"/>
                    <a:pt x="28804" y="6419"/>
                    <a:pt x="29439" y="12616"/>
                  </a:cubicBezTo>
                  <a:lnTo>
                    <a:pt x="29439" y="12616"/>
                  </a:lnTo>
                  <a:cubicBezTo>
                    <a:pt x="29439" y="13677"/>
                    <a:pt x="28677" y="14591"/>
                    <a:pt x="27661" y="14775"/>
                  </a:cubicBezTo>
                  <a:close/>
                  <a:moveTo>
                    <a:pt x="8103" y="4679"/>
                  </a:moveTo>
                  <a:cubicBezTo>
                    <a:pt x="7214" y="5263"/>
                    <a:pt x="6325" y="5924"/>
                    <a:pt x="5563" y="6647"/>
                  </a:cubicBezTo>
                  <a:lnTo>
                    <a:pt x="6897" y="5631"/>
                  </a:ln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/>
          </p:nvSpPr>
          <p:spPr>
            <a:xfrm>
              <a:off x="10324352" y="10052150"/>
              <a:ext cx="26147" cy="14758"/>
            </a:xfrm>
            <a:custGeom>
              <a:avLst/>
              <a:gdLst>
                <a:gd name="connsiteX0" fmla="*/ 26148 w 26147"/>
                <a:gd name="connsiteY0" fmla="*/ 13729 h 14758"/>
                <a:gd name="connsiteX1" fmla="*/ 16052 w 26147"/>
                <a:gd name="connsiteY1" fmla="*/ -114 h 14758"/>
                <a:gd name="connsiteX2" fmla="*/ 366 w 26147"/>
                <a:gd name="connsiteY2" fmla="*/ 7506 h 14758"/>
                <a:gd name="connsiteX3" fmla="*/ 304 w 26147"/>
                <a:gd name="connsiteY3" fmla="*/ 9125 h 14758"/>
                <a:gd name="connsiteX4" fmla="*/ 1891 w 26147"/>
                <a:gd name="connsiteY4" fmla="*/ 9220 h 14758"/>
                <a:gd name="connsiteX5" fmla="*/ 15734 w 26147"/>
                <a:gd name="connsiteY5" fmla="*/ 2870 h 14758"/>
                <a:gd name="connsiteX6" fmla="*/ 25005 w 26147"/>
                <a:gd name="connsiteY6" fmla="*/ 14237 h 14758"/>
                <a:gd name="connsiteX7" fmla="*/ 25894 w 26147"/>
                <a:gd name="connsiteY7" fmla="*/ 14364 h 14758"/>
                <a:gd name="connsiteX8" fmla="*/ 26148 w 26147"/>
                <a:gd name="connsiteY8" fmla="*/ 13856 h 1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47" h="14758">
                  <a:moveTo>
                    <a:pt x="26148" y="13729"/>
                  </a:moveTo>
                  <a:cubicBezTo>
                    <a:pt x="25894" y="7493"/>
                    <a:pt x="21893" y="2020"/>
                    <a:pt x="16052" y="-114"/>
                  </a:cubicBezTo>
                  <a:cubicBezTo>
                    <a:pt x="9765" y="-1003"/>
                    <a:pt x="3541" y="2013"/>
                    <a:pt x="366" y="7506"/>
                  </a:cubicBezTo>
                  <a:cubicBezTo>
                    <a:pt x="-78" y="7925"/>
                    <a:pt x="-141" y="8649"/>
                    <a:pt x="304" y="9125"/>
                  </a:cubicBezTo>
                  <a:cubicBezTo>
                    <a:pt x="684" y="9602"/>
                    <a:pt x="1446" y="9640"/>
                    <a:pt x="1891" y="9220"/>
                  </a:cubicBezTo>
                  <a:cubicBezTo>
                    <a:pt x="6716" y="6871"/>
                    <a:pt x="9320" y="584"/>
                    <a:pt x="15734" y="2870"/>
                  </a:cubicBezTo>
                  <a:cubicBezTo>
                    <a:pt x="20941" y="4649"/>
                    <a:pt x="22782" y="9792"/>
                    <a:pt x="25005" y="14237"/>
                  </a:cubicBezTo>
                  <a:cubicBezTo>
                    <a:pt x="25195" y="14517"/>
                    <a:pt x="25640" y="14573"/>
                    <a:pt x="25894" y="14364"/>
                  </a:cubicBezTo>
                  <a:cubicBezTo>
                    <a:pt x="26084" y="14243"/>
                    <a:pt x="26148" y="14059"/>
                    <a:pt x="26148" y="13856"/>
                  </a:cubicBezTo>
                  <a:close/>
                </a:path>
              </a:pathLst>
            </a:custGeom>
            <a:solidFill>
              <a:srgbClr val="5031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/>
          </p:nvSpPr>
          <p:spPr>
            <a:xfrm>
              <a:off x="10322561" y="10050556"/>
              <a:ext cx="29529" cy="17945"/>
            </a:xfrm>
            <a:custGeom>
              <a:avLst/>
              <a:gdLst>
                <a:gd name="connsiteX0" fmla="*/ 27240 w 29529"/>
                <a:gd name="connsiteY0" fmla="*/ 17672 h 17945"/>
                <a:gd name="connsiteX1" fmla="*/ 24954 w 29529"/>
                <a:gd name="connsiteY1" fmla="*/ 16402 h 17945"/>
                <a:gd name="connsiteX2" fmla="*/ 24256 w 29529"/>
                <a:gd name="connsiteY2" fmla="*/ 14878 h 17945"/>
                <a:gd name="connsiteX3" fmla="*/ 16699 w 29529"/>
                <a:gd name="connsiteY3" fmla="*/ 5861 h 17945"/>
                <a:gd name="connsiteX4" fmla="*/ 9016 w 29529"/>
                <a:gd name="connsiteY4" fmla="*/ 8783 h 17945"/>
                <a:gd name="connsiteX5" fmla="*/ 4317 w 29529"/>
                <a:gd name="connsiteY5" fmla="*/ 12275 h 17945"/>
                <a:gd name="connsiteX6" fmla="*/ 824 w 29529"/>
                <a:gd name="connsiteY6" fmla="*/ 11767 h 17945"/>
                <a:gd name="connsiteX7" fmla="*/ 443 w 29529"/>
                <a:gd name="connsiteY7" fmla="*/ 8274 h 17945"/>
                <a:gd name="connsiteX8" fmla="*/ 18159 w 29529"/>
                <a:gd name="connsiteY8" fmla="*/ -44 h 17945"/>
                <a:gd name="connsiteX9" fmla="*/ 29526 w 29529"/>
                <a:gd name="connsiteY9" fmla="*/ 15133 h 17945"/>
                <a:gd name="connsiteX10" fmla="*/ 29526 w 29529"/>
                <a:gd name="connsiteY10" fmla="*/ 15133 h 17945"/>
                <a:gd name="connsiteX11" fmla="*/ 27684 w 29529"/>
                <a:gd name="connsiteY11" fmla="*/ 17546 h 17945"/>
                <a:gd name="connsiteX12" fmla="*/ 7809 w 29529"/>
                <a:gd name="connsiteY12" fmla="*/ 5417 h 17945"/>
                <a:gd name="connsiteX13" fmla="*/ 5270 w 29529"/>
                <a:gd name="connsiteY13" fmla="*/ 7639 h 17945"/>
                <a:gd name="connsiteX14" fmla="*/ 6539 w 29529"/>
                <a:gd name="connsiteY14" fmla="*/ 6496 h 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29" h="17945">
                  <a:moveTo>
                    <a:pt x="27240" y="17672"/>
                  </a:moveTo>
                  <a:cubicBezTo>
                    <a:pt x="26288" y="17736"/>
                    <a:pt x="25399" y="17241"/>
                    <a:pt x="24954" y="16402"/>
                  </a:cubicBezTo>
                  <a:lnTo>
                    <a:pt x="24256" y="14878"/>
                  </a:lnTo>
                  <a:cubicBezTo>
                    <a:pt x="22414" y="10941"/>
                    <a:pt x="20636" y="7195"/>
                    <a:pt x="16699" y="5861"/>
                  </a:cubicBezTo>
                  <a:cubicBezTo>
                    <a:pt x="12762" y="4528"/>
                    <a:pt x="11873" y="5861"/>
                    <a:pt x="9016" y="8783"/>
                  </a:cubicBezTo>
                  <a:cubicBezTo>
                    <a:pt x="7619" y="10148"/>
                    <a:pt x="6031" y="11322"/>
                    <a:pt x="4317" y="12275"/>
                  </a:cubicBezTo>
                  <a:cubicBezTo>
                    <a:pt x="3174" y="12866"/>
                    <a:pt x="1777" y="12662"/>
                    <a:pt x="824" y="11767"/>
                  </a:cubicBezTo>
                  <a:cubicBezTo>
                    <a:pt x="-129" y="10840"/>
                    <a:pt x="-255" y="9386"/>
                    <a:pt x="443" y="8274"/>
                  </a:cubicBezTo>
                  <a:cubicBezTo>
                    <a:pt x="4063" y="2115"/>
                    <a:pt x="11111" y="-1187"/>
                    <a:pt x="18159" y="-44"/>
                  </a:cubicBezTo>
                  <a:cubicBezTo>
                    <a:pt x="24637" y="2255"/>
                    <a:pt x="29145" y="8243"/>
                    <a:pt x="29526" y="15133"/>
                  </a:cubicBezTo>
                  <a:lnTo>
                    <a:pt x="29526" y="15133"/>
                  </a:lnTo>
                  <a:cubicBezTo>
                    <a:pt x="29590" y="16288"/>
                    <a:pt x="28828" y="17323"/>
                    <a:pt x="27684" y="17546"/>
                  </a:cubicBezTo>
                  <a:close/>
                  <a:moveTo>
                    <a:pt x="7809" y="5417"/>
                  </a:moveTo>
                  <a:cubicBezTo>
                    <a:pt x="6857" y="6052"/>
                    <a:pt x="6031" y="6801"/>
                    <a:pt x="5270" y="7639"/>
                  </a:cubicBezTo>
                  <a:lnTo>
                    <a:pt x="6539" y="6496"/>
                  </a:ln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/>
          </p:nvSpPr>
          <p:spPr>
            <a:xfrm>
              <a:off x="10250082" y="9999565"/>
              <a:ext cx="29963" cy="13468"/>
            </a:xfrm>
            <a:custGeom>
              <a:avLst/>
              <a:gdLst>
                <a:gd name="connsiteX0" fmla="*/ 913 w 29963"/>
                <a:gd name="connsiteY0" fmla="*/ 7576 h 13468"/>
                <a:gd name="connsiteX1" fmla="*/ 16153 w 29963"/>
                <a:gd name="connsiteY1" fmla="*/ 6052 h 13468"/>
                <a:gd name="connsiteX2" fmla="*/ 26503 w 29963"/>
                <a:gd name="connsiteY2" fmla="*/ 12910 h 13468"/>
                <a:gd name="connsiteX3" fmla="*/ 29806 w 29963"/>
                <a:gd name="connsiteY3" fmla="*/ 10243 h 13468"/>
                <a:gd name="connsiteX4" fmla="*/ 6819 w 29963"/>
                <a:gd name="connsiteY4" fmla="*/ 1182 h 13468"/>
                <a:gd name="connsiteX5" fmla="*/ 87 w 29963"/>
                <a:gd name="connsiteY5" fmla="*/ 6370 h 13468"/>
                <a:gd name="connsiteX6" fmla="*/ 405 w 29963"/>
                <a:gd name="connsiteY6" fmla="*/ 7487 h 13468"/>
                <a:gd name="connsiteX7" fmla="*/ 913 w 29963"/>
                <a:gd name="connsiteY7" fmla="*/ 7576 h 1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963" h="13468">
                  <a:moveTo>
                    <a:pt x="913" y="7576"/>
                  </a:moveTo>
                  <a:cubicBezTo>
                    <a:pt x="5675" y="5424"/>
                    <a:pt x="11073" y="4890"/>
                    <a:pt x="16153" y="6052"/>
                  </a:cubicBezTo>
                  <a:cubicBezTo>
                    <a:pt x="19836" y="7944"/>
                    <a:pt x="23328" y="10243"/>
                    <a:pt x="26503" y="12910"/>
                  </a:cubicBezTo>
                  <a:cubicBezTo>
                    <a:pt x="28027" y="13863"/>
                    <a:pt x="30631" y="12339"/>
                    <a:pt x="29806" y="10243"/>
                  </a:cubicBezTo>
                  <a:cubicBezTo>
                    <a:pt x="25996" y="1397"/>
                    <a:pt x="15709" y="-2660"/>
                    <a:pt x="6819" y="1182"/>
                  </a:cubicBezTo>
                  <a:cubicBezTo>
                    <a:pt x="4215" y="2325"/>
                    <a:pt x="1865" y="4109"/>
                    <a:pt x="87" y="6370"/>
                  </a:cubicBezTo>
                  <a:cubicBezTo>
                    <a:pt x="-103" y="6770"/>
                    <a:pt x="24" y="7272"/>
                    <a:pt x="405" y="7487"/>
                  </a:cubicBezTo>
                  <a:cubicBezTo>
                    <a:pt x="596" y="7563"/>
                    <a:pt x="723" y="7595"/>
                    <a:pt x="913" y="7576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/>
          </p:nvSpPr>
          <p:spPr>
            <a:xfrm rot="17251800">
              <a:off x="10235860" y="10042383"/>
              <a:ext cx="15620" cy="27558"/>
            </a:xfrm>
            <a:custGeom>
              <a:avLst/>
              <a:gdLst>
                <a:gd name="connsiteX0" fmla="*/ 15621 w 15620"/>
                <a:gd name="connsiteY0" fmla="*/ 13512 h 27558"/>
                <a:gd name="connsiteX1" fmla="*/ 7810 w 15620"/>
                <a:gd name="connsiteY1" fmla="*/ 27291 h 27558"/>
                <a:gd name="connsiteX2" fmla="*/ 0 w 15620"/>
                <a:gd name="connsiteY2" fmla="*/ 13512 h 27558"/>
                <a:gd name="connsiteX3" fmla="*/ 7810 w 15620"/>
                <a:gd name="connsiteY3" fmla="*/ -268 h 27558"/>
                <a:gd name="connsiteX4" fmla="*/ 15621 w 15620"/>
                <a:gd name="connsiteY4" fmla="*/ 13512 h 2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20" h="27558">
                  <a:moveTo>
                    <a:pt x="15621" y="13512"/>
                  </a:moveTo>
                  <a:cubicBezTo>
                    <a:pt x="15621" y="21122"/>
                    <a:pt x="12124" y="27291"/>
                    <a:pt x="7810" y="27291"/>
                  </a:cubicBezTo>
                  <a:cubicBezTo>
                    <a:pt x="3497" y="27291"/>
                    <a:pt x="0" y="21122"/>
                    <a:pt x="0" y="13512"/>
                  </a:cubicBezTo>
                  <a:cubicBezTo>
                    <a:pt x="0" y="5901"/>
                    <a:pt x="3497" y="-268"/>
                    <a:pt x="7810" y="-268"/>
                  </a:cubicBezTo>
                  <a:cubicBezTo>
                    <a:pt x="12124" y="-268"/>
                    <a:pt x="15621" y="5902"/>
                    <a:pt x="15621" y="13512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/>
          </p:nvSpPr>
          <p:spPr>
            <a:xfrm rot="21331800">
              <a:off x="10349738" y="10069484"/>
              <a:ext cx="27558" cy="15620"/>
            </a:xfrm>
            <a:custGeom>
              <a:avLst/>
              <a:gdLst>
                <a:gd name="connsiteX0" fmla="*/ 27559 w 27558"/>
                <a:gd name="connsiteY0" fmla="*/ 7543 h 15620"/>
                <a:gd name="connsiteX1" fmla="*/ 13779 w 27558"/>
                <a:gd name="connsiteY1" fmla="*/ 15353 h 15620"/>
                <a:gd name="connsiteX2" fmla="*/ -1 w 27558"/>
                <a:gd name="connsiteY2" fmla="*/ 7543 h 15620"/>
                <a:gd name="connsiteX3" fmla="*/ 13779 w 27558"/>
                <a:gd name="connsiteY3" fmla="*/ -268 h 15620"/>
                <a:gd name="connsiteX4" fmla="*/ 27559 w 27558"/>
                <a:gd name="connsiteY4" fmla="*/ 7543 h 1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58" h="15620">
                  <a:moveTo>
                    <a:pt x="27559" y="7543"/>
                  </a:moveTo>
                  <a:cubicBezTo>
                    <a:pt x="27559" y="11856"/>
                    <a:pt x="21390" y="15353"/>
                    <a:pt x="13779" y="15353"/>
                  </a:cubicBezTo>
                  <a:cubicBezTo>
                    <a:pt x="6169" y="15353"/>
                    <a:pt x="-1" y="11856"/>
                    <a:pt x="-1" y="7543"/>
                  </a:cubicBezTo>
                  <a:cubicBezTo>
                    <a:pt x="-1" y="3229"/>
                    <a:pt x="6169" y="-268"/>
                    <a:pt x="13779" y="-268"/>
                  </a:cubicBezTo>
                  <a:cubicBezTo>
                    <a:pt x="21390" y="-268"/>
                    <a:pt x="27559" y="3229"/>
                    <a:pt x="27559" y="7543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/>
          </p:nvSpPr>
          <p:spPr>
            <a:xfrm>
              <a:off x="10269581" y="10095990"/>
              <a:ext cx="44942" cy="30038"/>
            </a:xfrm>
            <a:custGeom>
              <a:avLst/>
              <a:gdLst>
                <a:gd name="connsiteX0" fmla="*/ 44533 w 44942"/>
                <a:gd name="connsiteY0" fmla="*/ 2845 h 30038"/>
                <a:gd name="connsiteX1" fmla="*/ 26625 w 44942"/>
                <a:gd name="connsiteY1" fmla="*/ 29356 h 30038"/>
                <a:gd name="connsiteX2" fmla="*/ 83 w 44942"/>
                <a:gd name="connsiteY2" fmla="*/ 11417 h 30038"/>
                <a:gd name="connsiteX3" fmla="*/ 83 w 44942"/>
                <a:gd name="connsiteY3" fmla="*/ 11417 h 30038"/>
                <a:gd name="connsiteX4" fmla="*/ 3067 w 44942"/>
                <a:gd name="connsiteY4" fmla="*/ 6934 h 30038"/>
                <a:gd name="connsiteX5" fmla="*/ 3194 w 44942"/>
                <a:gd name="connsiteY5" fmla="*/ 6909 h 30038"/>
                <a:gd name="connsiteX6" fmla="*/ 39707 w 44942"/>
                <a:gd name="connsiteY6" fmla="*/ -203 h 30038"/>
                <a:gd name="connsiteX7" fmla="*/ 44279 w 44942"/>
                <a:gd name="connsiteY7" fmla="*/ 2908 h 30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942" h="30038">
                  <a:moveTo>
                    <a:pt x="44533" y="2845"/>
                  </a:moveTo>
                  <a:cubicBezTo>
                    <a:pt x="46882" y="15119"/>
                    <a:pt x="38881" y="26988"/>
                    <a:pt x="26625" y="29356"/>
                  </a:cubicBezTo>
                  <a:cubicBezTo>
                    <a:pt x="14307" y="31725"/>
                    <a:pt x="2432" y="23692"/>
                    <a:pt x="83" y="11417"/>
                  </a:cubicBezTo>
                  <a:lnTo>
                    <a:pt x="83" y="11417"/>
                  </a:lnTo>
                  <a:cubicBezTo>
                    <a:pt x="-362" y="9354"/>
                    <a:pt x="1036" y="7347"/>
                    <a:pt x="3067" y="6934"/>
                  </a:cubicBezTo>
                  <a:cubicBezTo>
                    <a:pt x="3131" y="6922"/>
                    <a:pt x="3131" y="6915"/>
                    <a:pt x="3194" y="6909"/>
                  </a:cubicBezTo>
                  <a:lnTo>
                    <a:pt x="39707" y="-203"/>
                  </a:lnTo>
                  <a:cubicBezTo>
                    <a:pt x="41802" y="-591"/>
                    <a:pt x="43834" y="794"/>
                    <a:pt x="44279" y="2908"/>
                  </a:cubicBezTo>
                  <a:close/>
                </a:path>
              </a:pathLst>
            </a:custGeom>
            <a:solidFill>
              <a:srgbClr val="CF383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/>
          </p:nvSpPr>
          <p:spPr>
            <a:xfrm>
              <a:off x="10285603" y="10117518"/>
              <a:ext cx="23876" cy="8392"/>
            </a:xfrm>
            <a:custGeom>
              <a:avLst/>
              <a:gdLst>
                <a:gd name="connsiteX0" fmla="*/ 0 w 23876"/>
                <a:gd name="connsiteY0" fmla="*/ 7161 h 8392"/>
                <a:gd name="connsiteX1" fmla="*/ 10604 w 23876"/>
                <a:gd name="connsiteY1" fmla="*/ 7733 h 8392"/>
                <a:gd name="connsiteX2" fmla="*/ 23876 w 23876"/>
                <a:gd name="connsiteY2" fmla="*/ -268 h 8392"/>
                <a:gd name="connsiteX3" fmla="*/ 0 w 23876"/>
                <a:gd name="connsiteY3" fmla="*/ 7161 h 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" h="8392">
                  <a:moveTo>
                    <a:pt x="0" y="7161"/>
                  </a:moveTo>
                  <a:cubicBezTo>
                    <a:pt x="3428" y="8209"/>
                    <a:pt x="7048" y="8406"/>
                    <a:pt x="10604" y="7733"/>
                  </a:cubicBezTo>
                  <a:cubicBezTo>
                    <a:pt x="15811" y="6711"/>
                    <a:pt x="20510" y="3878"/>
                    <a:pt x="23876" y="-268"/>
                  </a:cubicBezTo>
                  <a:cubicBezTo>
                    <a:pt x="15430" y="253"/>
                    <a:pt x="7239" y="2799"/>
                    <a:pt x="0" y="7161"/>
                  </a:cubicBezTo>
                  <a:close/>
                </a:path>
              </a:pathLst>
            </a:custGeom>
            <a:solidFill>
              <a:srgbClr val="FFB9A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/>
          </p:nvSpPr>
          <p:spPr>
            <a:xfrm>
              <a:off x="10285285" y="10109941"/>
              <a:ext cx="27432" cy="15991"/>
            </a:xfrm>
            <a:custGeom>
              <a:avLst/>
              <a:gdLst>
                <a:gd name="connsiteX0" fmla="*/ 3937 w 27432"/>
                <a:gd name="connsiteY0" fmla="*/ 6928 h 15991"/>
                <a:gd name="connsiteX1" fmla="*/ 0 w 27432"/>
                <a:gd name="connsiteY1" fmla="*/ 14675 h 15991"/>
                <a:gd name="connsiteX2" fmla="*/ 27432 w 27432"/>
                <a:gd name="connsiteY2" fmla="*/ 1975 h 15991"/>
                <a:gd name="connsiteX3" fmla="*/ 17399 w 27432"/>
                <a:gd name="connsiteY3" fmla="*/ -247 h 15991"/>
                <a:gd name="connsiteX4" fmla="*/ 3937 w 27432"/>
                <a:gd name="connsiteY4" fmla="*/ 6928 h 1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15991">
                  <a:moveTo>
                    <a:pt x="3937" y="6928"/>
                  </a:moveTo>
                  <a:cubicBezTo>
                    <a:pt x="2222" y="9303"/>
                    <a:pt x="953" y="11913"/>
                    <a:pt x="0" y="14675"/>
                  </a:cubicBezTo>
                  <a:cubicBezTo>
                    <a:pt x="11049" y="18174"/>
                    <a:pt x="22923" y="12662"/>
                    <a:pt x="27432" y="1975"/>
                  </a:cubicBezTo>
                  <a:cubicBezTo>
                    <a:pt x="24321" y="362"/>
                    <a:pt x="20892" y="-406"/>
                    <a:pt x="17399" y="-247"/>
                  </a:cubicBezTo>
                  <a:cubicBezTo>
                    <a:pt x="12065" y="-82"/>
                    <a:pt x="7048" y="2572"/>
                    <a:pt x="3937" y="6928"/>
                  </a:cubicBezTo>
                  <a:close/>
                </a:path>
              </a:pathLst>
            </a:custGeom>
            <a:solidFill>
              <a:srgbClr val="FF66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/>
          </p:nvSpPr>
          <p:spPr>
            <a:xfrm>
              <a:off x="11359324" y="7156450"/>
              <a:ext cx="451611" cy="221043"/>
            </a:xfrm>
            <a:custGeom>
              <a:avLst/>
              <a:gdLst>
                <a:gd name="connsiteX0" fmla="*/ 0 w 451611"/>
                <a:gd name="connsiteY0" fmla="*/ 181864 h 221043"/>
                <a:gd name="connsiteX1" fmla="*/ 146558 w 451611"/>
                <a:gd name="connsiteY1" fmla="*/ 221044 h 221043"/>
                <a:gd name="connsiteX2" fmla="*/ 451612 w 451611"/>
                <a:gd name="connsiteY2" fmla="*/ 0 h 221043"/>
                <a:gd name="connsiteX3" fmla="*/ 0 w 451611"/>
                <a:gd name="connsiteY3" fmla="*/ 181864 h 22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611" h="221043">
                  <a:moveTo>
                    <a:pt x="0" y="181864"/>
                  </a:moveTo>
                  <a:lnTo>
                    <a:pt x="146558" y="221044"/>
                  </a:lnTo>
                  <a:lnTo>
                    <a:pt x="451612" y="0"/>
                  </a:lnTo>
                  <a:lnTo>
                    <a:pt x="0" y="181864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/>
          </p:nvSpPr>
          <p:spPr>
            <a:xfrm>
              <a:off x="11505882" y="7156450"/>
              <a:ext cx="305054" cy="360806"/>
            </a:xfrm>
            <a:custGeom>
              <a:avLst/>
              <a:gdLst>
                <a:gd name="connsiteX0" fmla="*/ 40894 w 305054"/>
                <a:gd name="connsiteY0" fmla="*/ 360807 h 360806"/>
                <a:gd name="connsiteX1" fmla="*/ 0 w 305054"/>
                <a:gd name="connsiteY1" fmla="*/ 221044 h 360806"/>
                <a:gd name="connsiteX2" fmla="*/ 305054 w 305054"/>
                <a:gd name="connsiteY2" fmla="*/ 0 h 360806"/>
                <a:gd name="connsiteX3" fmla="*/ 199010 w 305054"/>
                <a:gd name="connsiteY3" fmla="*/ 252476 h 360806"/>
                <a:gd name="connsiteX4" fmla="*/ 40894 w 305054"/>
                <a:gd name="connsiteY4" fmla="*/ 360807 h 360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054" h="360806">
                  <a:moveTo>
                    <a:pt x="40894" y="360807"/>
                  </a:moveTo>
                  <a:lnTo>
                    <a:pt x="0" y="221044"/>
                  </a:lnTo>
                  <a:lnTo>
                    <a:pt x="305054" y="0"/>
                  </a:lnTo>
                  <a:lnTo>
                    <a:pt x="199010" y="252476"/>
                  </a:lnTo>
                  <a:lnTo>
                    <a:pt x="40894" y="360807"/>
                  </a:lnTo>
                  <a:close/>
                </a:path>
              </a:pathLst>
            </a:custGeom>
            <a:solidFill>
              <a:srgbClr val="FFE4B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/>
          </p:nvSpPr>
          <p:spPr>
            <a:xfrm>
              <a:off x="11613832" y="7156450"/>
              <a:ext cx="197104" cy="267017"/>
            </a:xfrm>
            <a:custGeom>
              <a:avLst/>
              <a:gdLst>
                <a:gd name="connsiteX0" fmla="*/ 183452 w 197104"/>
                <a:gd name="connsiteY0" fmla="*/ 267018 h 267017"/>
                <a:gd name="connsiteX1" fmla="*/ 0 w 197104"/>
                <a:gd name="connsiteY1" fmla="*/ 238062 h 267017"/>
                <a:gd name="connsiteX2" fmla="*/ 197104 w 197104"/>
                <a:gd name="connsiteY2" fmla="*/ 0 h 267017"/>
                <a:gd name="connsiteX3" fmla="*/ 183452 w 197104"/>
                <a:gd name="connsiteY3" fmla="*/ 267018 h 26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104" h="267017">
                  <a:moveTo>
                    <a:pt x="183452" y="267018"/>
                  </a:moveTo>
                  <a:lnTo>
                    <a:pt x="0" y="238062"/>
                  </a:lnTo>
                  <a:lnTo>
                    <a:pt x="197104" y="0"/>
                  </a:lnTo>
                  <a:lnTo>
                    <a:pt x="183452" y="26701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/>
          </p:nvSpPr>
          <p:spPr>
            <a:xfrm>
              <a:off x="11546776" y="7394511"/>
              <a:ext cx="158115" cy="122745"/>
            </a:xfrm>
            <a:custGeom>
              <a:avLst/>
              <a:gdLst>
                <a:gd name="connsiteX0" fmla="*/ 0 w 158115"/>
                <a:gd name="connsiteY0" fmla="*/ 122745 h 122745"/>
                <a:gd name="connsiteX1" fmla="*/ 67056 w 158115"/>
                <a:gd name="connsiteY1" fmla="*/ 0 h 122745"/>
                <a:gd name="connsiteX2" fmla="*/ 158115 w 158115"/>
                <a:gd name="connsiteY2" fmla="*/ 14414 h 122745"/>
                <a:gd name="connsiteX3" fmla="*/ 0 w 158115"/>
                <a:gd name="connsiteY3" fmla="*/ 122745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115" h="122745">
                  <a:moveTo>
                    <a:pt x="0" y="122745"/>
                  </a:moveTo>
                  <a:lnTo>
                    <a:pt x="67056" y="0"/>
                  </a:lnTo>
                  <a:lnTo>
                    <a:pt x="158115" y="14414"/>
                  </a:lnTo>
                  <a:lnTo>
                    <a:pt x="0" y="122745"/>
                  </a:lnTo>
                  <a:close/>
                </a:path>
              </a:pathLst>
            </a:custGeom>
            <a:solidFill>
              <a:srgbClr val="FFFA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/>
          </p:nvSpPr>
          <p:spPr>
            <a:xfrm>
              <a:off x="10619867" y="8363775"/>
              <a:ext cx="323405" cy="225933"/>
            </a:xfrm>
            <a:custGeom>
              <a:avLst/>
              <a:gdLst>
                <a:gd name="connsiteX0" fmla="*/ 323405 w 323405"/>
                <a:gd name="connsiteY0" fmla="*/ 197802 h 225933"/>
                <a:gd name="connsiteX1" fmla="*/ 218439 w 323405"/>
                <a:gd name="connsiteY1" fmla="*/ 225933 h 225933"/>
                <a:gd name="connsiteX2" fmla="*/ 0 w 323405"/>
                <a:gd name="connsiteY2" fmla="*/ 0 h 225933"/>
                <a:gd name="connsiteX3" fmla="*/ 323405 w 323405"/>
                <a:gd name="connsiteY3" fmla="*/ 197802 h 225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405" h="225933">
                  <a:moveTo>
                    <a:pt x="323405" y="197802"/>
                  </a:moveTo>
                  <a:lnTo>
                    <a:pt x="218439" y="225933"/>
                  </a:lnTo>
                  <a:lnTo>
                    <a:pt x="0" y="0"/>
                  </a:lnTo>
                  <a:lnTo>
                    <a:pt x="323405" y="19780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/>
          </p:nvSpPr>
          <p:spPr>
            <a:xfrm>
              <a:off x="10619867" y="8363775"/>
              <a:ext cx="218439" cy="326008"/>
            </a:xfrm>
            <a:custGeom>
              <a:avLst/>
              <a:gdLst>
                <a:gd name="connsiteX0" fmla="*/ 164528 w 218439"/>
                <a:gd name="connsiteY0" fmla="*/ 326009 h 326008"/>
                <a:gd name="connsiteX1" fmla="*/ 218439 w 218439"/>
                <a:gd name="connsiteY1" fmla="*/ 225933 h 326008"/>
                <a:gd name="connsiteX2" fmla="*/ 0 w 218439"/>
                <a:gd name="connsiteY2" fmla="*/ 0 h 326008"/>
                <a:gd name="connsiteX3" fmla="*/ 75946 w 218439"/>
                <a:gd name="connsiteY3" fmla="*/ 248412 h 326008"/>
                <a:gd name="connsiteX4" fmla="*/ 164528 w 218439"/>
                <a:gd name="connsiteY4" fmla="*/ 326009 h 32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39" h="326008">
                  <a:moveTo>
                    <a:pt x="164528" y="326009"/>
                  </a:moveTo>
                  <a:lnTo>
                    <a:pt x="218439" y="225933"/>
                  </a:lnTo>
                  <a:lnTo>
                    <a:pt x="0" y="0"/>
                  </a:lnTo>
                  <a:lnTo>
                    <a:pt x="75946" y="248412"/>
                  </a:lnTo>
                  <a:lnTo>
                    <a:pt x="164528" y="326009"/>
                  </a:lnTo>
                  <a:close/>
                </a:path>
              </a:pathLst>
            </a:custGeom>
            <a:solidFill>
              <a:srgbClr val="FFE4B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/>
          </p:nvSpPr>
          <p:spPr>
            <a:xfrm>
              <a:off x="10619867" y="8363775"/>
              <a:ext cx="141160" cy="258825"/>
            </a:xfrm>
            <a:custGeom>
              <a:avLst/>
              <a:gdLst>
                <a:gd name="connsiteX0" fmla="*/ 9715 w 141160"/>
                <a:gd name="connsiteY0" fmla="*/ 258826 h 258825"/>
                <a:gd name="connsiteX1" fmla="*/ 141160 w 141160"/>
                <a:gd name="connsiteY1" fmla="*/ 238125 h 258825"/>
                <a:gd name="connsiteX2" fmla="*/ 0 w 141160"/>
                <a:gd name="connsiteY2" fmla="*/ 0 h 258825"/>
                <a:gd name="connsiteX3" fmla="*/ 9715 w 141160"/>
                <a:gd name="connsiteY3" fmla="*/ 258826 h 258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60" h="258825">
                  <a:moveTo>
                    <a:pt x="9715" y="258826"/>
                  </a:moveTo>
                  <a:lnTo>
                    <a:pt x="141160" y="238125"/>
                  </a:lnTo>
                  <a:lnTo>
                    <a:pt x="0" y="0"/>
                  </a:lnTo>
                  <a:lnTo>
                    <a:pt x="9715" y="25882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/>
          </p:nvSpPr>
          <p:spPr>
            <a:xfrm>
              <a:off x="10695813" y="8601900"/>
              <a:ext cx="88582" cy="87883"/>
            </a:xfrm>
            <a:custGeom>
              <a:avLst/>
              <a:gdLst>
                <a:gd name="connsiteX0" fmla="*/ 88582 w 88582"/>
                <a:gd name="connsiteY0" fmla="*/ 87884 h 87883"/>
                <a:gd name="connsiteX1" fmla="*/ 65215 w 88582"/>
                <a:gd name="connsiteY1" fmla="*/ 0 h 87883"/>
                <a:gd name="connsiteX2" fmla="*/ 0 w 88582"/>
                <a:gd name="connsiteY2" fmla="*/ 10287 h 87883"/>
                <a:gd name="connsiteX3" fmla="*/ 88582 w 88582"/>
                <a:gd name="connsiteY3" fmla="*/ 87884 h 8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82" h="87883">
                  <a:moveTo>
                    <a:pt x="88582" y="87884"/>
                  </a:moveTo>
                  <a:lnTo>
                    <a:pt x="65215" y="0"/>
                  </a:lnTo>
                  <a:lnTo>
                    <a:pt x="0" y="10287"/>
                  </a:lnTo>
                  <a:lnTo>
                    <a:pt x="88582" y="87884"/>
                  </a:lnTo>
                  <a:close/>
                </a:path>
              </a:pathLst>
            </a:custGeom>
            <a:solidFill>
              <a:srgbClr val="FFFA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/>
          </p:nvSpPr>
          <p:spPr>
            <a:xfrm>
              <a:off x="7393318" y="10750490"/>
              <a:ext cx="1106027" cy="792355"/>
            </a:xfrm>
            <a:custGeom>
              <a:avLst/>
              <a:gdLst>
                <a:gd name="connsiteX0" fmla="*/ 831329 w 1106027"/>
                <a:gd name="connsiteY0" fmla="*/ 408858 h 792355"/>
                <a:gd name="connsiteX1" fmla="*/ 883081 w 1106027"/>
                <a:gd name="connsiteY1" fmla="*/ 342437 h 792355"/>
                <a:gd name="connsiteX2" fmla="*/ 957821 w 1106027"/>
                <a:gd name="connsiteY2" fmla="*/ 212072 h 792355"/>
                <a:gd name="connsiteX3" fmla="*/ 1095044 w 1106027"/>
                <a:gd name="connsiteY3" fmla="*/ 37066 h 792355"/>
                <a:gd name="connsiteX4" fmla="*/ 1104696 w 1106027"/>
                <a:gd name="connsiteY4" fmla="*/ 1633 h 792355"/>
                <a:gd name="connsiteX5" fmla="*/ 1082090 w 1106027"/>
                <a:gd name="connsiteY5" fmla="*/ 4871 h 792355"/>
                <a:gd name="connsiteX6" fmla="*/ 859459 w 1106027"/>
                <a:gd name="connsiteY6" fmla="*/ 96692 h 792355"/>
                <a:gd name="connsiteX7" fmla="*/ 688962 w 1106027"/>
                <a:gd name="connsiteY7" fmla="*/ 177083 h 792355"/>
                <a:gd name="connsiteX8" fmla="*/ 528942 w 1106027"/>
                <a:gd name="connsiteY8" fmla="*/ 275254 h 792355"/>
                <a:gd name="connsiteX9" fmla="*/ 225348 w 1106027"/>
                <a:gd name="connsiteY9" fmla="*/ 474009 h 792355"/>
                <a:gd name="connsiteX10" fmla="*/ 28943 w 1106027"/>
                <a:gd name="connsiteY10" fmla="*/ 605391 h 792355"/>
                <a:gd name="connsiteX11" fmla="*/ 4050 w 1106027"/>
                <a:gd name="connsiteY11" fmla="*/ 685591 h 792355"/>
                <a:gd name="connsiteX12" fmla="*/ 19037 w 1106027"/>
                <a:gd name="connsiteY12" fmla="*/ 789414 h 792355"/>
                <a:gd name="connsiteX13" fmla="*/ 144894 w 1106027"/>
                <a:gd name="connsiteY13" fmla="*/ 750488 h 792355"/>
                <a:gd name="connsiteX14" fmla="*/ 313931 w 1106027"/>
                <a:gd name="connsiteY14" fmla="*/ 660001 h 792355"/>
                <a:gd name="connsiteX15" fmla="*/ 445502 w 1106027"/>
                <a:gd name="connsiteY15" fmla="*/ 600946 h 792355"/>
                <a:gd name="connsiteX16" fmla="*/ 605205 w 1106027"/>
                <a:gd name="connsiteY16" fmla="*/ 515411 h 792355"/>
                <a:gd name="connsiteX17" fmla="*/ 771893 w 1106027"/>
                <a:gd name="connsiteY17" fmla="*/ 437116 h 792355"/>
                <a:gd name="connsiteX18" fmla="*/ 831329 w 1106027"/>
                <a:gd name="connsiteY18" fmla="*/ 408858 h 79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06027" h="792355">
                  <a:moveTo>
                    <a:pt x="831329" y="408858"/>
                  </a:moveTo>
                  <a:cubicBezTo>
                    <a:pt x="853808" y="419971"/>
                    <a:pt x="873938" y="358058"/>
                    <a:pt x="883081" y="342437"/>
                  </a:cubicBezTo>
                  <a:cubicBezTo>
                    <a:pt x="908481" y="299384"/>
                    <a:pt x="932738" y="255315"/>
                    <a:pt x="957821" y="212072"/>
                  </a:cubicBezTo>
                  <a:cubicBezTo>
                    <a:pt x="996746" y="144952"/>
                    <a:pt x="1041451" y="85707"/>
                    <a:pt x="1095044" y="37066"/>
                  </a:cubicBezTo>
                  <a:cubicBezTo>
                    <a:pt x="1104569" y="27935"/>
                    <a:pt x="1108252" y="14320"/>
                    <a:pt x="1104696" y="1633"/>
                  </a:cubicBezTo>
                  <a:cubicBezTo>
                    <a:pt x="1102156" y="-3574"/>
                    <a:pt x="1097712" y="3411"/>
                    <a:pt x="1082090" y="4871"/>
                  </a:cubicBezTo>
                  <a:cubicBezTo>
                    <a:pt x="1006462" y="11729"/>
                    <a:pt x="929182" y="66784"/>
                    <a:pt x="859459" y="96692"/>
                  </a:cubicBezTo>
                  <a:cubicBezTo>
                    <a:pt x="801928" y="121394"/>
                    <a:pt x="744016" y="145524"/>
                    <a:pt x="688962" y="177083"/>
                  </a:cubicBezTo>
                  <a:cubicBezTo>
                    <a:pt x="634923" y="208135"/>
                    <a:pt x="582789" y="243504"/>
                    <a:pt x="528942" y="275254"/>
                  </a:cubicBezTo>
                  <a:cubicBezTo>
                    <a:pt x="425310" y="336341"/>
                    <a:pt x="328218" y="411398"/>
                    <a:pt x="225348" y="474009"/>
                  </a:cubicBezTo>
                  <a:cubicBezTo>
                    <a:pt x="160134" y="513697"/>
                    <a:pt x="87236" y="552495"/>
                    <a:pt x="28943" y="605391"/>
                  </a:cubicBezTo>
                  <a:cubicBezTo>
                    <a:pt x="6718" y="625584"/>
                    <a:pt x="6019" y="652889"/>
                    <a:pt x="4050" y="685591"/>
                  </a:cubicBezTo>
                  <a:cubicBezTo>
                    <a:pt x="2463" y="712261"/>
                    <a:pt x="-10110" y="780333"/>
                    <a:pt x="19037" y="789414"/>
                  </a:cubicBezTo>
                  <a:cubicBezTo>
                    <a:pt x="58152" y="801606"/>
                    <a:pt x="112064" y="769221"/>
                    <a:pt x="144894" y="750488"/>
                  </a:cubicBezTo>
                  <a:cubicBezTo>
                    <a:pt x="200456" y="718738"/>
                    <a:pt x="257479" y="689782"/>
                    <a:pt x="313931" y="660001"/>
                  </a:cubicBezTo>
                  <a:cubicBezTo>
                    <a:pt x="357301" y="637141"/>
                    <a:pt x="401370" y="620948"/>
                    <a:pt x="445502" y="600946"/>
                  </a:cubicBezTo>
                  <a:cubicBezTo>
                    <a:pt x="500176" y="576244"/>
                    <a:pt x="551294" y="542272"/>
                    <a:pt x="605205" y="515411"/>
                  </a:cubicBezTo>
                  <a:cubicBezTo>
                    <a:pt x="660196" y="488043"/>
                    <a:pt x="718235" y="467151"/>
                    <a:pt x="771893" y="437116"/>
                  </a:cubicBezTo>
                  <a:cubicBezTo>
                    <a:pt x="787895" y="428162"/>
                    <a:pt x="810120" y="406064"/>
                    <a:pt x="831329" y="408858"/>
                  </a:cubicBezTo>
                  <a:close/>
                </a:path>
              </a:pathLst>
            </a:custGeom>
            <a:solidFill>
              <a:srgbClr val="FF5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/>
          </p:nvSpPr>
          <p:spPr>
            <a:xfrm>
              <a:off x="7389168" y="10744832"/>
              <a:ext cx="1109362" cy="787663"/>
            </a:xfrm>
            <a:custGeom>
              <a:avLst/>
              <a:gdLst>
                <a:gd name="connsiteX0" fmla="*/ 830716 w 1109362"/>
                <a:gd name="connsiteY0" fmla="*/ 404166 h 787663"/>
                <a:gd name="connsiteX1" fmla="*/ 882468 w 1109362"/>
                <a:gd name="connsiteY1" fmla="*/ 337745 h 787663"/>
                <a:gd name="connsiteX2" fmla="*/ 957272 w 1109362"/>
                <a:gd name="connsiteY2" fmla="*/ 207316 h 787663"/>
                <a:gd name="connsiteX3" fmla="*/ 1094432 w 1109362"/>
                <a:gd name="connsiteY3" fmla="*/ 32373 h 787663"/>
                <a:gd name="connsiteX4" fmla="*/ 1081732 w 1109362"/>
                <a:gd name="connsiteY4" fmla="*/ 115 h 787663"/>
                <a:gd name="connsiteX5" fmla="*/ 859482 w 1109362"/>
                <a:gd name="connsiteY5" fmla="*/ 91936 h 787663"/>
                <a:gd name="connsiteX6" fmla="*/ 688984 w 1109362"/>
                <a:gd name="connsiteY6" fmla="*/ 172391 h 787663"/>
                <a:gd name="connsiteX7" fmla="*/ 528964 w 1109362"/>
                <a:gd name="connsiteY7" fmla="*/ 270498 h 787663"/>
                <a:gd name="connsiteX8" fmla="*/ 225307 w 1109362"/>
                <a:gd name="connsiteY8" fmla="*/ 469317 h 787663"/>
                <a:gd name="connsiteX9" fmla="*/ 28965 w 1109362"/>
                <a:gd name="connsiteY9" fmla="*/ 600698 h 787663"/>
                <a:gd name="connsiteX10" fmla="*/ 4073 w 1109362"/>
                <a:gd name="connsiteY10" fmla="*/ 680835 h 787663"/>
                <a:gd name="connsiteX11" fmla="*/ 19059 w 1109362"/>
                <a:gd name="connsiteY11" fmla="*/ 784721 h 787663"/>
                <a:gd name="connsiteX12" fmla="*/ 144852 w 1109362"/>
                <a:gd name="connsiteY12" fmla="*/ 745796 h 787663"/>
                <a:gd name="connsiteX13" fmla="*/ 313953 w 1109362"/>
                <a:gd name="connsiteY13" fmla="*/ 655308 h 787663"/>
                <a:gd name="connsiteX14" fmla="*/ 445525 w 1109362"/>
                <a:gd name="connsiteY14" fmla="*/ 596253 h 787663"/>
                <a:gd name="connsiteX15" fmla="*/ 605164 w 1109362"/>
                <a:gd name="connsiteY15" fmla="*/ 510719 h 787663"/>
                <a:gd name="connsiteX16" fmla="*/ 771915 w 1109362"/>
                <a:gd name="connsiteY16" fmla="*/ 432423 h 787663"/>
                <a:gd name="connsiteX17" fmla="*/ 830716 w 1109362"/>
                <a:gd name="connsiteY17" fmla="*/ 404166 h 78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9362" h="787663">
                  <a:moveTo>
                    <a:pt x="830716" y="404166"/>
                  </a:moveTo>
                  <a:cubicBezTo>
                    <a:pt x="853259" y="415278"/>
                    <a:pt x="873325" y="353366"/>
                    <a:pt x="882468" y="337745"/>
                  </a:cubicBezTo>
                  <a:cubicBezTo>
                    <a:pt x="907868" y="294692"/>
                    <a:pt x="932125" y="250623"/>
                    <a:pt x="957272" y="207316"/>
                  </a:cubicBezTo>
                  <a:cubicBezTo>
                    <a:pt x="996134" y="140260"/>
                    <a:pt x="1040901" y="80951"/>
                    <a:pt x="1094432" y="32373"/>
                  </a:cubicBezTo>
                  <a:cubicBezTo>
                    <a:pt x="1117038" y="11926"/>
                    <a:pt x="1114878" y="-2869"/>
                    <a:pt x="1081732" y="115"/>
                  </a:cubicBezTo>
                  <a:cubicBezTo>
                    <a:pt x="1006103" y="7037"/>
                    <a:pt x="928887" y="62028"/>
                    <a:pt x="859482" y="91936"/>
                  </a:cubicBezTo>
                  <a:cubicBezTo>
                    <a:pt x="801887" y="116638"/>
                    <a:pt x="743975" y="140768"/>
                    <a:pt x="688984" y="172391"/>
                  </a:cubicBezTo>
                  <a:cubicBezTo>
                    <a:pt x="633993" y="204014"/>
                    <a:pt x="582749" y="238812"/>
                    <a:pt x="528964" y="270498"/>
                  </a:cubicBezTo>
                  <a:cubicBezTo>
                    <a:pt x="425332" y="331649"/>
                    <a:pt x="328240" y="406642"/>
                    <a:pt x="225307" y="469317"/>
                  </a:cubicBezTo>
                  <a:cubicBezTo>
                    <a:pt x="160092" y="509004"/>
                    <a:pt x="87258" y="547739"/>
                    <a:pt x="28965" y="600698"/>
                  </a:cubicBezTo>
                  <a:cubicBezTo>
                    <a:pt x="6676" y="620891"/>
                    <a:pt x="6041" y="648196"/>
                    <a:pt x="4073" y="680835"/>
                  </a:cubicBezTo>
                  <a:cubicBezTo>
                    <a:pt x="2486" y="707505"/>
                    <a:pt x="-10151" y="775641"/>
                    <a:pt x="19059" y="784721"/>
                  </a:cubicBezTo>
                  <a:cubicBezTo>
                    <a:pt x="58175" y="796913"/>
                    <a:pt x="112087" y="764528"/>
                    <a:pt x="144852" y="745796"/>
                  </a:cubicBezTo>
                  <a:cubicBezTo>
                    <a:pt x="200478" y="714046"/>
                    <a:pt x="257501" y="685090"/>
                    <a:pt x="313953" y="655308"/>
                  </a:cubicBezTo>
                  <a:cubicBezTo>
                    <a:pt x="357324" y="632448"/>
                    <a:pt x="401392" y="616192"/>
                    <a:pt x="445525" y="596253"/>
                  </a:cubicBezTo>
                  <a:cubicBezTo>
                    <a:pt x="500199" y="571552"/>
                    <a:pt x="551252" y="537579"/>
                    <a:pt x="605164" y="510719"/>
                  </a:cubicBezTo>
                  <a:cubicBezTo>
                    <a:pt x="660218" y="483350"/>
                    <a:pt x="718194" y="462459"/>
                    <a:pt x="771915" y="432423"/>
                  </a:cubicBezTo>
                  <a:cubicBezTo>
                    <a:pt x="787346" y="423470"/>
                    <a:pt x="809571" y="401372"/>
                    <a:pt x="830716" y="404166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/>
          </p:nvSpPr>
          <p:spPr>
            <a:xfrm>
              <a:off x="7364919" y="10714926"/>
              <a:ext cx="1093914" cy="849757"/>
            </a:xfrm>
            <a:custGeom>
              <a:avLst/>
              <a:gdLst>
                <a:gd name="connsiteX0" fmla="*/ 871411 w 1093914"/>
                <a:gd name="connsiteY0" fmla="*/ 437755 h 849757"/>
                <a:gd name="connsiteX1" fmla="*/ 926720 w 1093914"/>
                <a:gd name="connsiteY1" fmla="*/ 242937 h 849757"/>
                <a:gd name="connsiteX2" fmla="*/ 1037781 w 1093914"/>
                <a:gd name="connsiteY2" fmla="*/ 50913 h 849757"/>
                <a:gd name="connsiteX3" fmla="*/ 1093915 w 1093914"/>
                <a:gd name="connsiteY3" fmla="*/ -268 h 849757"/>
                <a:gd name="connsiteX4" fmla="*/ 1005015 w 1093914"/>
                <a:gd name="connsiteY4" fmla="*/ 26593 h 849757"/>
                <a:gd name="connsiteX5" fmla="*/ 760921 w 1093914"/>
                <a:gd name="connsiteY5" fmla="*/ 136384 h 849757"/>
                <a:gd name="connsiteX6" fmla="*/ 485331 w 1093914"/>
                <a:gd name="connsiteY6" fmla="*/ 278053 h 849757"/>
                <a:gd name="connsiteX7" fmla="*/ 332360 w 1093914"/>
                <a:gd name="connsiteY7" fmla="*/ 372477 h 849757"/>
                <a:gd name="connsiteX8" fmla="*/ 151638 w 1093914"/>
                <a:gd name="connsiteY8" fmla="*/ 491413 h 849757"/>
                <a:gd name="connsiteX9" fmla="*/ 69088 w 1093914"/>
                <a:gd name="connsiteY9" fmla="*/ 554913 h 849757"/>
                <a:gd name="connsiteX10" fmla="*/ 15240 w 1093914"/>
                <a:gd name="connsiteY10" fmla="*/ 733221 h 849757"/>
                <a:gd name="connsiteX11" fmla="*/ 636 w 1093914"/>
                <a:gd name="connsiteY11" fmla="*/ 849489 h 849757"/>
                <a:gd name="connsiteX12" fmla="*/ 550546 w 1093914"/>
                <a:gd name="connsiteY12" fmla="*/ 608634 h 849757"/>
                <a:gd name="connsiteX13" fmla="*/ 782765 w 1093914"/>
                <a:gd name="connsiteY13" fmla="*/ 468934 h 849757"/>
                <a:gd name="connsiteX14" fmla="*/ 871411 w 1093914"/>
                <a:gd name="connsiteY14" fmla="*/ 437755 h 84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3914" h="849757">
                  <a:moveTo>
                    <a:pt x="871411" y="437755"/>
                  </a:moveTo>
                  <a:cubicBezTo>
                    <a:pt x="867347" y="378764"/>
                    <a:pt x="905701" y="295388"/>
                    <a:pt x="926720" y="242937"/>
                  </a:cubicBezTo>
                  <a:cubicBezTo>
                    <a:pt x="954660" y="173087"/>
                    <a:pt x="989648" y="106603"/>
                    <a:pt x="1037781" y="50913"/>
                  </a:cubicBezTo>
                  <a:cubicBezTo>
                    <a:pt x="1054418" y="31863"/>
                    <a:pt x="1075119" y="16623"/>
                    <a:pt x="1093915" y="-268"/>
                  </a:cubicBezTo>
                  <a:cubicBezTo>
                    <a:pt x="1066102" y="367"/>
                    <a:pt x="1032320" y="17004"/>
                    <a:pt x="1005015" y="26593"/>
                  </a:cubicBezTo>
                  <a:cubicBezTo>
                    <a:pt x="921512" y="55993"/>
                    <a:pt x="841122" y="97522"/>
                    <a:pt x="760921" y="136384"/>
                  </a:cubicBezTo>
                  <a:cubicBezTo>
                    <a:pt x="668148" y="181342"/>
                    <a:pt x="572262" y="219823"/>
                    <a:pt x="485331" y="278053"/>
                  </a:cubicBezTo>
                  <a:cubicBezTo>
                    <a:pt x="435357" y="311454"/>
                    <a:pt x="384366" y="343140"/>
                    <a:pt x="332360" y="372477"/>
                  </a:cubicBezTo>
                  <a:cubicBezTo>
                    <a:pt x="268860" y="408482"/>
                    <a:pt x="217551" y="465378"/>
                    <a:pt x="151638" y="491413"/>
                  </a:cubicBezTo>
                  <a:cubicBezTo>
                    <a:pt x="120333" y="504113"/>
                    <a:pt x="88138" y="523480"/>
                    <a:pt x="69088" y="554913"/>
                  </a:cubicBezTo>
                  <a:cubicBezTo>
                    <a:pt x="39053" y="604570"/>
                    <a:pt x="26036" y="674928"/>
                    <a:pt x="15240" y="733221"/>
                  </a:cubicBezTo>
                  <a:cubicBezTo>
                    <a:pt x="8446" y="770051"/>
                    <a:pt x="-2793" y="811580"/>
                    <a:pt x="636" y="849489"/>
                  </a:cubicBezTo>
                  <a:cubicBezTo>
                    <a:pt x="187516" y="762812"/>
                    <a:pt x="363729" y="689596"/>
                    <a:pt x="550546" y="608634"/>
                  </a:cubicBezTo>
                  <a:cubicBezTo>
                    <a:pt x="635318" y="571867"/>
                    <a:pt x="698056" y="505954"/>
                    <a:pt x="782765" y="468934"/>
                  </a:cubicBezTo>
                  <a:cubicBezTo>
                    <a:pt x="805181" y="458837"/>
                    <a:pt x="871411" y="437755"/>
                    <a:pt x="871411" y="437755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/>
          </p:nvSpPr>
          <p:spPr>
            <a:xfrm>
              <a:off x="7367439" y="10674984"/>
              <a:ext cx="1057804" cy="933577"/>
            </a:xfrm>
            <a:custGeom>
              <a:avLst/>
              <a:gdLst>
                <a:gd name="connsiteX0" fmla="*/ 853461 w 1057804"/>
                <a:gd name="connsiteY0" fmla="*/ 463599 h 933577"/>
                <a:gd name="connsiteX1" fmla="*/ 900768 w 1057804"/>
                <a:gd name="connsiteY1" fmla="*/ 259510 h 933577"/>
                <a:gd name="connsiteX2" fmla="*/ 1003829 w 1057804"/>
                <a:gd name="connsiteY2" fmla="*/ 55548 h 933577"/>
                <a:gd name="connsiteX3" fmla="*/ 1057804 w 1057804"/>
                <a:gd name="connsiteY3" fmla="*/ -268 h 933577"/>
                <a:gd name="connsiteX4" fmla="*/ 970238 w 1057804"/>
                <a:gd name="connsiteY4" fmla="*/ 32054 h 933577"/>
                <a:gd name="connsiteX5" fmla="*/ 731033 w 1057804"/>
                <a:gd name="connsiteY5" fmla="*/ 158101 h 933577"/>
                <a:gd name="connsiteX6" fmla="*/ 461666 w 1057804"/>
                <a:gd name="connsiteY6" fmla="*/ 318629 h 933577"/>
                <a:gd name="connsiteX7" fmla="*/ 312822 w 1057804"/>
                <a:gd name="connsiteY7" fmla="*/ 424103 h 933577"/>
                <a:gd name="connsiteX8" fmla="*/ 137244 w 1057804"/>
                <a:gd name="connsiteY8" fmla="*/ 556246 h 933577"/>
                <a:gd name="connsiteX9" fmla="*/ 57742 w 1057804"/>
                <a:gd name="connsiteY9" fmla="*/ 625779 h 933577"/>
                <a:gd name="connsiteX10" fmla="*/ 11261 w 1057804"/>
                <a:gd name="connsiteY10" fmla="*/ 812659 h 933577"/>
                <a:gd name="connsiteX11" fmla="*/ 1354 w 1057804"/>
                <a:gd name="connsiteY11" fmla="*/ 933309 h 933577"/>
                <a:gd name="connsiteX12" fmla="*/ 540533 w 1057804"/>
                <a:gd name="connsiteY12" fmla="*/ 656195 h 933577"/>
                <a:gd name="connsiteX13" fmla="*/ 786532 w 1057804"/>
                <a:gd name="connsiteY13" fmla="*/ 514908 h 933577"/>
                <a:gd name="connsiteX14" fmla="*/ 853461 w 1057804"/>
                <a:gd name="connsiteY14" fmla="*/ 463599 h 93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57804" h="933577">
                  <a:moveTo>
                    <a:pt x="853461" y="463599"/>
                  </a:moveTo>
                  <a:cubicBezTo>
                    <a:pt x="847111" y="402893"/>
                    <a:pt x="881973" y="314755"/>
                    <a:pt x="900768" y="259510"/>
                  </a:cubicBezTo>
                  <a:cubicBezTo>
                    <a:pt x="926168" y="185851"/>
                    <a:pt x="957918" y="115556"/>
                    <a:pt x="1003829" y="55548"/>
                  </a:cubicBezTo>
                  <a:cubicBezTo>
                    <a:pt x="1019704" y="34721"/>
                    <a:pt x="1039706" y="18210"/>
                    <a:pt x="1057804" y="-268"/>
                  </a:cubicBezTo>
                  <a:cubicBezTo>
                    <a:pt x="1030054" y="1891"/>
                    <a:pt x="997035" y="20751"/>
                    <a:pt x="970238" y="32054"/>
                  </a:cubicBezTo>
                  <a:cubicBezTo>
                    <a:pt x="888068" y="66788"/>
                    <a:pt x="809519" y="113842"/>
                    <a:pt x="731033" y="158101"/>
                  </a:cubicBezTo>
                  <a:cubicBezTo>
                    <a:pt x="640292" y="209282"/>
                    <a:pt x="546121" y="254049"/>
                    <a:pt x="461666" y="318629"/>
                  </a:cubicBezTo>
                  <a:cubicBezTo>
                    <a:pt x="413216" y="355713"/>
                    <a:pt x="363558" y="391083"/>
                    <a:pt x="312822" y="424103"/>
                  </a:cubicBezTo>
                  <a:cubicBezTo>
                    <a:pt x="250719" y="464489"/>
                    <a:pt x="202015" y="525703"/>
                    <a:pt x="137244" y="556246"/>
                  </a:cubicBezTo>
                  <a:cubicBezTo>
                    <a:pt x="106511" y="570597"/>
                    <a:pt x="75332" y="592568"/>
                    <a:pt x="57742" y="625779"/>
                  </a:cubicBezTo>
                  <a:cubicBezTo>
                    <a:pt x="29803" y="678610"/>
                    <a:pt x="19642" y="751953"/>
                    <a:pt x="11261" y="812659"/>
                  </a:cubicBezTo>
                  <a:cubicBezTo>
                    <a:pt x="5990" y="850759"/>
                    <a:pt x="-3535" y="894510"/>
                    <a:pt x="1354" y="933309"/>
                  </a:cubicBezTo>
                  <a:cubicBezTo>
                    <a:pt x="184425" y="834185"/>
                    <a:pt x="357336" y="749159"/>
                    <a:pt x="540533" y="656195"/>
                  </a:cubicBezTo>
                  <a:cubicBezTo>
                    <a:pt x="623654" y="613841"/>
                    <a:pt x="703538" y="557643"/>
                    <a:pt x="786532" y="514908"/>
                  </a:cubicBezTo>
                  <a:cubicBezTo>
                    <a:pt x="808186" y="503922"/>
                    <a:pt x="822155" y="448677"/>
                    <a:pt x="853461" y="463599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/>
          </p:nvSpPr>
          <p:spPr>
            <a:xfrm>
              <a:off x="7330813" y="10661967"/>
              <a:ext cx="1005275" cy="935647"/>
            </a:xfrm>
            <a:custGeom>
              <a:avLst/>
              <a:gdLst>
                <a:gd name="connsiteX0" fmla="*/ 866401 w 1005275"/>
                <a:gd name="connsiteY0" fmla="*/ 494207 h 935647"/>
                <a:gd name="connsiteX1" fmla="*/ 1005276 w 1005275"/>
                <a:gd name="connsiteY1" fmla="*/ -268 h 935647"/>
                <a:gd name="connsiteX2" fmla="*/ 855924 w 1005275"/>
                <a:gd name="connsiteY2" fmla="*/ 73709 h 935647"/>
                <a:gd name="connsiteX3" fmla="*/ 604527 w 1005275"/>
                <a:gd name="connsiteY3" fmla="*/ 181024 h 935647"/>
                <a:gd name="connsiteX4" fmla="*/ 353067 w 1005275"/>
                <a:gd name="connsiteY4" fmla="*/ 318058 h 935647"/>
                <a:gd name="connsiteX5" fmla="*/ 154947 w 1005275"/>
                <a:gd name="connsiteY5" fmla="*/ 445058 h 935647"/>
                <a:gd name="connsiteX6" fmla="*/ 1150 w 1005275"/>
                <a:gd name="connsiteY6" fmla="*/ 881112 h 935647"/>
                <a:gd name="connsiteX7" fmla="*/ 7055 w 1005275"/>
                <a:gd name="connsiteY7" fmla="*/ 932738 h 935647"/>
                <a:gd name="connsiteX8" fmla="*/ 114243 w 1005275"/>
                <a:gd name="connsiteY8" fmla="*/ 883970 h 935647"/>
                <a:gd name="connsiteX9" fmla="*/ 274137 w 1005275"/>
                <a:gd name="connsiteY9" fmla="*/ 808659 h 935647"/>
                <a:gd name="connsiteX10" fmla="*/ 405645 w 1005275"/>
                <a:gd name="connsiteY10" fmla="*/ 735253 h 935647"/>
                <a:gd name="connsiteX11" fmla="*/ 702380 w 1005275"/>
                <a:gd name="connsiteY11" fmla="*/ 574471 h 935647"/>
                <a:gd name="connsiteX12" fmla="*/ 866401 w 1005275"/>
                <a:gd name="connsiteY12" fmla="*/ 494207 h 93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275" h="935647">
                  <a:moveTo>
                    <a:pt x="866401" y="494207"/>
                  </a:moveTo>
                  <a:cubicBezTo>
                    <a:pt x="855924" y="314883"/>
                    <a:pt x="912629" y="138035"/>
                    <a:pt x="1005276" y="-268"/>
                  </a:cubicBezTo>
                  <a:cubicBezTo>
                    <a:pt x="955492" y="3923"/>
                    <a:pt x="902025" y="52882"/>
                    <a:pt x="855924" y="73709"/>
                  </a:cubicBezTo>
                  <a:cubicBezTo>
                    <a:pt x="773374" y="110984"/>
                    <a:pt x="685807" y="138543"/>
                    <a:pt x="604527" y="181024"/>
                  </a:cubicBezTo>
                  <a:cubicBezTo>
                    <a:pt x="519818" y="225474"/>
                    <a:pt x="438729" y="276274"/>
                    <a:pt x="353067" y="318058"/>
                  </a:cubicBezTo>
                  <a:cubicBezTo>
                    <a:pt x="286138" y="350951"/>
                    <a:pt x="210954" y="390702"/>
                    <a:pt x="154947" y="445058"/>
                  </a:cubicBezTo>
                  <a:cubicBezTo>
                    <a:pt x="50617" y="546277"/>
                    <a:pt x="7" y="726616"/>
                    <a:pt x="1150" y="881112"/>
                  </a:cubicBezTo>
                  <a:cubicBezTo>
                    <a:pt x="1150" y="893431"/>
                    <a:pt x="-3867" y="924292"/>
                    <a:pt x="7055" y="932738"/>
                  </a:cubicBezTo>
                  <a:cubicBezTo>
                    <a:pt x="26867" y="948041"/>
                    <a:pt x="97416" y="892224"/>
                    <a:pt x="114243" y="883970"/>
                  </a:cubicBezTo>
                  <a:cubicBezTo>
                    <a:pt x="167203" y="857934"/>
                    <a:pt x="221495" y="834947"/>
                    <a:pt x="274137" y="808659"/>
                  </a:cubicBezTo>
                  <a:cubicBezTo>
                    <a:pt x="319158" y="786179"/>
                    <a:pt x="359671" y="756334"/>
                    <a:pt x="405645" y="735253"/>
                  </a:cubicBezTo>
                  <a:cubicBezTo>
                    <a:pt x="507245" y="688834"/>
                    <a:pt x="605162" y="631684"/>
                    <a:pt x="702380" y="574471"/>
                  </a:cubicBezTo>
                  <a:cubicBezTo>
                    <a:pt x="720986" y="563612"/>
                    <a:pt x="854336" y="509129"/>
                    <a:pt x="866401" y="494207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/>
          </p:nvSpPr>
          <p:spPr>
            <a:xfrm>
              <a:off x="6827519" y="10634728"/>
              <a:ext cx="1382522" cy="842134"/>
            </a:xfrm>
            <a:custGeom>
              <a:avLst/>
              <a:gdLst>
                <a:gd name="connsiteX0" fmla="*/ 1372299 w 1382522"/>
                <a:gd name="connsiteY0" fmla="*/ 467851 h 842134"/>
                <a:gd name="connsiteX1" fmla="*/ 1333183 w 1382522"/>
                <a:gd name="connsiteY1" fmla="*/ 373491 h 842134"/>
                <a:gd name="connsiteX2" fmla="*/ 1268857 w 1382522"/>
                <a:gd name="connsiteY2" fmla="*/ 236902 h 842134"/>
                <a:gd name="connsiteX3" fmla="*/ 1059307 w 1382522"/>
                <a:gd name="connsiteY3" fmla="*/ 9762 h 842134"/>
                <a:gd name="connsiteX4" fmla="*/ 974661 w 1382522"/>
                <a:gd name="connsiteY4" fmla="*/ 17700 h 842134"/>
                <a:gd name="connsiteX5" fmla="*/ 763524 w 1382522"/>
                <a:gd name="connsiteY5" fmla="*/ 103171 h 842134"/>
                <a:gd name="connsiteX6" fmla="*/ 483680 w 1382522"/>
                <a:gd name="connsiteY6" fmla="*/ 226488 h 842134"/>
                <a:gd name="connsiteX7" fmla="*/ 212090 w 1382522"/>
                <a:gd name="connsiteY7" fmla="*/ 375459 h 842134"/>
                <a:gd name="connsiteX8" fmla="*/ 0 w 1382522"/>
                <a:gd name="connsiteY8" fmla="*/ 556942 h 842134"/>
                <a:gd name="connsiteX9" fmla="*/ 147066 w 1382522"/>
                <a:gd name="connsiteY9" fmla="*/ 595042 h 842134"/>
                <a:gd name="connsiteX10" fmla="*/ 334963 w 1382522"/>
                <a:gd name="connsiteY10" fmla="*/ 683624 h 842134"/>
                <a:gd name="connsiteX11" fmla="*/ 575818 w 1382522"/>
                <a:gd name="connsiteY11" fmla="*/ 841867 h 842134"/>
                <a:gd name="connsiteX12" fmla="*/ 808737 w 1382522"/>
                <a:gd name="connsiteY12" fmla="*/ 766682 h 842134"/>
                <a:gd name="connsiteX13" fmla="*/ 1142874 w 1382522"/>
                <a:gd name="connsiteY13" fmla="*/ 659622 h 842134"/>
                <a:gd name="connsiteX14" fmla="*/ 1382523 w 1382522"/>
                <a:gd name="connsiteY14" fmla="*/ 525001 h 842134"/>
                <a:gd name="connsiteX15" fmla="*/ 1372299 w 1382522"/>
                <a:gd name="connsiteY15" fmla="*/ 467851 h 84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2522" h="842134">
                  <a:moveTo>
                    <a:pt x="1372299" y="467851"/>
                  </a:moveTo>
                  <a:cubicBezTo>
                    <a:pt x="1354837" y="446769"/>
                    <a:pt x="1345121" y="401367"/>
                    <a:pt x="1333183" y="373491"/>
                  </a:cubicBezTo>
                  <a:cubicBezTo>
                    <a:pt x="1313180" y="326754"/>
                    <a:pt x="1292734" y="281479"/>
                    <a:pt x="1268857" y="236902"/>
                  </a:cubicBezTo>
                  <a:cubicBezTo>
                    <a:pt x="1219962" y="145462"/>
                    <a:pt x="1145794" y="57197"/>
                    <a:pt x="1059307" y="9762"/>
                  </a:cubicBezTo>
                  <a:cubicBezTo>
                    <a:pt x="1022922" y="-10177"/>
                    <a:pt x="1010539" y="3412"/>
                    <a:pt x="974661" y="17700"/>
                  </a:cubicBezTo>
                  <a:cubicBezTo>
                    <a:pt x="904240" y="46085"/>
                    <a:pt x="832739" y="71040"/>
                    <a:pt x="763524" y="103171"/>
                  </a:cubicBezTo>
                  <a:cubicBezTo>
                    <a:pt x="670878" y="146097"/>
                    <a:pt x="576136" y="182292"/>
                    <a:pt x="483680" y="226488"/>
                  </a:cubicBezTo>
                  <a:cubicBezTo>
                    <a:pt x="390144" y="270506"/>
                    <a:pt x="299466" y="320258"/>
                    <a:pt x="212090" y="375459"/>
                  </a:cubicBezTo>
                  <a:cubicBezTo>
                    <a:pt x="131826" y="426704"/>
                    <a:pt x="60706" y="479281"/>
                    <a:pt x="0" y="556942"/>
                  </a:cubicBezTo>
                  <a:cubicBezTo>
                    <a:pt x="48006" y="575992"/>
                    <a:pt x="98552" y="576754"/>
                    <a:pt x="147066" y="595042"/>
                  </a:cubicBezTo>
                  <a:cubicBezTo>
                    <a:pt x="212027" y="619299"/>
                    <a:pt x="272797" y="651430"/>
                    <a:pt x="334963" y="683624"/>
                  </a:cubicBezTo>
                  <a:cubicBezTo>
                    <a:pt x="415290" y="725217"/>
                    <a:pt x="509588" y="775255"/>
                    <a:pt x="575818" y="841867"/>
                  </a:cubicBezTo>
                  <a:cubicBezTo>
                    <a:pt x="645668" y="798686"/>
                    <a:pt x="731774" y="788907"/>
                    <a:pt x="808737" y="766682"/>
                  </a:cubicBezTo>
                  <a:cubicBezTo>
                    <a:pt x="921195" y="734126"/>
                    <a:pt x="1032574" y="698439"/>
                    <a:pt x="1142874" y="659622"/>
                  </a:cubicBezTo>
                  <a:cubicBezTo>
                    <a:pt x="1228725" y="629523"/>
                    <a:pt x="1307592" y="577072"/>
                    <a:pt x="1382523" y="525001"/>
                  </a:cubicBezTo>
                  <a:cubicBezTo>
                    <a:pt x="1378141" y="510142"/>
                    <a:pt x="1367854" y="489632"/>
                    <a:pt x="1372299" y="467851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/>
          </p:nvSpPr>
          <p:spPr>
            <a:xfrm>
              <a:off x="6863397" y="10687870"/>
              <a:ext cx="1337754" cy="846172"/>
            </a:xfrm>
            <a:custGeom>
              <a:avLst/>
              <a:gdLst>
                <a:gd name="connsiteX0" fmla="*/ 1337755 w 1337754"/>
                <a:gd name="connsiteY0" fmla="*/ 450905 h 846172"/>
                <a:gd name="connsiteX1" fmla="*/ 1226821 w 1337754"/>
                <a:gd name="connsiteY1" fmla="*/ 245228 h 846172"/>
                <a:gd name="connsiteX2" fmla="*/ 1021588 w 1337754"/>
                <a:gd name="connsiteY2" fmla="*/ 24819 h 846172"/>
                <a:gd name="connsiteX3" fmla="*/ 956184 w 1337754"/>
                <a:gd name="connsiteY3" fmla="*/ 2213 h 846172"/>
                <a:gd name="connsiteX4" fmla="*/ 785622 w 1337754"/>
                <a:gd name="connsiteY4" fmla="*/ 64253 h 846172"/>
                <a:gd name="connsiteX5" fmla="*/ 283972 w 1337754"/>
                <a:gd name="connsiteY5" fmla="*/ 308728 h 846172"/>
                <a:gd name="connsiteX6" fmla="*/ 75438 w 1337754"/>
                <a:gd name="connsiteY6" fmla="*/ 469066 h 846172"/>
                <a:gd name="connsiteX7" fmla="*/ 0 w 1337754"/>
                <a:gd name="connsiteY7" fmla="*/ 558728 h 846172"/>
                <a:gd name="connsiteX8" fmla="*/ 339027 w 1337754"/>
                <a:gd name="connsiteY8" fmla="*/ 681600 h 846172"/>
                <a:gd name="connsiteX9" fmla="*/ 449517 w 1337754"/>
                <a:gd name="connsiteY9" fmla="*/ 782819 h 846172"/>
                <a:gd name="connsiteX10" fmla="*/ 510477 w 1337754"/>
                <a:gd name="connsiteY10" fmla="*/ 845176 h 846172"/>
                <a:gd name="connsiteX11" fmla="*/ 565531 w 1337754"/>
                <a:gd name="connsiteY11" fmla="*/ 824666 h 846172"/>
                <a:gd name="connsiteX12" fmla="*/ 704914 w 1337754"/>
                <a:gd name="connsiteY12" fmla="*/ 782311 h 846172"/>
                <a:gd name="connsiteX13" fmla="*/ 899732 w 1337754"/>
                <a:gd name="connsiteY13" fmla="*/ 709540 h 846172"/>
                <a:gd name="connsiteX14" fmla="*/ 1209993 w 1337754"/>
                <a:gd name="connsiteY14" fmla="*/ 561712 h 846172"/>
                <a:gd name="connsiteX15" fmla="*/ 1301179 w 1337754"/>
                <a:gd name="connsiteY15" fmla="*/ 501831 h 846172"/>
                <a:gd name="connsiteX16" fmla="*/ 1337755 w 1337754"/>
                <a:gd name="connsiteY16" fmla="*/ 450905 h 84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7754" h="846172">
                  <a:moveTo>
                    <a:pt x="1337755" y="450905"/>
                  </a:moveTo>
                  <a:cubicBezTo>
                    <a:pt x="1317117" y="377943"/>
                    <a:pt x="1269937" y="304219"/>
                    <a:pt x="1226821" y="245228"/>
                  </a:cubicBezTo>
                  <a:cubicBezTo>
                    <a:pt x="1165987" y="161852"/>
                    <a:pt x="1099821" y="86478"/>
                    <a:pt x="1021588" y="24819"/>
                  </a:cubicBezTo>
                  <a:cubicBezTo>
                    <a:pt x="996188" y="4754"/>
                    <a:pt x="985266" y="-5280"/>
                    <a:pt x="956184" y="2213"/>
                  </a:cubicBezTo>
                  <a:cubicBezTo>
                    <a:pt x="897636" y="17987"/>
                    <a:pt x="840613" y="38739"/>
                    <a:pt x="785622" y="64253"/>
                  </a:cubicBezTo>
                  <a:cubicBezTo>
                    <a:pt x="616395" y="140834"/>
                    <a:pt x="443103" y="203381"/>
                    <a:pt x="283972" y="308728"/>
                  </a:cubicBezTo>
                  <a:cubicBezTo>
                    <a:pt x="211010" y="357528"/>
                    <a:pt x="141351" y="411090"/>
                    <a:pt x="75438" y="469066"/>
                  </a:cubicBezTo>
                  <a:cubicBezTo>
                    <a:pt x="45466" y="495164"/>
                    <a:pt x="25908" y="527867"/>
                    <a:pt x="0" y="558728"/>
                  </a:cubicBezTo>
                  <a:cubicBezTo>
                    <a:pt x="111506" y="557902"/>
                    <a:pt x="248539" y="600511"/>
                    <a:pt x="339027" y="681600"/>
                  </a:cubicBezTo>
                  <a:cubicBezTo>
                    <a:pt x="376238" y="714937"/>
                    <a:pt x="412242" y="749545"/>
                    <a:pt x="449517" y="782819"/>
                  </a:cubicBezTo>
                  <a:cubicBezTo>
                    <a:pt x="466598" y="798059"/>
                    <a:pt x="491236" y="839270"/>
                    <a:pt x="510477" y="845176"/>
                  </a:cubicBezTo>
                  <a:cubicBezTo>
                    <a:pt x="525844" y="849938"/>
                    <a:pt x="552514" y="830000"/>
                    <a:pt x="565531" y="824666"/>
                  </a:cubicBezTo>
                  <a:cubicBezTo>
                    <a:pt x="610934" y="806187"/>
                    <a:pt x="658241" y="795837"/>
                    <a:pt x="704914" y="782311"/>
                  </a:cubicBezTo>
                  <a:cubicBezTo>
                    <a:pt x="771652" y="763261"/>
                    <a:pt x="835343" y="735956"/>
                    <a:pt x="899732" y="709540"/>
                  </a:cubicBezTo>
                  <a:cubicBezTo>
                    <a:pt x="1006284" y="665788"/>
                    <a:pt x="1107504" y="616068"/>
                    <a:pt x="1209993" y="561712"/>
                  </a:cubicBezTo>
                  <a:cubicBezTo>
                    <a:pt x="1241616" y="543723"/>
                    <a:pt x="1272096" y="523720"/>
                    <a:pt x="1301179" y="501831"/>
                  </a:cubicBezTo>
                  <a:cubicBezTo>
                    <a:pt x="1312926" y="493323"/>
                    <a:pt x="1335659" y="484306"/>
                    <a:pt x="1337755" y="450905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/>
          </p:nvSpPr>
          <p:spPr>
            <a:xfrm>
              <a:off x="6856218" y="10776426"/>
              <a:ext cx="1366332" cy="818058"/>
            </a:xfrm>
            <a:custGeom>
              <a:avLst/>
              <a:gdLst>
                <a:gd name="connsiteX0" fmla="*/ 1203392 w 1366332"/>
                <a:gd name="connsiteY0" fmla="*/ 176039 h 818058"/>
                <a:gd name="connsiteX1" fmla="*/ 1359030 w 1366332"/>
                <a:gd name="connsiteY1" fmla="*/ 363301 h 818058"/>
                <a:gd name="connsiteX2" fmla="*/ 1366333 w 1366332"/>
                <a:gd name="connsiteY2" fmla="*/ 391050 h 818058"/>
                <a:gd name="connsiteX3" fmla="*/ 704536 w 1366332"/>
                <a:gd name="connsiteY3" fmla="*/ 714900 h 818058"/>
                <a:gd name="connsiteX4" fmla="*/ 540325 w 1366332"/>
                <a:gd name="connsiteY4" fmla="*/ 785131 h 818058"/>
                <a:gd name="connsiteX5" fmla="*/ 441900 w 1366332"/>
                <a:gd name="connsiteY5" fmla="*/ 802657 h 818058"/>
                <a:gd name="connsiteX6" fmla="*/ 403800 w 1366332"/>
                <a:gd name="connsiteY6" fmla="*/ 749127 h 818058"/>
                <a:gd name="connsiteX7" fmla="*/ 365700 w 1366332"/>
                <a:gd name="connsiteY7" fmla="*/ 700422 h 818058"/>
                <a:gd name="connsiteX8" fmla="*/ 131638 w 1366332"/>
                <a:gd name="connsiteY8" fmla="*/ 591710 h 818058"/>
                <a:gd name="connsiteX9" fmla="*/ 129925 w 1366332"/>
                <a:gd name="connsiteY9" fmla="*/ 591329 h 818058"/>
                <a:gd name="connsiteX10" fmla="*/ 7433 w 1366332"/>
                <a:gd name="connsiteY10" fmla="*/ 583392 h 818058"/>
                <a:gd name="connsiteX11" fmla="*/ 130 w 1366332"/>
                <a:gd name="connsiteY11" fmla="*/ 555642 h 818058"/>
                <a:gd name="connsiteX12" fmla="*/ 712918 w 1366332"/>
                <a:gd name="connsiteY12" fmla="*/ 62057 h 818058"/>
                <a:gd name="connsiteX13" fmla="*/ 962600 w 1366332"/>
                <a:gd name="connsiteY13" fmla="*/ 6177 h 818058"/>
                <a:gd name="connsiteX14" fmla="*/ 1203392 w 1366332"/>
                <a:gd name="connsiteY14" fmla="*/ 176039 h 81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66332" h="818058">
                  <a:moveTo>
                    <a:pt x="1203392" y="176039"/>
                  </a:moveTo>
                  <a:cubicBezTo>
                    <a:pt x="1253303" y="228617"/>
                    <a:pt x="1331599" y="292752"/>
                    <a:pt x="1359030" y="363301"/>
                  </a:cubicBezTo>
                  <a:lnTo>
                    <a:pt x="1366333" y="391050"/>
                  </a:lnTo>
                  <a:cubicBezTo>
                    <a:pt x="1221425" y="465663"/>
                    <a:pt x="847093" y="633430"/>
                    <a:pt x="704536" y="714900"/>
                  </a:cubicBezTo>
                  <a:cubicBezTo>
                    <a:pt x="651640" y="745253"/>
                    <a:pt x="593919" y="757572"/>
                    <a:pt x="540325" y="785131"/>
                  </a:cubicBezTo>
                  <a:cubicBezTo>
                    <a:pt x="505717" y="802911"/>
                    <a:pt x="479619" y="837900"/>
                    <a:pt x="441900" y="802657"/>
                  </a:cubicBezTo>
                  <a:cubicBezTo>
                    <a:pt x="426406" y="788116"/>
                    <a:pt x="415675" y="767859"/>
                    <a:pt x="403800" y="749127"/>
                  </a:cubicBezTo>
                  <a:cubicBezTo>
                    <a:pt x="392624" y="731760"/>
                    <a:pt x="379860" y="715459"/>
                    <a:pt x="365700" y="700422"/>
                  </a:cubicBezTo>
                  <a:cubicBezTo>
                    <a:pt x="308867" y="639399"/>
                    <a:pt x="218507" y="606061"/>
                    <a:pt x="131638" y="591710"/>
                  </a:cubicBezTo>
                  <a:cubicBezTo>
                    <a:pt x="131067" y="591475"/>
                    <a:pt x="130496" y="591342"/>
                    <a:pt x="129925" y="591329"/>
                  </a:cubicBezTo>
                  <a:cubicBezTo>
                    <a:pt x="89919" y="581334"/>
                    <a:pt x="48390" y="578648"/>
                    <a:pt x="7433" y="583392"/>
                  </a:cubicBezTo>
                  <a:cubicBezTo>
                    <a:pt x="-1584" y="583392"/>
                    <a:pt x="130" y="555642"/>
                    <a:pt x="130" y="555642"/>
                  </a:cubicBezTo>
                  <a:cubicBezTo>
                    <a:pt x="209680" y="363999"/>
                    <a:pt x="446027" y="146067"/>
                    <a:pt x="712918" y="62057"/>
                  </a:cubicBezTo>
                  <a:cubicBezTo>
                    <a:pt x="783975" y="39641"/>
                    <a:pt x="891987" y="-19795"/>
                    <a:pt x="962600" y="6177"/>
                  </a:cubicBezTo>
                  <a:cubicBezTo>
                    <a:pt x="962726" y="6304"/>
                    <a:pt x="1141606" y="110634"/>
                    <a:pt x="1203392" y="176039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/>
          </p:nvSpPr>
          <p:spPr>
            <a:xfrm>
              <a:off x="6864222" y="10804325"/>
              <a:ext cx="1358328" cy="825792"/>
            </a:xfrm>
            <a:custGeom>
              <a:avLst/>
              <a:gdLst>
                <a:gd name="connsiteX0" fmla="*/ 1202817 w 1358328"/>
                <a:gd name="connsiteY0" fmla="*/ 175763 h 825792"/>
                <a:gd name="connsiteX1" fmla="*/ 1358329 w 1358328"/>
                <a:gd name="connsiteY1" fmla="*/ 363151 h 825792"/>
                <a:gd name="connsiteX2" fmla="*/ 1140778 w 1358328"/>
                <a:gd name="connsiteY2" fmla="*/ 516631 h 825792"/>
                <a:gd name="connsiteX3" fmla="*/ 711962 w 1358328"/>
                <a:gd name="connsiteY3" fmla="*/ 734118 h 825792"/>
                <a:gd name="connsiteX4" fmla="*/ 546862 w 1358328"/>
                <a:gd name="connsiteY4" fmla="*/ 808477 h 825792"/>
                <a:gd name="connsiteX5" fmla="*/ 441706 w 1358328"/>
                <a:gd name="connsiteY5" fmla="*/ 802698 h 825792"/>
                <a:gd name="connsiteX6" fmla="*/ 403606 w 1358328"/>
                <a:gd name="connsiteY6" fmla="*/ 749104 h 825792"/>
                <a:gd name="connsiteX7" fmla="*/ 365506 w 1358328"/>
                <a:gd name="connsiteY7" fmla="*/ 700400 h 825792"/>
                <a:gd name="connsiteX8" fmla="*/ 124206 w 1358328"/>
                <a:gd name="connsiteY8" fmla="*/ 563938 h 825792"/>
                <a:gd name="connsiteX9" fmla="*/ 122492 w 1358328"/>
                <a:gd name="connsiteY9" fmla="*/ 563557 h 825792"/>
                <a:gd name="connsiteX10" fmla="*/ 0 w 1358328"/>
                <a:gd name="connsiteY10" fmla="*/ 555620 h 825792"/>
                <a:gd name="connsiteX11" fmla="*/ 712851 w 1358328"/>
                <a:gd name="connsiteY11" fmla="*/ 62034 h 825792"/>
                <a:gd name="connsiteX12" fmla="*/ 962534 w 1358328"/>
                <a:gd name="connsiteY12" fmla="*/ 6154 h 825792"/>
                <a:gd name="connsiteX13" fmla="*/ 1202817 w 1358328"/>
                <a:gd name="connsiteY13" fmla="*/ 175763 h 8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8328" h="825792">
                  <a:moveTo>
                    <a:pt x="1202817" y="175763"/>
                  </a:moveTo>
                  <a:cubicBezTo>
                    <a:pt x="1252601" y="228468"/>
                    <a:pt x="1330960" y="292476"/>
                    <a:pt x="1358329" y="363151"/>
                  </a:cubicBezTo>
                  <a:cubicBezTo>
                    <a:pt x="1294130" y="419476"/>
                    <a:pt x="1214755" y="478594"/>
                    <a:pt x="1140778" y="516631"/>
                  </a:cubicBezTo>
                  <a:cubicBezTo>
                    <a:pt x="995807" y="591116"/>
                    <a:pt x="854520" y="652521"/>
                    <a:pt x="711962" y="734118"/>
                  </a:cubicBezTo>
                  <a:cubicBezTo>
                    <a:pt x="659067" y="764408"/>
                    <a:pt x="600139" y="780918"/>
                    <a:pt x="546862" y="808477"/>
                  </a:cubicBezTo>
                  <a:cubicBezTo>
                    <a:pt x="512255" y="826447"/>
                    <a:pt x="479361" y="837750"/>
                    <a:pt x="441706" y="802698"/>
                  </a:cubicBezTo>
                  <a:cubicBezTo>
                    <a:pt x="426021" y="788093"/>
                    <a:pt x="415354" y="767837"/>
                    <a:pt x="403606" y="749104"/>
                  </a:cubicBezTo>
                  <a:cubicBezTo>
                    <a:pt x="392494" y="731699"/>
                    <a:pt x="379730" y="715392"/>
                    <a:pt x="365506" y="700400"/>
                  </a:cubicBezTo>
                  <a:cubicBezTo>
                    <a:pt x="303530" y="634042"/>
                    <a:pt x="212154" y="584639"/>
                    <a:pt x="124206" y="563938"/>
                  </a:cubicBezTo>
                  <a:cubicBezTo>
                    <a:pt x="123634" y="563703"/>
                    <a:pt x="123063" y="563570"/>
                    <a:pt x="122492" y="563557"/>
                  </a:cubicBezTo>
                  <a:cubicBezTo>
                    <a:pt x="82486" y="553562"/>
                    <a:pt x="40958" y="550876"/>
                    <a:pt x="0" y="555620"/>
                  </a:cubicBezTo>
                  <a:cubicBezTo>
                    <a:pt x="209550" y="363977"/>
                    <a:pt x="445960" y="146045"/>
                    <a:pt x="712851" y="62034"/>
                  </a:cubicBezTo>
                  <a:cubicBezTo>
                    <a:pt x="783908" y="39619"/>
                    <a:pt x="892048" y="-19754"/>
                    <a:pt x="962534" y="6154"/>
                  </a:cubicBezTo>
                  <a:cubicBezTo>
                    <a:pt x="962089" y="6154"/>
                    <a:pt x="1140905" y="110485"/>
                    <a:pt x="1202817" y="175763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/>
          </p:nvSpPr>
          <p:spPr>
            <a:xfrm>
              <a:off x="6909752" y="10824962"/>
              <a:ext cx="1288193" cy="786475"/>
            </a:xfrm>
            <a:custGeom>
              <a:avLst/>
              <a:gdLst>
                <a:gd name="connsiteX0" fmla="*/ 1285177 w 1288193"/>
                <a:gd name="connsiteY0" fmla="*/ 347404 h 786475"/>
                <a:gd name="connsiteX1" fmla="*/ 1281113 w 1288193"/>
                <a:gd name="connsiteY1" fmla="*/ 352420 h 786475"/>
                <a:gd name="connsiteX2" fmla="*/ 1072769 w 1288193"/>
                <a:gd name="connsiteY2" fmla="*/ 493200 h 786475"/>
                <a:gd name="connsiteX3" fmla="*/ 922972 w 1288193"/>
                <a:gd name="connsiteY3" fmla="*/ 567368 h 786475"/>
                <a:gd name="connsiteX4" fmla="*/ 666115 w 1288193"/>
                <a:gd name="connsiteY4" fmla="*/ 699448 h 786475"/>
                <a:gd name="connsiteX5" fmla="*/ 579565 w 1288193"/>
                <a:gd name="connsiteY5" fmla="*/ 739071 h 786475"/>
                <a:gd name="connsiteX6" fmla="*/ 509206 w 1288193"/>
                <a:gd name="connsiteY6" fmla="*/ 769996 h 786475"/>
                <a:gd name="connsiteX7" fmla="*/ 407988 w 1288193"/>
                <a:gd name="connsiteY7" fmla="*/ 764281 h 786475"/>
                <a:gd name="connsiteX8" fmla="*/ 378016 w 1288193"/>
                <a:gd name="connsiteY8" fmla="*/ 723705 h 786475"/>
                <a:gd name="connsiteX9" fmla="*/ 371666 w 1288193"/>
                <a:gd name="connsiteY9" fmla="*/ 713100 h 786475"/>
                <a:gd name="connsiteX10" fmla="*/ 335852 w 1288193"/>
                <a:gd name="connsiteY10" fmla="*/ 667189 h 786475"/>
                <a:gd name="connsiteX11" fmla="*/ 29464 w 1288193"/>
                <a:gd name="connsiteY11" fmla="*/ 513964 h 786475"/>
                <a:gd name="connsiteX12" fmla="*/ 1333 w 1288193"/>
                <a:gd name="connsiteY12" fmla="*/ 517583 h 786475"/>
                <a:gd name="connsiteX13" fmla="*/ 0 w 1288193"/>
                <a:gd name="connsiteY13" fmla="*/ 514599 h 786475"/>
                <a:gd name="connsiteX14" fmla="*/ 665797 w 1288193"/>
                <a:gd name="connsiteY14" fmla="*/ 58923 h 786475"/>
                <a:gd name="connsiteX15" fmla="*/ 687705 w 1288193"/>
                <a:gd name="connsiteY15" fmla="*/ 52001 h 786475"/>
                <a:gd name="connsiteX16" fmla="*/ 911479 w 1288193"/>
                <a:gd name="connsiteY16" fmla="*/ 1201 h 786475"/>
                <a:gd name="connsiteX17" fmla="*/ 1284541 w 1288193"/>
                <a:gd name="connsiteY17" fmla="*/ 325051 h 786475"/>
                <a:gd name="connsiteX18" fmla="*/ 1284541 w 1288193"/>
                <a:gd name="connsiteY18" fmla="*/ 325051 h 786475"/>
                <a:gd name="connsiteX19" fmla="*/ 1288034 w 1288193"/>
                <a:gd name="connsiteY19" fmla="*/ 339847 h 786475"/>
                <a:gd name="connsiteX20" fmla="*/ 1285177 w 1288193"/>
                <a:gd name="connsiteY20" fmla="*/ 347404 h 786475"/>
                <a:gd name="connsiteX21" fmla="*/ 6603 w 1288193"/>
                <a:gd name="connsiteY21" fmla="*/ 512504 h 786475"/>
                <a:gd name="connsiteX22" fmla="*/ 29401 w 1288193"/>
                <a:gd name="connsiteY22" fmla="*/ 510408 h 786475"/>
                <a:gd name="connsiteX23" fmla="*/ 337566 w 1288193"/>
                <a:gd name="connsiteY23" fmla="*/ 664523 h 786475"/>
                <a:gd name="connsiteX24" fmla="*/ 373824 w 1288193"/>
                <a:gd name="connsiteY24" fmla="*/ 710941 h 786475"/>
                <a:gd name="connsiteX25" fmla="*/ 380174 w 1288193"/>
                <a:gd name="connsiteY25" fmla="*/ 721545 h 786475"/>
                <a:gd name="connsiteX26" fmla="*/ 409575 w 1288193"/>
                <a:gd name="connsiteY26" fmla="*/ 761424 h 786475"/>
                <a:gd name="connsiteX27" fmla="*/ 507809 w 1288193"/>
                <a:gd name="connsiteY27" fmla="*/ 766694 h 786475"/>
                <a:gd name="connsiteX28" fmla="*/ 578358 w 1288193"/>
                <a:gd name="connsiteY28" fmla="*/ 735643 h 786475"/>
                <a:gd name="connsiteX29" fmla="*/ 664654 w 1288193"/>
                <a:gd name="connsiteY29" fmla="*/ 696145 h 786475"/>
                <a:gd name="connsiteX30" fmla="*/ 921639 w 1288193"/>
                <a:gd name="connsiteY30" fmla="*/ 564002 h 786475"/>
                <a:gd name="connsiteX31" fmla="*/ 1071372 w 1288193"/>
                <a:gd name="connsiteY31" fmla="*/ 489898 h 786475"/>
                <a:gd name="connsiteX32" fmla="*/ 1279144 w 1288193"/>
                <a:gd name="connsiteY32" fmla="*/ 349436 h 786475"/>
                <a:gd name="connsiteX33" fmla="*/ 1284668 w 1288193"/>
                <a:gd name="connsiteY33" fmla="*/ 338640 h 786475"/>
                <a:gd name="connsiteX34" fmla="*/ 1281747 w 1288193"/>
                <a:gd name="connsiteY34" fmla="*/ 326385 h 786475"/>
                <a:gd name="connsiteX35" fmla="*/ 1282891 w 1288193"/>
                <a:gd name="connsiteY35" fmla="*/ 325369 h 786475"/>
                <a:gd name="connsiteX36" fmla="*/ 1281747 w 1288193"/>
                <a:gd name="connsiteY36" fmla="*/ 326385 h 786475"/>
                <a:gd name="connsiteX37" fmla="*/ 910209 w 1288193"/>
                <a:gd name="connsiteY37" fmla="*/ 3932 h 786475"/>
                <a:gd name="connsiteX38" fmla="*/ 687959 w 1288193"/>
                <a:gd name="connsiteY38" fmla="*/ 54732 h 786475"/>
                <a:gd name="connsiteX39" fmla="*/ 666115 w 1288193"/>
                <a:gd name="connsiteY39" fmla="*/ 61653 h 786475"/>
                <a:gd name="connsiteX40" fmla="*/ 6603 w 1288193"/>
                <a:gd name="connsiteY40" fmla="*/ 512757 h 78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88193" h="786475">
                  <a:moveTo>
                    <a:pt x="1285177" y="347404"/>
                  </a:moveTo>
                  <a:cubicBezTo>
                    <a:pt x="1284160" y="349302"/>
                    <a:pt x="1282764" y="351004"/>
                    <a:pt x="1281113" y="352420"/>
                  </a:cubicBezTo>
                  <a:cubicBezTo>
                    <a:pt x="1216660" y="406363"/>
                    <a:pt x="1146873" y="453537"/>
                    <a:pt x="1072769" y="493200"/>
                  </a:cubicBezTo>
                  <a:cubicBezTo>
                    <a:pt x="1022477" y="519107"/>
                    <a:pt x="971867" y="543619"/>
                    <a:pt x="922972" y="567368"/>
                  </a:cubicBezTo>
                  <a:cubicBezTo>
                    <a:pt x="838835" y="608198"/>
                    <a:pt x="751522" y="650362"/>
                    <a:pt x="666115" y="699448"/>
                  </a:cubicBezTo>
                  <a:cubicBezTo>
                    <a:pt x="638175" y="714611"/>
                    <a:pt x="609282" y="727851"/>
                    <a:pt x="579565" y="739071"/>
                  </a:cubicBezTo>
                  <a:cubicBezTo>
                    <a:pt x="556133" y="748533"/>
                    <a:pt x="531940" y="758121"/>
                    <a:pt x="509206" y="769996"/>
                  </a:cubicBezTo>
                  <a:cubicBezTo>
                    <a:pt x="478345" y="786062"/>
                    <a:pt x="445135" y="798825"/>
                    <a:pt x="407988" y="764281"/>
                  </a:cubicBezTo>
                  <a:cubicBezTo>
                    <a:pt x="396240" y="752152"/>
                    <a:pt x="386143" y="738506"/>
                    <a:pt x="378016" y="723705"/>
                  </a:cubicBezTo>
                  <a:cubicBezTo>
                    <a:pt x="375856" y="720149"/>
                    <a:pt x="373697" y="716593"/>
                    <a:pt x="371666" y="713100"/>
                  </a:cubicBezTo>
                  <a:cubicBezTo>
                    <a:pt x="361188" y="696704"/>
                    <a:pt x="349186" y="681331"/>
                    <a:pt x="335852" y="667189"/>
                  </a:cubicBezTo>
                  <a:cubicBezTo>
                    <a:pt x="277940" y="605277"/>
                    <a:pt x="85725" y="517964"/>
                    <a:pt x="29464" y="513964"/>
                  </a:cubicBezTo>
                  <a:cubicBezTo>
                    <a:pt x="19939" y="513761"/>
                    <a:pt x="10478" y="514980"/>
                    <a:pt x="1333" y="517583"/>
                  </a:cubicBezTo>
                  <a:lnTo>
                    <a:pt x="0" y="514599"/>
                  </a:lnTo>
                  <a:cubicBezTo>
                    <a:pt x="217488" y="316415"/>
                    <a:pt x="432117" y="132393"/>
                    <a:pt x="665797" y="58923"/>
                  </a:cubicBezTo>
                  <a:lnTo>
                    <a:pt x="687705" y="52001"/>
                  </a:lnTo>
                  <a:cubicBezTo>
                    <a:pt x="762444" y="28126"/>
                    <a:pt x="875347" y="-8006"/>
                    <a:pt x="911479" y="1201"/>
                  </a:cubicBezTo>
                  <a:cubicBezTo>
                    <a:pt x="913955" y="2281"/>
                    <a:pt x="1136396" y="105151"/>
                    <a:pt x="1284541" y="325051"/>
                  </a:cubicBezTo>
                  <a:lnTo>
                    <a:pt x="1284541" y="325051"/>
                  </a:lnTo>
                  <a:cubicBezTo>
                    <a:pt x="1287399" y="329414"/>
                    <a:pt x="1288669" y="334659"/>
                    <a:pt x="1288034" y="339847"/>
                  </a:cubicBezTo>
                  <a:cubicBezTo>
                    <a:pt x="1287590" y="342527"/>
                    <a:pt x="1286637" y="345092"/>
                    <a:pt x="1285177" y="347404"/>
                  </a:cubicBezTo>
                  <a:close/>
                  <a:moveTo>
                    <a:pt x="6603" y="512504"/>
                  </a:moveTo>
                  <a:cubicBezTo>
                    <a:pt x="14097" y="510814"/>
                    <a:pt x="21717" y="510116"/>
                    <a:pt x="29401" y="510408"/>
                  </a:cubicBezTo>
                  <a:cubicBezTo>
                    <a:pt x="87503" y="514472"/>
                    <a:pt x="278003" y="600769"/>
                    <a:pt x="337566" y="664523"/>
                  </a:cubicBezTo>
                  <a:cubicBezTo>
                    <a:pt x="351091" y="678810"/>
                    <a:pt x="363220" y="694355"/>
                    <a:pt x="373824" y="710941"/>
                  </a:cubicBezTo>
                  <a:cubicBezTo>
                    <a:pt x="376047" y="714433"/>
                    <a:pt x="378206" y="717989"/>
                    <a:pt x="380174" y="721545"/>
                  </a:cubicBezTo>
                  <a:cubicBezTo>
                    <a:pt x="388176" y="736081"/>
                    <a:pt x="398081" y="749486"/>
                    <a:pt x="409575" y="761424"/>
                  </a:cubicBezTo>
                  <a:cubicBezTo>
                    <a:pt x="445453" y="794825"/>
                    <a:pt x="476503" y="782950"/>
                    <a:pt x="507809" y="766694"/>
                  </a:cubicBezTo>
                  <a:cubicBezTo>
                    <a:pt x="530669" y="754946"/>
                    <a:pt x="554927" y="745104"/>
                    <a:pt x="578358" y="735643"/>
                  </a:cubicBezTo>
                  <a:cubicBezTo>
                    <a:pt x="608013" y="724467"/>
                    <a:pt x="636841" y="711271"/>
                    <a:pt x="664654" y="696145"/>
                  </a:cubicBezTo>
                  <a:cubicBezTo>
                    <a:pt x="750379" y="647060"/>
                    <a:pt x="837438" y="604832"/>
                    <a:pt x="921639" y="564002"/>
                  </a:cubicBezTo>
                  <a:cubicBezTo>
                    <a:pt x="970534" y="540253"/>
                    <a:pt x="1021080" y="515742"/>
                    <a:pt x="1071372" y="489898"/>
                  </a:cubicBezTo>
                  <a:cubicBezTo>
                    <a:pt x="1145286" y="450318"/>
                    <a:pt x="1214882" y="403252"/>
                    <a:pt x="1279144" y="349436"/>
                  </a:cubicBezTo>
                  <a:cubicBezTo>
                    <a:pt x="1282319" y="346667"/>
                    <a:pt x="1284288" y="342806"/>
                    <a:pt x="1284668" y="338640"/>
                  </a:cubicBezTo>
                  <a:cubicBezTo>
                    <a:pt x="1285177" y="334342"/>
                    <a:pt x="1284097" y="330005"/>
                    <a:pt x="1281747" y="326385"/>
                  </a:cubicBezTo>
                  <a:lnTo>
                    <a:pt x="1282891" y="325369"/>
                  </a:lnTo>
                  <a:lnTo>
                    <a:pt x="1281747" y="326385"/>
                  </a:lnTo>
                  <a:cubicBezTo>
                    <a:pt x="1134110" y="107501"/>
                    <a:pt x="912431" y="4948"/>
                    <a:pt x="910209" y="3932"/>
                  </a:cubicBezTo>
                  <a:cubicBezTo>
                    <a:pt x="874966" y="-4768"/>
                    <a:pt x="757809" y="32634"/>
                    <a:pt x="687959" y="54732"/>
                  </a:cubicBezTo>
                  <a:lnTo>
                    <a:pt x="666115" y="61653"/>
                  </a:lnTo>
                  <a:cubicBezTo>
                    <a:pt x="435228" y="135123"/>
                    <a:pt x="222250" y="316479"/>
                    <a:pt x="6603" y="512757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/>
          </p:nvSpPr>
          <p:spPr>
            <a:xfrm>
              <a:off x="6961949" y="10840872"/>
              <a:ext cx="1207560" cy="759411"/>
            </a:xfrm>
            <a:custGeom>
              <a:avLst/>
              <a:gdLst>
                <a:gd name="connsiteX0" fmla="*/ 1205420 w 1207560"/>
                <a:gd name="connsiteY0" fmla="*/ 325525 h 759411"/>
                <a:gd name="connsiteX1" fmla="*/ 1201420 w 1207560"/>
                <a:gd name="connsiteY1" fmla="*/ 330415 h 759411"/>
                <a:gd name="connsiteX2" fmla="*/ 1001268 w 1207560"/>
                <a:gd name="connsiteY2" fmla="*/ 468845 h 759411"/>
                <a:gd name="connsiteX3" fmla="*/ 857504 w 1207560"/>
                <a:gd name="connsiteY3" fmla="*/ 542251 h 759411"/>
                <a:gd name="connsiteX4" fmla="*/ 611124 w 1207560"/>
                <a:gd name="connsiteY4" fmla="*/ 672807 h 759411"/>
                <a:gd name="connsiteX5" fmla="*/ 528130 w 1207560"/>
                <a:gd name="connsiteY5" fmla="*/ 712113 h 759411"/>
                <a:gd name="connsiteX6" fmla="*/ 460629 w 1207560"/>
                <a:gd name="connsiteY6" fmla="*/ 742847 h 759411"/>
                <a:gd name="connsiteX7" fmla="*/ 363982 w 1207560"/>
                <a:gd name="connsiteY7" fmla="*/ 738592 h 759411"/>
                <a:gd name="connsiteX8" fmla="*/ 335788 w 1207560"/>
                <a:gd name="connsiteY8" fmla="*/ 699794 h 759411"/>
                <a:gd name="connsiteX9" fmla="*/ 329438 w 1207560"/>
                <a:gd name="connsiteY9" fmla="*/ 689634 h 759411"/>
                <a:gd name="connsiteX10" fmla="*/ 295656 w 1207560"/>
                <a:gd name="connsiteY10" fmla="*/ 645883 h 759411"/>
                <a:gd name="connsiteX11" fmla="*/ 16256 w 1207560"/>
                <a:gd name="connsiteY11" fmla="*/ 488466 h 759411"/>
                <a:gd name="connsiteX12" fmla="*/ 1397 w 1207560"/>
                <a:gd name="connsiteY12" fmla="*/ 490180 h 759411"/>
                <a:gd name="connsiteX13" fmla="*/ 0 w 1207560"/>
                <a:gd name="connsiteY13" fmla="*/ 487260 h 759411"/>
                <a:gd name="connsiteX14" fmla="*/ 627888 w 1207560"/>
                <a:gd name="connsiteY14" fmla="*/ 59841 h 759411"/>
                <a:gd name="connsiteX15" fmla="*/ 648653 w 1207560"/>
                <a:gd name="connsiteY15" fmla="*/ 52920 h 759411"/>
                <a:gd name="connsiteX16" fmla="*/ 862965 w 1207560"/>
                <a:gd name="connsiteY16" fmla="*/ 913 h 759411"/>
                <a:gd name="connsiteX17" fmla="*/ 1204151 w 1207560"/>
                <a:gd name="connsiteY17" fmla="*/ 303554 h 759411"/>
                <a:gd name="connsiteX18" fmla="*/ 1204151 w 1207560"/>
                <a:gd name="connsiteY18" fmla="*/ 303554 h 759411"/>
                <a:gd name="connsiteX19" fmla="*/ 1207389 w 1207560"/>
                <a:gd name="connsiteY19" fmla="*/ 317588 h 759411"/>
                <a:gd name="connsiteX20" fmla="*/ 1205420 w 1207560"/>
                <a:gd name="connsiteY20" fmla="*/ 325525 h 759411"/>
                <a:gd name="connsiteX21" fmla="*/ 7112 w 1207560"/>
                <a:gd name="connsiteY21" fmla="*/ 485418 h 759411"/>
                <a:gd name="connsiteX22" fmla="*/ 16955 w 1207560"/>
                <a:gd name="connsiteY22" fmla="*/ 485418 h 759411"/>
                <a:gd name="connsiteX23" fmla="*/ 297752 w 1207560"/>
                <a:gd name="connsiteY23" fmla="*/ 643660 h 759411"/>
                <a:gd name="connsiteX24" fmla="*/ 331915 w 1207560"/>
                <a:gd name="connsiteY24" fmla="*/ 688110 h 759411"/>
                <a:gd name="connsiteX25" fmla="*/ 338265 w 1207560"/>
                <a:gd name="connsiteY25" fmla="*/ 698334 h 759411"/>
                <a:gd name="connsiteX26" fmla="*/ 365887 w 1207560"/>
                <a:gd name="connsiteY26" fmla="*/ 736434 h 759411"/>
                <a:gd name="connsiteX27" fmla="*/ 459549 w 1207560"/>
                <a:gd name="connsiteY27" fmla="*/ 740244 h 759411"/>
                <a:gd name="connsiteX28" fmla="*/ 527177 w 1207560"/>
                <a:gd name="connsiteY28" fmla="*/ 709446 h 759411"/>
                <a:gd name="connsiteX29" fmla="*/ 609727 w 1207560"/>
                <a:gd name="connsiteY29" fmla="*/ 670267 h 759411"/>
                <a:gd name="connsiteX30" fmla="*/ 856297 w 1207560"/>
                <a:gd name="connsiteY30" fmla="*/ 539584 h 759411"/>
                <a:gd name="connsiteX31" fmla="*/ 999998 w 1207560"/>
                <a:gd name="connsiteY31" fmla="*/ 466241 h 759411"/>
                <a:gd name="connsiteX32" fmla="*/ 1199642 w 1207560"/>
                <a:gd name="connsiteY32" fmla="*/ 328192 h 759411"/>
                <a:gd name="connsiteX33" fmla="*/ 1204976 w 1207560"/>
                <a:gd name="connsiteY33" fmla="*/ 317524 h 759411"/>
                <a:gd name="connsiteX34" fmla="*/ 1202309 w 1207560"/>
                <a:gd name="connsiteY34" fmla="*/ 305967 h 759411"/>
                <a:gd name="connsiteX35" fmla="*/ 1202309 w 1207560"/>
                <a:gd name="connsiteY35" fmla="*/ 305967 h 759411"/>
                <a:gd name="connsiteX36" fmla="*/ 862647 w 1207560"/>
                <a:gd name="connsiteY36" fmla="*/ 4533 h 759411"/>
                <a:gd name="connsiteX37" fmla="*/ 649922 w 1207560"/>
                <a:gd name="connsiteY37" fmla="*/ 56603 h 759411"/>
                <a:gd name="connsiteX38" fmla="*/ 629158 w 1207560"/>
                <a:gd name="connsiteY38" fmla="*/ 63524 h 759411"/>
                <a:gd name="connsiteX39" fmla="*/ 7112 w 1207560"/>
                <a:gd name="connsiteY39" fmla="*/ 485418 h 75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207560" h="759411">
                  <a:moveTo>
                    <a:pt x="1205420" y="325525"/>
                  </a:moveTo>
                  <a:cubicBezTo>
                    <a:pt x="1204405" y="327379"/>
                    <a:pt x="1203007" y="329037"/>
                    <a:pt x="1201420" y="330415"/>
                  </a:cubicBezTo>
                  <a:cubicBezTo>
                    <a:pt x="1139571" y="383189"/>
                    <a:pt x="1072515" y="429570"/>
                    <a:pt x="1001268" y="468845"/>
                  </a:cubicBezTo>
                  <a:cubicBezTo>
                    <a:pt x="952944" y="494245"/>
                    <a:pt x="904431" y="518692"/>
                    <a:pt x="857504" y="542251"/>
                  </a:cubicBezTo>
                  <a:cubicBezTo>
                    <a:pt x="776795" y="582636"/>
                    <a:pt x="693357" y="624420"/>
                    <a:pt x="611124" y="672807"/>
                  </a:cubicBezTo>
                  <a:cubicBezTo>
                    <a:pt x="584391" y="687761"/>
                    <a:pt x="556641" y="700893"/>
                    <a:pt x="528130" y="712113"/>
                  </a:cubicBezTo>
                  <a:cubicBezTo>
                    <a:pt x="505651" y="721511"/>
                    <a:pt x="482473" y="731163"/>
                    <a:pt x="460629" y="742847"/>
                  </a:cubicBezTo>
                  <a:cubicBezTo>
                    <a:pt x="431038" y="758722"/>
                    <a:pt x="399161" y="771485"/>
                    <a:pt x="363982" y="738592"/>
                  </a:cubicBezTo>
                  <a:cubicBezTo>
                    <a:pt x="352869" y="727004"/>
                    <a:pt x="343344" y="713954"/>
                    <a:pt x="335788" y="699794"/>
                  </a:cubicBezTo>
                  <a:cubicBezTo>
                    <a:pt x="333693" y="696429"/>
                    <a:pt x="331660" y="693000"/>
                    <a:pt x="329438" y="689634"/>
                  </a:cubicBezTo>
                  <a:cubicBezTo>
                    <a:pt x="319595" y="673994"/>
                    <a:pt x="308293" y="659345"/>
                    <a:pt x="295656" y="645883"/>
                  </a:cubicBezTo>
                  <a:cubicBezTo>
                    <a:pt x="238125" y="583843"/>
                    <a:pt x="79057" y="494117"/>
                    <a:pt x="16256" y="488466"/>
                  </a:cubicBezTo>
                  <a:cubicBezTo>
                    <a:pt x="11240" y="487958"/>
                    <a:pt x="6159" y="488542"/>
                    <a:pt x="1397" y="490180"/>
                  </a:cubicBezTo>
                  <a:lnTo>
                    <a:pt x="0" y="487260"/>
                  </a:lnTo>
                  <a:cubicBezTo>
                    <a:pt x="179007" y="321652"/>
                    <a:pt x="389954" y="138391"/>
                    <a:pt x="627888" y="59841"/>
                  </a:cubicBezTo>
                  <a:cubicBezTo>
                    <a:pt x="634238" y="57809"/>
                    <a:pt x="641159" y="55460"/>
                    <a:pt x="648653" y="52920"/>
                  </a:cubicBezTo>
                  <a:cubicBezTo>
                    <a:pt x="720281" y="28980"/>
                    <a:pt x="828484" y="-7278"/>
                    <a:pt x="862965" y="913"/>
                  </a:cubicBezTo>
                  <a:cubicBezTo>
                    <a:pt x="865188" y="1866"/>
                    <a:pt x="1064768" y="93623"/>
                    <a:pt x="1204151" y="303554"/>
                  </a:cubicBezTo>
                  <a:lnTo>
                    <a:pt x="1204151" y="303554"/>
                  </a:lnTo>
                  <a:cubicBezTo>
                    <a:pt x="1206881" y="307701"/>
                    <a:pt x="1208024" y="312673"/>
                    <a:pt x="1207389" y="317588"/>
                  </a:cubicBezTo>
                  <a:cubicBezTo>
                    <a:pt x="1207262" y="320337"/>
                    <a:pt x="1206627" y="323042"/>
                    <a:pt x="1205420" y="325525"/>
                  </a:cubicBezTo>
                  <a:close/>
                  <a:moveTo>
                    <a:pt x="7112" y="485418"/>
                  </a:moveTo>
                  <a:cubicBezTo>
                    <a:pt x="10351" y="485018"/>
                    <a:pt x="13716" y="485018"/>
                    <a:pt x="16955" y="485418"/>
                  </a:cubicBezTo>
                  <a:cubicBezTo>
                    <a:pt x="79883" y="491070"/>
                    <a:pt x="239967" y="581303"/>
                    <a:pt x="297752" y="643660"/>
                  </a:cubicBezTo>
                  <a:cubicBezTo>
                    <a:pt x="310579" y="657319"/>
                    <a:pt x="322008" y="672210"/>
                    <a:pt x="331915" y="688110"/>
                  </a:cubicBezTo>
                  <a:cubicBezTo>
                    <a:pt x="334010" y="691476"/>
                    <a:pt x="336106" y="694904"/>
                    <a:pt x="338265" y="698334"/>
                  </a:cubicBezTo>
                  <a:cubicBezTo>
                    <a:pt x="345694" y="712234"/>
                    <a:pt x="354965" y="725055"/>
                    <a:pt x="365887" y="736434"/>
                  </a:cubicBezTo>
                  <a:cubicBezTo>
                    <a:pt x="399796" y="768184"/>
                    <a:pt x="429387" y="756309"/>
                    <a:pt x="459549" y="740244"/>
                  </a:cubicBezTo>
                  <a:cubicBezTo>
                    <a:pt x="481457" y="728623"/>
                    <a:pt x="504698" y="718844"/>
                    <a:pt x="527177" y="709446"/>
                  </a:cubicBezTo>
                  <a:cubicBezTo>
                    <a:pt x="555561" y="698232"/>
                    <a:pt x="583120" y="685145"/>
                    <a:pt x="609727" y="670267"/>
                  </a:cubicBezTo>
                  <a:cubicBezTo>
                    <a:pt x="692277" y="621816"/>
                    <a:pt x="775526" y="580033"/>
                    <a:pt x="856297" y="539584"/>
                  </a:cubicBezTo>
                  <a:cubicBezTo>
                    <a:pt x="903160" y="516089"/>
                    <a:pt x="951547" y="491768"/>
                    <a:pt x="999998" y="466241"/>
                  </a:cubicBezTo>
                  <a:cubicBezTo>
                    <a:pt x="1070991" y="427042"/>
                    <a:pt x="1137920" y="380795"/>
                    <a:pt x="1199642" y="328192"/>
                  </a:cubicBezTo>
                  <a:cubicBezTo>
                    <a:pt x="1202690" y="325411"/>
                    <a:pt x="1204595" y="321614"/>
                    <a:pt x="1204976" y="317524"/>
                  </a:cubicBezTo>
                  <a:cubicBezTo>
                    <a:pt x="1205420" y="313479"/>
                    <a:pt x="1204468" y="309396"/>
                    <a:pt x="1202309" y="305967"/>
                  </a:cubicBezTo>
                  <a:lnTo>
                    <a:pt x="1202309" y="305967"/>
                  </a:lnTo>
                  <a:cubicBezTo>
                    <a:pt x="1063434" y="96798"/>
                    <a:pt x="864616" y="5422"/>
                    <a:pt x="862647" y="4533"/>
                  </a:cubicBezTo>
                  <a:cubicBezTo>
                    <a:pt x="829119" y="-3405"/>
                    <a:pt x="716979" y="34187"/>
                    <a:pt x="649922" y="56603"/>
                  </a:cubicBezTo>
                  <a:lnTo>
                    <a:pt x="629158" y="63524"/>
                  </a:lnTo>
                  <a:cubicBezTo>
                    <a:pt x="393954" y="140740"/>
                    <a:pt x="184912" y="321207"/>
                    <a:pt x="7112" y="48541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/>
          </p:nvSpPr>
          <p:spPr>
            <a:xfrm>
              <a:off x="8211825" y="11141365"/>
              <a:ext cx="36760" cy="28097"/>
            </a:xfrm>
            <a:custGeom>
              <a:avLst/>
              <a:gdLst>
                <a:gd name="connsiteX0" fmla="*/ 1836 w 36760"/>
                <a:gd name="connsiteY0" fmla="*/ 26112 h 28097"/>
                <a:gd name="connsiteX1" fmla="*/ 11742 w 36760"/>
                <a:gd name="connsiteY1" fmla="*/ 27699 h 28097"/>
                <a:gd name="connsiteX2" fmla="*/ 31808 w 36760"/>
                <a:gd name="connsiteY2" fmla="*/ 16841 h 28097"/>
                <a:gd name="connsiteX3" fmla="*/ 36761 w 36760"/>
                <a:gd name="connsiteY3" fmla="*/ 5601 h 28097"/>
                <a:gd name="connsiteX4" fmla="*/ 28316 w 36760"/>
                <a:gd name="connsiteY4" fmla="*/ 1792 h 28097"/>
                <a:gd name="connsiteX5" fmla="*/ 23870 w 36760"/>
                <a:gd name="connsiteY5" fmla="*/ 7252 h 28097"/>
                <a:gd name="connsiteX6" fmla="*/ 9393 w 36760"/>
                <a:gd name="connsiteY6" fmla="*/ 15698 h 28097"/>
                <a:gd name="connsiteX7" fmla="*/ 1201 w 36760"/>
                <a:gd name="connsiteY7" fmla="*/ 25477 h 28097"/>
                <a:gd name="connsiteX8" fmla="*/ 1836 w 36760"/>
                <a:gd name="connsiteY8" fmla="*/ 26112 h 2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60" h="28097">
                  <a:moveTo>
                    <a:pt x="1836" y="26112"/>
                  </a:moveTo>
                  <a:cubicBezTo>
                    <a:pt x="4947" y="27554"/>
                    <a:pt x="8377" y="28106"/>
                    <a:pt x="11742" y="27699"/>
                  </a:cubicBezTo>
                  <a:cubicBezTo>
                    <a:pt x="19743" y="27350"/>
                    <a:pt x="27109" y="23350"/>
                    <a:pt x="31808" y="16841"/>
                  </a:cubicBezTo>
                  <a:cubicBezTo>
                    <a:pt x="34475" y="13628"/>
                    <a:pt x="36190" y="9735"/>
                    <a:pt x="36761" y="5601"/>
                  </a:cubicBezTo>
                  <a:cubicBezTo>
                    <a:pt x="36761" y="-749"/>
                    <a:pt x="32126" y="-1828"/>
                    <a:pt x="28316" y="1792"/>
                  </a:cubicBezTo>
                  <a:cubicBezTo>
                    <a:pt x="26728" y="3512"/>
                    <a:pt x="25204" y="5335"/>
                    <a:pt x="23870" y="7252"/>
                  </a:cubicBezTo>
                  <a:cubicBezTo>
                    <a:pt x="20251" y="11786"/>
                    <a:pt x="15107" y="14796"/>
                    <a:pt x="9393" y="15698"/>
                  </a:cubicBezTo>
                  <a:cubicBezTo>
                    <a:pt x="6091" y="16206"/>
                    <a:pt x="-3307" y="18873"/>
                    <a:pt x="1201" y="25477"/>
                  </a:cubicBezTo>
                  <a:cubicBezTo>
                    <a:pt x="1392" y="25718"/>
                    <a:pt x="1582" y="25934"/>
                    <a:pt x="1836" y="2611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/>
          </p:nvSpPr>
          <p:spPr>
            <a:xfrm>
              <a:off x="2017395" y="10331195"/>
              <a:ext cx="156685" cy="158524"/>
            </a:xfrm>
            <a:custGeom>
              <a:avLst/>
              <a:gdLst>
                <a:gd name="connsiteX0" fmla="*/ 0 w 156685"/>
                <a:gd name="connsiteY0" fmla="*/ -268 h 158524"/>
                <a:gd name="connsiteX1" fmla="*/ 46355 w 156685"/>
                <a:gd name="connsiteY1" fmla="*/ 156514 h 158524"/>
                <a:gd name="connsiteX2" fmla="*/ 133541 w 156685"/>
                <a:gd name="connsiteY2" fmla="*/ 132574 h 158524"/>
                <a:gd name="connsiteX3" fmla="*/ 144970 w 156685"/>
                <a:gd name="connsiteY3" fmla="*/ 19608 h 15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685" h="158524">
                  <a:moveTo>
                    <a:pt x="0" y="-268"/>
                  </a:moveTo>
                  <a:lnTo>
                    <a:pt x="46355" y="156514"/>
                  </a:lnTo>
                  <a:cubicBezTo>
                    <a:pt x="52705" y="157657"/>
                    <a:pt x="101600" y="165975"/>
                    <a:pt x="133541" y="132574"/>
                  </a:cubicBezTo>
                  <a:cubicBezTo>
                    <a:pt x="159575" y="105396"/>
                    <a:pt x="164020" y="61327"/>
                    <a:pt x="144970" y="19608"/>
                  </a:cubicBezTo>
                  <a:close/>
                </a:path>
              </a:pathLst>
            </a:custGeom>
            <a:solidFill>
              <a:srgbClr val="FF6B3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/>
          </p:nvSpPr>
          <p:spPr>
            <a:xfrm>
              <a:off x="2063623" y="10351388"/>
              <a:ext cx="746505" cy="714692"/>
            </a:xfrm>
            <a:custGeom>
              <a:avLst/>
              <a:gdLst>
                <a:gd name="connsiteX0" fmla="*/ 746506 w 746505"/>
                <a:gd name="connsiteY0" fmla="*/ 599553 h 714692"/>
                <a:gd name="connsiteX1" fmla="*/ 676656 w 746505"/>
                <a:gd name="connsiteY1" fmla="*/ 694803 h 714692"/>
                <a:gd name="connsiteX2" fmla="*/ 631190 w 746505"/>
                <a:gd name="connsiteY2" fmla="*/ 714425 h 714692"/>
                <a:gd name="connsiteX3" fmla="*/ 0 w 746505"/>
                <a:gd name="connsiteY3" fmla="*/ 136575 h 714692"/>
                <a:gd name="connsiteX4" fmla="*/ 77407 w 746505"/>
                <a:gd name="connsiteY4" fmla="*/ 94347 h 714692"/>
                <a:gd name="connsiteX5" fmla="*/ 98679 w 746505"/>
                <a:gd name="connsiteY5" fmla="*/ -268 h 71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05" h="714692">
                  <a:moveTo>
                    <a:pt x="746506" y="599553"/>
                  </a:moveTo>
                  <a:cubicBezTo>
                    <a:pt x="735533" y="638720"/>
                    <a:pt x="710711" y="672565"/>
                    <a:pt x="676656" y="694803"/>
                  </a:cubicBezTo>
                  <a:cubicBezTo>
                    <a:pt x="662578" y="703598"/>
                    <a:pt x="647249" y="710215"/>
                    <a:pt x="631190" y="714425"/>
                  </a:cubicBezTo>
                  <a:lnTo>
                    <a:pt x="0" y="136575"/>
                  </a:lnTo>
                  <a:cubicBezTo>
                    <a:pt x="30397" y="133361"/>
                    <a:pt x="58255" y="118166"/>
                    <a:pt x="77407" y="94347"/>
                  </a:cubicBezTo>
                  <a:cubicBezTo>
                    <a:pt x="106870" y="56247"/>
                    <a:pt x="100393" y="10083"/>
                    <a:pt x="98679" y="-26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/>
          </p:nvSpPr>
          <p:spPr>
            <a:xfrm>
              <a:off x="2110295" y="10406380"/>
              <a:ext cx="687324" cy="625220"/>
            </a:xfrm>
            <a:custGeom>
              <a:avLst/>
              <a:gdLst>
                <a:gd name="connsiteX0" fmla="*/ 49784 w 687324"/>
                <a:gd name="connsiteY0" fmla="*/ -268 h 625220"/>
                <a:gd name="connsiteX1" fmla="*/ 30734 w 687324"/>
                <a:gd name="connsiteY1" fmla="*/ 39292 h 625220"/>
                <a:gd name="connsiteX2" fmla="*/ 0 w 687324"/>
                <a:gd name="connsiteY2" fmla="*/ 66090 h 625220"/>
                <a:gd name="connsiteX3" fmla="*/ 48895 w 687324"/>
                <a:gd name="connsiteY3" fmla="*/ 110540 h 625220"/>
                <a:gd name="connsiteX4" fmla="*/ 562801 w 687324"/>
                <a:gd name="connsiteY4" fmla="*/ 547991 h 625220"/>
                <a:gd name="connsiteX5" fmla="*/ 649224 w 687324"/>
                <a:gd name="connsiteY5" fmla="*/ 624953 h 625220"/>
                <a:gd name="connsiteX6" fmla="*/ 687324 w 687324"/>
                <a:gd name="connsiteY6" fmla="*/ 575359 h 625220"/>
                <a:gd name="connsiteX7" fmla="*/ 49784 w 687324"/>
                <a:gd name="connsiteY7" fmla="*/ -268 h 625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324" h="625220">
                  <a:moveTo>
                    <a:pt x="49784" y="-268"/>
                  </a:moveTo>
                  <a:cubicBezTo>
                    <a:pt x="46171" y="14070"/>
                    <a:pt x="39694" y="27526"/>
                    <a:pt x="30734" y="39292"/>
                  </a:cubicBezTo>
                  <a:cubicBezTo>
                    <a:pt x="22365" y="50170"/>
                    <a:pt x="11913" y="59276"/>
                    <a:pt x="0" y="66090"/>
                  </a:cubicBezTo>
                  <a:cubicBezTo>
                    <a:pt x="16256" y="81012"/>
                    <a:pt x="32639" y="95808"/>
                    <a:pt x="48895" y="110540"/>
                  </a:cubicBezTo>
                  <a:cubicBezTo>
                    <a:pt x="223584" y="252208"/>
                    <a:pt x="394335" y="398766"/>
                    <a:pt x="562801" y="547991"/>
                  </a:cubicBezTo>
                  <a:cubicBezTo>
                    <a:pt x="591630" y="573391"/>
                    <a:pt x="620439" y="599045"/>
                    <a:pt x="649224" y="624953"/>
                  </a:cubicBezTo>
                  <a:cubicBezTo>
                    <a:pt x="664966" y="611002"/>
                    <a:pt x="677901" y="594168"/>
                    <a:pt x="687324" y="575359"/>
                  </a:cubicBezTo>
                  <a:cubicBezTo>
                    <a:pt x="476441" y="381748"/>
                    <a:pt x="264605" y="188898"/>
                    <a:pt x="49784" y="-26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/>
          </p:nvSpPr>
          <p:spPr>
            <a:xfrm>
              <a:off x="2017395" y="10331195"/>
              <a:ext cx="49783" cy="53911"/>
            </a:xfrm>
            <a:custGeom>
              <a:avLst/>
              <a:gdLst>
                <a:gd name="connsiteX0" fmla="*/ 0 w 49783"/>
                <a:gd name="connsiteY0" fmla="*/ 0 h 53911"/>
                <a:gd name="connsiteX1" fmla="*/ 15875 w 49783"/>
                <a:gd name="connsiteY1" fmla="*/ 53912 h 53911"/>
                <a:gd name="connsiteX2" fmla="*/ 49784 w 49783"/>
                <a:gd name="connsiteY2" fmla="*/ 6795 h 53911"/>
                <a:gd name="connsiteX3" fmla="*/ 0 w 49783"/>
                <a:gd name="connsiteY3" fmla="*/ 0 h 53911"/>
                <a:gd name="connsiteX4" fmla="*/ 0 w 49783"/>
                <a:gd name="connsiteY4" fmla="*/ 0 h 5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783" h="53911">
                  <a:moveTo>
                    <a:pt x="0" y="0"/>
                  </a:moveTo>
                  <a:lnTo>
                    <a:pt x="15875" y="53912"/>
                  </a:lnTo>
                  <a:lnTo>
                    <a:pt x="49784" y="679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277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/>
          </p:nvSpPr>
          <p:spPr>
            <a:xfrm>
              <a:off x="11455400" y="9502584"/>
              <a:ext cx="515429" cy="666241"/>
            </a:xfrm>
            <a:custGeom>
              <a:avLst/>
              <a:gdLst>
                <a:gd name="connsiteX0" fmla="*/ 0 w 515429"/>
                <a:gd name="connsiteY0" fmla="*/ 665974 h 666241"/>
                <a:gd name="connsiteX1" fmla="*/ 515430 w 515429"/>
                <a:gd name="connsiteY1" fmla="*/ 515098 h 666241"/>
                <a:gd name="connsiteX2" fmla="*/ 364554 w 515429"/>
                <a:gd name="connsiteY2" fmla="*/ -268 h 666241"/>
                <a:gd name="connsiteX3" fmla="*/ 216726 w 515429"/>
                <a:gd name="connsiteY3" fmla="*/ 491667 h 666241"/>
                <a:gd name="connsiteX4" fmla="*/ 334581 w 515429"/>
                <a:gd name="connsiteY4" fmla="*/ 276402 h 666241"/>
                <a:gd name="connsiteX5" fmla="*/ 383413 w 515429"/>
                <a:gd name="connsiteY5" fmla="*/ 443089 h 666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5429" h="666241">
                  <a:moveTo>
                    <a:pt x="0" y="665974"/>
                  </a:moveTo>
                  <a:lnTo>
                    <a:pt x="515430" y="515098"/>
                  </a:lnTo>
                  <a:lnTo>
                    <a:pt x="364554" y="-268"/>
                  </a:lnTo>
                  <a:close/>
                  <a:moveTo>
                    <a:pt x="216726" y="491667"/>
                  </a:moveTo>
                  <a:lnTo>
                    <a:pt x="334581" y="276402"/>
                  </a:lnTo>
                  <a:lnTo>
                    <a:pt x="383413" y="443089"/>
                  </a:lnTo>
                  <a:close/>
                </a:path>
              </a:pathLst>
            </a:custGeom>
            <a:solidFill>
              <a:srgbClr val="FB9D3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/>
          </p:nvSpPr>
          <p:spPr>
            <a:xfrm>
              <a:off x="417817" y="10856079"/>
              <a:ext cx="1780102" cy="1131988"/>
            </a:xfrm>
            <a:custGeom>
              <a:avLst/>
              <a:gdLst>
                <a:gd name="connsiteX0" fmla="*/ 442544 w 1780102"/>
                <a:gd name="connsiteY0" fmla="*/ 584828 h 1131988"/>
                <a:gd name="connsiteX1" fmla="*/ 359232 w 1780102"/>
                <a:gd name="connsiteY1" fmla="*/ 489578 h 1131988"/>
                <a:gd name="connsiteX2" fmla="*/ 238582 w 1780102"/>
                <a:gd name="connsiteY2" fmla="*/ 303206 h 1131988"/>
                <a:gd name="connsiteX3" fmla="*/ 17920 w 1780102"/>
                <a:gd name="connsiteY3" fmla="*/ 53206 h 1131988"/>
                <a:gd name="connsiteX4" fmla="*/ 2299 w 1780102"/>
                <a:gd name="connsiteY4" fmla="*/ 2406 h 1131988"/>
                <a:gd name="connsiteX5" fmla="*/ 38684 w 1780102"/>
                <a:gd name="connsiteY5" fmla="*/ 7042 h 1131988"/>
                <a:gd name="connsiteX6" fmla="*/ 396888 w 1780102"/>
                <a:gd name="connsiteY6" fmla="*/ 138106 h 1131988"/>
                <a:gd name="connsiteX7" fmla="*/ 671208 w 1780102"/>
                <a:gd name="connsiteY7" fmla="*/ 252850 h 1131988"/>
                <a:gd name="connsiteX8" fmla="*/ 928700 w 1780102"/>
                <a:gd name="connsiteY8" fmla="*/ 393058 h 1131988"/>
                <a:gd name="connsiteX9" fmla="*/ 1417333 w 1780102"/>
                <a:gd name="connsiteY9" fmla="*/ 676967 h 1131988"/>
                <a:gd name="connsiteX10" fmla="*/ 1733372 w 1780102"/>
                <a:gd name="connsiteY10" fmla="*/ 864610 h 1131988"/>
                <a:gd name="connsiteX11" fmla="*/ 1773504 w 1780102"/>
                <a:gd name="connsiteY11" fmla="*/ 979290 h 1131988"/>
                <a:gd name="connsiteX12" fmla="*/ 1749501 w 1780102"/>
                <a:gd name="connsiteY12" fmla="*/ 1127880 h 1131988"/>
                <a:gd name="connsiteX13" fmla="*/ 1547127 w 1780102"/>
                <a:gd name="connsiteY13" fmla="*/ 1072318 h 1131988"/>
                <a:gd name="connsiteX14" fmla="*/ 1275029 w 1780102"/>
                <a:gd name="connsiteY14" fmla="*/ 943159 h 1131988"/>
                <a:gd name="connsiteX15" fmla="*/ 1063320 w 1780102"/>
                <a:gd name="connsiteY15" fmla="*/ 858894 h 1131988"/>
                <a:gd name="connsiteX16" fmla="*/ 806399 w 1780102"/>
                <a:gd name="connsiteY16" fmla="*/ 736720 h 1131988"/>
                <a:gd name="connsiteX17" fmla="*/ 538112 w 1780102"/>
                <a:gd name="connsiteY17" fmla="*/ 624897 h 1131988"/>
                <a:gd name="connsiteX18" fmla="*/ 442544 w 1780102"/>
                <a:gd name="connsiteY18" fmla="*/ 584828 h 113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0102" h="1131988">
                  <a:moveTo>
                    <a:pt x="442544" y="584828"/>
                  </a:moveTo>
                  <a:cubicBezTo>
                    <a:pt x="406349" y="600703"/>
                    <a:pt x="373964" y="512248"/>
                    <a:pt x="359232" y="489578"/>
                  </a:cubicBezTo>
                  <a:cubicBezTo>
                    <a:pt x="318656" y="428047"/>
                    <a:pt x="279222" y="364991"/>
                    <a:pt x="238582" y="303206"/>
                  </a:cubicBezTo>
                  <a:cubicBezTo>
                    <a:pt x="176162" y="207511"/>
                    <a:pt x="104153" y="123056"/>
                    <a:pt x="17920" y="53206"/>
                  </a:cubicBezTo>
                  <a:cubicBezTo>
                    <a:pt x="-1130" y="37649"/>
                    <a:pt x="-2400" y="10788"/>
                    <a:pt x="2299" y="2406"/>
                  </a:cubicBezTo>
                  <a:cubicBezTo>
                    <a:pt x="6426" y="-4960"/>
                    <a:pt x="13538" y="5010"/>
                    <a:pt x="38684" y="7042"/>
                  </a:cubicBezTo>
                  <a:cubicBezTo>
                    <a:pt x="160350" y="16757"/>
                    <a:pt x="284683" y="95370"/>
                    <a:pt x="396888" y="138106"/>
                  </a:cubicBezTo>
                  <a:cubicBezTo>
                    <a:pt x="489471" y="173348"/>
                    <a:pt x="582689" y="207956"/>
                    <a:pt x="671208" y="252850"/>
                  </a:cubicBezTo>
                  <a:cubicBezTo>
                    <a:pt x="758266" y="297300"/>
                    <a:pt x="842150" y="347719"/>
                    <a:pt x="928700" y="393058"/>
                  </a:cubicBezTo>
                  <a:cubicBezTo>
                    <a:pt x="1095515" y="480371"/>
                    <a:pt x="1251725" y="587495"/>
                    <a:pt x="1417333" y="676967"/>
                  </a:cubicBezTo>
                  <a:cubicBezTo>
                    <a:pt x="1522298" y="733672"/>
                    <a:pt x="1639583" y="788981"/>
                    <a:pt x="1733372" y="864610"/>
                  </a:cubicBezTo>
                  <a:cubicBezTo>
                    <a:pt x="1769186" y="893502"/>
                    <a:pt x="1770329" y="932491"/>
                    <a:pt x="1773504" y="979290"/>
                  </a:cubicBezTo>
                  <a:cubicBezTo>
                    <a:pt x="1776108" y="1017390"/>
                    <a:pt x="1796428" y="1114800"/>
                    <a:pt x="1749501" y="1127880"/>
                  </a:cubicBezTo>
                  <a:cubicBezTo>
                    <a:pt x="1686636" y="1145343"/>
                    <a:pt x="1599832" y="1099115"/>
                    <a:pt x="1547127" y="1072318"/>
                  </a:cubicBezTo>
                  <a:cubicBezTo>
                    <a:pt x="1457655" y="1026852"/>
                    <a:pt x="1365898" y="985640"/>
                    <a:pt x="1275029" y="943159"/>
                  </a:cubicBezTo>
                  <a:cubicBezTo>
                    <a:pt x="1205179" y="910520"/>
                    <a:pt x="1134377" y="887342"/>
                    <a:pt x="1063320" y="858894"/>
                  </a:cubicBezTo>
                  <a:cubicBezTo>
                    <a:pt x="975373" y="823588"/>
                    <a:pt x="893140" y="775074"/>
                    <a:pt x="806399" y="736720"/>
                  </a:cubicBezTo>
                  <a:cubicBezTo>
                    <a:pt x="717880" y="697604"/>
                    <a:pt x="624535" y="667823"/>
                    <a:pt x="538112" y="624897"/>
                  </a:cubicBezTo>
                  <a:cubicBezTo>
                    <a:pt x="512394" y="612324"/>
                    <a:pt x="476580" y="580764"/>
                    <a:pt x="442544" y="584828"/>
                  </a:cubicBezTo>
                  <a:close/>
                </a:path>
              </a:pathLst>
            </a:custGeom>
            <a:solidFill>
              <a:srgbClr val="FF5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/>
          </p:nvSpPr>
          <p:spPr>
            <a:xfrm>
              <a:off x="419352" y="10848177"/>
              <a:ext cx="1786188" cy="1124905"/>
            </a:xfrm>
            <a:custGeom>
              <a:avLst/>
              <a:gdLst>
                <a:gd name="connsiteX0" fmla="*/ 448630 w 1786188"/>
                <a:gd name="connsiteY0" fmla="*/ 577872 h 1124905"/>
                <a:gd name="connsiteX1" fmla="*/ 365254 w 1786188"/>
                <a:gd name="connsiteY1" fmla="*/ 482622 h 1124905"/>
                <a:gd name="connsiteX2" fmla="*/ 244604 w 1786188"/>
                <a:gd name="connsiteY2" fmla="*/ 296186 h 1124905"/>
                <a:gd name="connsiteX3" fmla="*/ 23941 w 1786188"/>
                <a:gd name="connsiteY3" fmla="*/ 46440 h 1124905"/>
                <a:gd name="connsiteX4" fmla="*/ 44769 w 1786188"/>
                <a:gd name="connsiteY4" fmla="*/ 276 h 1124905"/>
                <a:gd name="connsiteX5" fmla="*/ 402910 w 1786188"/>
                <a:gd name="connsiteY5" fmla="*/ 131340 h 1124905"/>
                <a:gd name="connsiteX6" fmla="*/ 677293 w 1786188"/>
                <a:gd name="connsiteY6" fmla="*/ 246084 h 1124905"/>
                <a:gd name="connsiteX7" fmla="*/ 934786 w 1786188"/>
                <a:gd name="connsiteY7" fmla="*/ 386293 h 1124905"/>
                <a:gd name="connsiteX8" fmla="*/ 1423418 w 1786188"/>
                <a:gd name="connsiteY8" fmla="*/ 670201 h 1124905"/>
                <a:gd name="connsiteX9" fmla="*/ 1739394 w 1786188"/>
                <a:gd name="connsiteY9" fmla="*/ 857907 h 1124905"/>
                <a:gd name="connsiteX10" fmla="*/ 1779590 w 1786188"/>
                <a:gd name="connsiteY10" fmla="*/ 972207 h 1124905"/>
                <a:gd name="connsiteX11" fmla="*/ 1755587 w 1786188"/>
                <a:gd name="connsiteY11" fmla="*/ 1120797 h 1124905"/>
                <a:gd name="connsiteX12" fmla="*/ 1553149 w 1786188"/>
                <a:gd name="connsiteY12" fmla="*/ 1065234 h 1124905"/>
                <a:gd name="connsiteX13" fmla="*/ 1281051 w 1786188"/>
                <a:gd name="connsiteY13" fmla="*/ 936075 h 1124905"/>
                <a:gd name="connsiteX14" fmla="*/ 1069406 w 1786188"/>
                <a:gd name="connsiteY14" fmla="*/ 851811 h 1124905"/>
                <a:gd name="connsiteX15" fmla="*/ 812421 w 1786188"/>
                <a:gd name="connsiteY15" fmla="*/ 729637 h 1124905"/>
                <a:gd name="connsiteX16" fmla="*/ 544197 w 1786188"/>
                <a:gd name="connsiteY16" fmla="*/ 617877 h 1124905"/>
                <a:gd name="connsiteX17" fmla="*/ 448630 w 1786188"/>
                <a:gd name="connsiteY17" fmla="*/ 577872 h 112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6188" h="1124905">
                  <a:moveTo>
                    <a:pt x="448630" y="577872"/>
                  </a:moveTo>
                  <a:cubicBezTo>
                    <a:pt x="412435" y="593811"/>
                    <a:pt x="379986" y="505291"/>
                    <a:pt x="365254" y="482622"/>
                  </a:cubicBezTo>
                  <a:cubicBezTo>
                    <a:pt x="324677" y="421090"/>
                    <a:pt x="285308" y="358035"/>
                    <a:pt x="244604" y="296186"/>
                  </a:cubicBezTo>
                  <a:cubicBezTo>
                    <a:pt x="182184" y="200809"/>
                    <a:pt x="110238" y="115846"/>
                    <a:pt x="23941" y="46440"/>
                  </a:cubicBezTo>
                  <a:cubicBezTo>
                    <a:pt x="-12317" y="17231"/>
                    <a:pt x="-8952" y="-3979"/>
                    <a:pt x="44769" y="276"/>
                  </a:cubicBezTo>
                  <a:cubicBezTo>
                    <a:pt x="166435" y="9991"/>
                    <a:pt x="290769" y="88668"/>
                    <a:pt x="402910" y="131340"/>
                  </a:cubicBezTo>
                  <a:cubicBezTo>
                    <a:pt x="495556" y="166582"/>
                    <a:pt x="588711" y="201190"/>
                    <a:pt x="677293" y="246084"/>
                  </a:cubicBezTo>
                  <a:cubicBezTo>
                    <a:pt x="764288" y="290534"/>
                    <a:pt x="848172" y="341334"/>
                    <a:pt x="934786" y="386293"/>
                  </a:cubicBezTo>
                  <a:cubicBezTo>
                    <a:pt x="1101537" y="473605"/>
                    <a:pt x="1257810" y="580730"/>
                    <a:pt x="1423418" y="670201"/>
                  </a:cubicBezTo>
                  <a:cubicBezTo>
                    <a:pt x="1528384" y="726906"/>
                    <a:pt x="1645668" y="782278"/>
                    <a:pt x="1739394" y="857907"/>
                  </a:cubicBezTo>
                  <a:cubicBezTo>
                    <a:pt x="1775271" y="886800"/>
                    <a:pt x="1776351" y="925788"/>
                    <a:pt x="1779590" y="972207"/>
                  </a:cubicBezTo>
                  <a:cubicBezTo>
                    <a:pt x="1782193" y="1010307"/>
                    <a:pt x="1802513" y="1107716"/>
                    <a:pt x="1755587" y="1120797"/>
                  </a:cubicBezTo>
                  <a:cubicBezTo>
                    <a:pt x="1692658" y="1138259"/>
                    <a:pt x="1605917" y="1092031"/>
                    <a:pt x="1553149" y="1065234"/>
                  </a:cubicBezTo>
                  <a:cubicBezTo>
                    <a:pt x="1463677" y="1019832"/>
                    <a:pt x="1371920" y="978557"/>
                    <a:pt x="1281051" y="936075"/>
                  </a:cubicBezTo>
                  <a:cubicBezTo>
                    <a:pt x="1211201" y="903437"/>
                    <a:pt x="1140399" y="880259"/>
                    <a:pt x="1069406" y="851811"/>
                  </a:cubicBezTo>
                  <a:cubicBezTo>
                    <a:pt x="981458" y="816568"/>
                    <a:pt x="899225" y="767991"/>
                    <a:pt x="812421" y="729637"/>
                  </a:cubicBezTo>
                  <a:cubicBezTo>
                    <a:pt x="723902" y="690584"/>
                    <a:pt x="630557" y="660803"/>
                    <a:pt x="544197" y="617877"/>
                  </a:cubicBezTo>
                  <a:cubicBezTo>
                    <a:pt x="518480" y="605368"/>
                    <a:pt x="482666" y="573871"/>
                    <a:pt x="448630" y="57787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/>
          </p:nvSpPr>
          <p:spPr>
            <a:xfrm>
              <a:off x="483362" y="10805350"/>
              <a:ext cx="1760017" cy="1213421"/>
            </a:xfrm>
            <a:custGeom>
              <a:avLst/>
              <a:gdLst>
                <a:gd name="connsiteX0" fmla="*/ 358203 w 1760017"/>
                <a:gd name="connsiteY0" fmla="*/ 625969 h 1213421"/>
                <a:gd name="connsiteX1" fmla="*/ 269303 w 1760017"/>
                <a:gd name="connsiteY1" fmla="*/ 347331 h 1213421"/>
                <a:gd name="connsiteX2" fmla="*/ 90424 w 1760017"/>
                <a:gd name="connsiteY2" fmla="*/ 72884 h 1213421"/>
                <a:gd name="connsiteX3" fmla="*/ 0 w 1760017"/>
                <a:gd name="connsiteY3" fmla="*/ -268 h 1213421"/>
                <a:gd name="connsiteX4" fmla="*/ 142938 w 1760017"/>
                <a:gd name="connsiteY4" fmla="*/ 37832 h 1213421"/>
                <a:gd name="connsiteX5" fmla="*/ 535750 w 1760017"/>
                <a:gd name="connsiteY5" fmla="*/ 194614 h 1213421"/>
                <a:gd name="connsiteX6" fmla="*/ 979234 w 1760017"/>
                <a:gd name="connsiteY6" fmla="*/ 396797 h 1213421"/>
                <a:gd name="connsiteX7" fmla="*/ 1225423 w 1760017"/>
                <a:gd name="connsiteY7" fmla="*/ 531735 h 1213421"/>
                <a:gd name="connsiteX8" fmla="*/ 1516253 w 1760017"/>
                <a:gd name="connsiteY8" fmla="*/ 701597 h 1213421"/>
                <a:gd name="connsiteX9" fmla="*/ 1648587 w 1760017"/>
                <a:gd name="connsiteY9" fmla="*/ 791958 h 1213421"/>
                <a:gd name="connsiteX10" fmla="*/ 1735392 w 1760017"/>
                <a:gd name="connsiteY10" fmla="*/ 1046910 h 1213421"/>
                <a:gd name="connsiteX11" fmla="*/ 1759014 w 1760017"/>
                <a:gd name="connsiteY11" fmla="*/ 1213154 h 1213421"/>
                <a:gd name="connsiteX12" fmla="*/ 874141 w 1760017"/>
                <a:gd name="connsiteY12" fmla="*/ 869364 h 1213421"/>
                <a:gd name="connsiteX13" fmla="*/ 500507 w 1760017"/>
                <a:gd name="connsiteY13" fmla="*/ 669657 h 1213421"/>
                <a:gd name="connsiteX14" fmla="*/ 358203 w 1760017"/>
                <a:gd name="connsiteY14" fmla="*/ 625969 h 121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60017" h="1213421">
                  <a:moveTo>
                    <a:pt x="358203" y="625969"/>
                  </a:moveTo>
                  <a:cubicBezTo>
                    <a:pt x="364553" y="541641"/>
                    <a:pt x="302831" y="422324"/>
                    <a:pt x="269303" y="347331"/>
                  </a:cubicBezTo>
                  <a:cubicBezTo>
                    <a:pt x="224218" y="247382"/>
                    <a:pt x="167703" y="152449"/>
                    <a:pt x="90424" y="72884"/>
                  </a:cubicBezTo>
                  <a:cubicBezTo>
                    <a:pt x="63563" y="45261"/>
                    <a:pt x="30353" y="23926"/>
                    <a:pt x="0" y="-268"/>
                  </a:cubicBezTo>
                  <a:cubicBezTo>
                    <a:pt x="44831" y="621"/>
                    <a:pt x="99187" y="24307"/>
                    <a:pt x="142938" y="37832"/>
                  </a:cubicBezTo>
                  <a:cubicBezTo>
                    <a:pt x="277305" y="79805"/>
                    <a:pt x="406654" y="139432"/>
                    <a:pt x="535750" y="194614"/>
                  </a:cubicBezTo>
                  <a:cubicBezTo>
                    <a:pt x="684975" y="258748"/>
                    <a:pt x="839279" y="313676"/>
                    <a:pt x="979234" y="396797"/>
                  </a:cubicBezTo>
                  <a:cubicBezTo>
                    <a:pt x="1059625" y="444549"/>
                    <a:pt x="1141667" y="489825"/>
                    <a:pt x="1225423" y="531735"/>
                  </a:cubicBezTo>
                  <a:cubicBezTo>
                    <a:pt x="1327912" y="583107"/>
                    <a:pt x="1410145" y="664386"/>
                    <a:pt x="1516253" y="701597"/>
                  </a:cubicBezTo>
                  <a:cubicBezTo>
                    <a:pt x="1566608" y="719251"/>
                    <a:pt x="1617853" y="747381"/>
                    <a:pt x="1648587" y="791958"/>
                  </a:cubicBezTo>
                  <a:cubicBezTo>
                    <a:pt x="1696911" y="862951"/>
                    <a:pt x="1717929" y="963408"/>
                    <a:pt x="1735392" y="1046910"/>
                  </a:cubicBezTo>
                  <a:cubicBezTo>
                    <a:pt x="1746377" y="1099615"/>
                    <a:pt x="1764474" y="1158988"/>
                    <a:pt x="1759014" y="1213154"/>
                  </a:cubicBezTo>
                  <a:cubicBezTo>
                    <a:pt x="1458277" y="1089456"/>
                    <a:pt x="1174814" y="984998"/>
                    <a:pt x="874141" y="869364"/>
                  </a:cubicBezTo>
                  <a:cubicBezTo>
                    <a:pt x="737806" y="816914"/>
                    <a:pt x="636778" y="722679"/>
                    <a:pt x="500507" y="669657"/>
                  </a:cubicBezTo>
                  <a:cubicBezTo>
                    <a:pt x="464693" y="656385"/>
                    <a:pt x="358203" y="625969"/>
                    <a:pt x="358203" y="625969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/>
          </p:nvSpPr>
          <p:spPr>
            <a:xfrm>
              <a:off x="537146" y="10748009"/>
              <a:ext cx="1702580" cy="1334135"/>
            </a:xfrm>
            <a:custGeom>
              <a:avLst/>
              <a:gdLst>
                <a:gd name="connsiteX0" fmla="*/ 329121 w 1702580"/>
                <a:gd name="connsiteY0" fmla="*/ 662926 h 1334135"/>
                <a:gd name="connsiteX1" fmla="*/ 252921 w 1702580"/>
                <a:gd name="connsiteY1" fmla="*/ 371143 h 1334135"/>
                <a:gd name="connsiteX2" fmla="*/ 86868 w 1702580"/>
                <a:gd name="connsiteY2" fmla="*/ 79424 h 1334135"/>
                <a:gd name="connsiteX3" fmla="*/ 0 w 1702580"/>
                <a:gd name="connsiteY3" fmla="*/ -268 h 1334135"/>
                <a:gd name="connsiteX4" fmla="*/ 140907 w 1702580"/>
                <a:gd name="connsiteY4" fmla="*/ 45897 h 1334135"/>
                <a:gd name="connsiteX5" fmla="*/ 525844 w 1702580"/>
                <a:gd name="connsiteY5" fmla="*/ 225855 h 1334135"/>
                <a:gd name="connsiteX6" fmla="*/ 959231 w 1702580"/>
                <a:gd name="connsiteY6" fmla="*/ 455027 h 1334135"/>
                <a:gd name="connsiteX7" fmla="*/ 1198817 w 1702580"/>
                <a:gd name="connsiteY7" fmla="*/ 605713 h 1334135"/>
                <a:gd name="connsiteX8" fmla="*/ 1481392 w 1702580"/>
                <a:gd name="connsiteY8" fmla="*/ 794498 h 1334135"/>
                <a:gd name="connsiteX9" fmla="*/ 1609344 w 1702580"/>
                <a:gd name="connsiteY9" fmla="*/ 893876 h 1334135"/>
                <a:gd name="connsiteX10" fmla="*/ 1684338 w 1702580"/>
                <a:gd name="connsiteY10" fmla="*/ 1161084 h 1334135"/>
                <a:gd name="connsiteX11" fmla="*/ 1700403 w 1702580"/>
                <a:gd name="connsiteY11" fmla="*/ 1333867 h 1334135"/>
                <a:gd name="connsiteX12" fmla="*/ 832803 w 1702580"/>
                <a:gd name="connsiteY12" fmla="*/ 938135 h 1334135"/>
                <a:gd name="connsiteX13" fmla="*/ 436944 w 1702580"/>
                <a:gd name="connsiteY13" fmla="*/ 736396 h 1334135"/>
                <a:gd name="connsiteX14" fmla="*/ 329121 w 1702580"/>
                <a:gd name="connsiteY14" fmla="*/ 662926 h 133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2580" h="1334135">
                  <a:moveTo>
                    <a:pt x="329121" y="662926"/>
                  </a:moveTo>
                  <a:cubicBezTo>
                    <a:pt x="339471" y="576122"/>
                    <a:pt x="283146" y="450074"/>
                    <a:pt x="252921" y="371143"/>
                  </a:cubicBezTo>
                  <a:cubicBezTo>
                    <a:pt x="212471" y="265797"/>
                    <a:pt x="160528" y="165213"/>
                    <a:pt x="86868" y="79424"/>
                  </a:cubicBezTo>
                  <a:cubicBezTo>
                    <a:pt x="61468" y="49707"/>
                    <a:pt x="29147" y="26148"/>
                    <a:pt x="0" y="-268"/>
                  </a:cubicBezTo>
                  <a:cubicBezTo>
                    <a:pt x="44450" y="2717"/>
                    <a:pt x="97854" y="29767"/>
                    <a:pt x="140907" y="45897"/>
                  </a:cubicBezTo>
                  <a:cubicBezTo>
                    <a:pt x="273114" y="95363"/>
                    <a:pt x="399479" y="162610"/>
                    <a:pt x="525844" y="225855"/>
                  </a:cubicBezTo>
                  <a:cubicBezTo>
                    <a:pt x="671894" y="298944"/>
                    <a:pt x="823405" y="362761"/>
                    <a:pt x="959231" y="455027"/>
                  </a:cubicBezTo>
                  <a:cubicBezTo>
                    <a:pt x="1037336" y="508049"/>
                    <a:pt x="1117156" y="558532"/>
                    <a:pt x="1198817" y="605713"/>
                  </a:cubicBezTo>
                  <a:cubicBezTo>
                    <a:pt x="1298766" y="663434"/>
                    <a:pt x="1377125" y="751191"/>
                    <a:pt x="1481392" y="794498"/>
                  </a:cubicBezTo>
                  <a:cubicBezTo>
                    <a:pt x="1530795" y="815009"/>
                    <a:pt x="1581023" y="846378"/>
                    <a:pt x="1609344" y="893876"/>
                  </a:cubicBezTo>
                  <a:cubicBezTo>
                    <a:pt x="1654366" y="969377"/>
                    <a:pt x="1670749" y="1074216"/>
                    <a:pt x="1684338" y="1161084"/>
                  </a:cubicBezTo>
                  <a:cubicBezTo>
                    <a:pt x="1692910" y="1216011"/>
                    <a:pt x="1708277" y="1278114"/>
                    <a:pt x="1700403" y="1333867"/>
                  </a:cubicBezTo>
                  <a:cubicBezTo>
                    <a:pt x="1405827" y="1192326"/>
                    <a:pt x="1127633" y="1071358"/>
                    <a:pt x="832803" y="938135"/>
                  </a:cubicBezTo>
                  <a:cubicBezTo>
                    <a:pt x="699072" y="877747"/>
                    <a:pt x="570548" y="797419"/>
                    <a:pt x="436944" y="736396"/>
                  </a:cubicBezTo>
                  <a:cubicBezTo>
                    <a:pt x="402082" y="720711"/>
                    <a:pt x="379540" y="641717"/>
                    <a:pt x="329121" y="662926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/>
          </p:nvSpPr>
          <p:spPr>
            <a:xfrm>
              <a:off x="680529" y="10729531"/>
              <a:ext cx="1617766" cy="1337050"/>
            </a:xfrm>
            <a:custGeom>
              <a:avLst/>
              <a:gdLst>
                <a:gd name="connsiteX0" fmla="*/ 223901 w 1617766"/>
                <a:gd name="connsiteY0" fmla="*/ 706804 h 1337050"/>
                <a:gd name="connsiteX1" fmla="*/ 0 w 1617766"/>
                <a:gd name="connsiteY1" fmla="*/ -268 h 1337050"/>
                <a:gd name="connsiteX2" fmla="*/ 240348 w 1617766"/>
                <a:gd name="connsiteY2" fmla="*/ 105333 h 1337050"/>
                <a:gd name="connsiteX3" fmla="*/ 644779 w 1617766"/>
                <a:gd name="connsiteY3" fmla="*/ 258495 h 1337050"/>
                <a:gd name="connsiteX4" fmla="*/ 1049465 w 1617766"/>
                <a:gd name="connsiteY4" fmla="*/ 454138 h 1337050"/>
                <a:gd name="connsiteX5" fmla="*/ 1368235 w 1617766"/>
                <a:gd name="connsiteY5" fmla="*/ 635621 h 1337050"/>
                <a:gd name="connsiteX6" fmla="*/ 1615885 w 1617766"/>
                <a:gd name="connsiteY6" fmla="*/ 1259127 h 1337050"/>
                <a:gd name="connsiteX7" fmla="*/ 1606487 w 1617766"/>
                <a:gd name="connsiteY7" fmla="*/ 1332978 h 1337050"/>
                <a:gd name="connsiteX8" fmla="*/ 1433957 w 1617766"/>
                <a:gd name="connsiteY8" fmla="*/ 1263128 h 1337050"/>
                <a:gd name="connsiteX9" fmla="*/ 1176719 w 1617766"/>
                <a:gd name="connsiteY9" fmla="*/ 1155622 h 1337050"/>
                <a:gd name="connsiteX10" fmla="*/ 965137 w 1617766"/>
                <a:gd name="connsiteY10" fmla="*/ 1050847 h 1337050"/>
                <a:gd name="connsiteX11" fmla="*/ 487617 w 1617766"/>
                <a:gd name="connsiteY11" fmla="*/ 821232 h 1337050"/>
                <a:gd name="connsiteX12" fmla="*/ 223901 w 1617766"/>
                <a:gd name="connsiteY12" fmla="*/ 706804 h 133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7766" h="1337050">
                  <a:moveTo>
                    <a:pt x="223901" y="706804"/>
                  </a:moveTo>
                  <a:cubicBezTo>
                    <a:pt x="240602" y="450264"/>
                    <a:pt x="149098" y="197471"/>
                    <a:pt x="0" y="-268"/>
                  </a:cubicBezTo>
                  <a:cubicBezTo>
                    <a:pt x="80074" y="5701"/>
                    <a:pt x="166116" y="75932"/>
                    <a:pt x="240348" y="105333"/>
                  </a:cubicBezTo>
                  <a:cubicBezTo>
                    <a:pt x="373317" y="158545"/>
                    <a:pt x="513969" y="197852"/>
                    <a:pt x="644779" y="258495"/>
                  </a:cubicBezTo>
                  <a:cubicBezTo>
                    <a:pt x="781113" y="321995"/>
                    <a:pt x="911479" y="394067"/>
                    <a:pt x="1049465" y="454138"/>
                  </a:cubicBezTo>
                  <a:cubicBezTo>
                    <a:pt x="1157097" y="501064"/>
                    <a:pt x="1278065" y="557897"/>
                    <a:pt x="1368235" y="635621"/>
                  </a:cubicBezTo>
                  <a:cubicBezTo>
                    <a:pt x="1536192" y="780274"/>
                    <a:pt x="1617790" y="1038147"/>
                    <a:pt x="1615885" y="1259127"/>
                  </a:cubicBezTo>
                  <a:cubicBezTo>
                    <a:pt x="1615885" y="1276781"/>
                    <a:pt x="1624013" y="1320849"/>
                    <a:pt x="1606487" y="1332978"/>
                  </a:cubicBezTo>
                  <a:cubicBezTo>
                    <a:pt x="1574737" y="1354949"/>
                    <a:pt x="1461008" y="1275129"/>
                    <a:pt x="1433957" y="1263128"/>
                  </a:cubicBezTo>
                  <a:cubicBezTo>
                    <a:pt x="1348740" y="1225917"/>
                    <a:pt x="1261428" y="1193278"/>
                    <a:pt x="1176719" y="1155622"/>
                  </a:cubicBezTo>
                  <a:cubicBezTo>
                    <a:pt x="1104202" y="1123491"/>
                    <a:pt x="1039050" y="1080883"/>
                    <a:pt x="965137" y="1050847"/>
                  </a:cubicBezTo>
                  <a:cubicBezTo>
                    <a:pt x="801878" y="984617"/>
                    <a:pt x="644081" y="902956"/>
                    <a:pt x="487617" y="821232"/>
                  </a:cubicBezTo>
                  <a:cubicBezTo>
                    <a:pt x="458089" y="805864"/>
                    <a:pt x="243459" y="728077"/>
                    <a:pt x="223901" y="706804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/>
          </p:nvSpPr>
          <p:spPr>
            <a:xfrm>
              <a:off x="883919" y="10689802"/>
              <a:ext cx="2223769" cy="1203747"/>
            </a:xfrm>
            <a:custGeom>
              <a:avLst/>
              <a:gdLst>
                <a:gd name="connsiteX0" fmla="*/ 16256 w 2223769"/>
                <a:gd name="connsiteY0" fmla="*/ 669825 h 1203747"/>
                <a:gd name="connsiteX1" fmla="*/ 79057 w 2223769"/>
                <a:gd name="connsiteY1" fmla="*/ 534761 h 1203747"/>
                <a:gd name="connsiteX2" fmla="*/ 182372 w 2223769"/>
                <a:gd name="connsiteY2" fmla="*/ 339371 h 1203747"/>
                <a:gd name="connsiteX3" fmla="*/ 518922 w 2223769"/>
                <a:gd name="connsiteY3" fmla="*/ 14188 h 1203747"/>
                <a:gd name="connsiteX4" fmla="*/ 655130 w 2223769"/>
                <a:gd name="connsiteY4" fmla="*/ 25427 h 1203747"/>
                <a:gd name="connsiteX5" fmla="*/ 994855 w 2223769"/>
                <a:gd name="connsiteY5" fmla="*/ 147347 h 1203747"/>
                <a:gd name="connsiteX6" fmla="*/ 1445133 w 2223769"/>
                <a:gd name="connsiteY6" fmla="*/ 323369 h 1203747"/>
                <a:gd name="connsiteX7" fmla="*/ 1882140 w 2223769"/>
                <a:gd name="connsiteY7" fmla="*/ 536094 h 1203747"/>
                <a:gd name="connsiteX8" fmla="*/ 2223770 w 2223769"/>
                <a:gd name="connsiteY8" fmla="*/ 795492 h 1203747"/>
                <a:gd name="connsiteX9" fmla="*/ 1987233 w 2223769"/>
                <a:gd name="connsiteY9" fmla="*/ 849848 h 1203747"/>
                <a:gd name="connsiteX10" fmla="*/ 1685163 w 2223769"/>
                <a:gd name="connsiteY10" fmla="*/ 976848 h 1203747"/>
                <a:gd name="connsiteX11" fmla="*/ 1297813 w 2223769"/>
                <a:gd name="connsiteY11" fmla="*/ 1203480 h 1203747"/>
                <a:gd name="connsiteX12" fmla="*/ 923163 w 2223769"/>
                <a:gd name="connsiteY12" fmla="*/ 1096228 h 1203747"/>
                <a:gd name="connsiteX13" fmla="*/ 385635 w 2223769"/>
                <a:gd name="connsiteY13" fmla="*/ 943828 h 1203747"/>
                <a:gd name="connsiteX14" fmla="*/ 0 w 2223769"/>
                <a:gd name="connsiteY14" fmla="*/ 751677 h 1203747"/>
                <a:gd name="connsiteX15" fmla="*/ 16256 w 2223769"/>
                <a:gd name="connsiteY15" fmla="*/ 669825 h 120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23769" h="1203747">
                  <a:moveTo>
                    <a:pt x="16256" y="669825"/>
                  </a:moveTo>
                  <a:cubicBezTo>
                    <a:pt x="44387" y="639599"/>
                    <a:pt x="59944" y="574575"/>
                    <a:pt x="79057" y="534761"/>
                  </a:cubicBezTo>
                  <a:cubicBezTo>
                    <a:pt x="111189" y="467959"/>
                    <a:pt x="144082" y="403062"/>
                    <a:pt x="182372" y="339371"/>
                  </a:cubicBezTo>
                  <a:cubicBezTo>
                    <a:pt x="260985" y="208498"/>
                    <a:pt x="380175" y="82133"/>
                    <a:pt x="518922" y="14188"/>
                  </a:cubicBezTo>
                  <a:cubicBezTo>
                    <a:pt x="577406" y="-14387"/>
                    <a:pt x="597408" y="4790"/>
                    <a:pt x="655130" y="25427"/>
                  </a:cubicBezTo>
                  <a:cubicBezTo>
                    <a:pt x="768413" y="65940"/>
                    <a:pt x="883730" y="101627"/>
                    <a:pt x="994855" y="147347"/>
                  </a:cubicBezTo>
                  <a:cubicBezTo>
                    <a:pt x="1143825" y="208688"/>
                    <a:pt x="1296353" y="260314"/>
                    <a:pt x="1445133" y="323369"/>
                  </a:cubicBezTo>
                  <a:cubicBezTo>
                    <a:pt x="1594771" y="385822"/>
                    <a:pt x="1740681" y="456846"/>
                    <a:pt x="1882140" y="536094"/>
                  </a:cubicBezTo>
                  <a:cubicBezTo>
                    <a:pt x="2011680" y="609310"/>
                    <a:pt x="2125980" y="684430"/>
                    <a:pt x="2223770" y="795492"/>
                  </a:cubicBezTo>
                  <a:cubicBezTo>
                    <a:pt x="2146554" y="822352"/>
                    <a:pt x="2065020" y="823876"/>
                    <a:pt x="1987233" y="849848"/>
                  </a:cubicBezTo>
                  <a:cubicBezTo>
                    <a:pt x="1882712" y="884646"/>
                    <a:pt x="1785049" y="930683"/>
                    <a:pt x="1685163" y="976848"/>
                  </a:cubicBezTo>
                  <a:cubicBezTo>
                    <a:pt x="1556004" y="1036474"/>
                    <a:pt x="1404366" y="1108102"/>
                    <a:pt x="1297813" y="1203480"/>
                  </a:cubicBezTo>
                  <a:cubicBezTo>
                    <a:pt x="1185228" y="1141821"/>
                    <a:pt x="1046861" y="1128041"/>
                    <a:pt x="923163" y="1096228"/>
                  </a:cubicBezTo>
                  <a:cubicBezTo>
                    <a:pt x="742233" y="1049873"/>
                    <a:pt x="563055" y="999073"/>
                    <a:pt x="385635" y="943828"/>
                  </a:cubicBezTo>
                  <a:cubicBezTo>
                    <a:pt x="247460" y="900902"/>
                    <a:pt x="120523" y="826099"/>
                    <a:pt x="0" y="751677"/>
                  </a:cubicBezTo>
                  <a:cubicBezTo>
                    <a:pt x="6985" y="730341"/>
                    <a:pt x="23432" y="701004"/>
                    <a:pt x="16256" y="669825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/>
          </p:nvSpPr>
          <p:spPr>
            <a:xfrm>
              <a:off x="898080" y="10765663"/>
              <a:ext cx="2151951" cy="1209319"/>
            </a:xfrm>
            <a:custGeom>
              <a:avLst/>
              <a:gdLst>
                <a:gd name="connsiteX0" fmla="*/ 0 w 2151951"/>
                <a:gd name="connsiteY0" fmla="*/ 645717 h 1209319"/>
                <a:gd name="connsiteX1" fmla="*/ 178245 w 2151951"/>
                <a:gd name="connsiteY1" fmla="*/ 351395 h 1209319"/>
                <a:gd name="connsiteX2" fmla="*/ 508127 w 2151951"/>
                <a:gd name="connsiteY2" fmla="*/ 35673 h 1209319"/>
                <a:gd name="connsiteX3" fmla="*/ 613220 w 2151951"/>
                <a:gd name="connsiteY3" fmla="*/ 3288 h 1209319"/>
                <a:gd name="connsiteX4" fmla="*/ 887667 w 2151951"/>
                <a:gd name="connsiteY4" fmla="*/ 91680 h 1209319"/>
                <a:gd name="connsiteX5" fmla="*/ 1694688 w 2151951"/>
                <a:gd name="connsiteY5" fmla="*/ 440930 h 1209319"/>
                <a:gd name="connsiteX6" fmla="*/ 2030540 w 2151951"/>
                <a:gd name="connsiteY6" fmla="*/ 669530 h 1209319"/>
                <a:gd name="connsiteX7" fmla="*/ 2151952 w 2151951"/>
                <a:gd name="connsiteY7" fmla="*/ 797609 h 1209319"/>
                <a:gd name="connsiteX8" fmla="*/ 1606741 w 2151951"/>
                <a:gd name="connsiteY8" fmla="*/ 973822 h 1209319"/>
                <a:gd name="connsiteX9" fmla="*/ 1428941 w 2151951"/>
                <a:gd name="connsiteY9" fmla="*/ 1118665 h 1209319"/>
                <a:gd name="connsiteX10" fmla="*/ 1330960 w 2151951"/>
                <a:gd name="connsiteY10" fmla="*/ 1208010 h 1209319"/>
                <a:gd name="connsiteX11" fmla="*/ 1242060 w 2151951"/>
                <a:gd name="connsiteY11" fmla="*/ 1178800 h 1209319"/>
                <a:gd name="connsiteX12" fmla="*/ 1017842 w 2151951"/>
                <a:gd name="connsiteY12" fmla="*/ 1118348 h 1209319"/>
                <a:gd name="connsiteX13" fmla="*/ 704342 w 2151951"/>
                <a:gd name="connsiteY13" fmla="*/ 1014526 h 1209319"/>
                <a:gd name="connsiteX14" fmla="*/ 205169 w 2151951"/>
                <a:gd name="connsiteY14" fmla="*/ 803451 h 1209319"/>
                <a:gd name="connsiteX15" fmla="*/ 58357 w 2151951"/>
                <a:gd name="connsiteY15" fmla="*/ 717917 h 1209319"/>
                <a:gd name="connsiteX16" fmla="*/ 0 w 2151951"/>
                <a:gd name="connsiteY16" fmla="*/ 645717 h 1209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51951" h="1209319">
                  <a:moveTo>
                    <a:pt x="0" y="645717"/>
                  </a:moveTo>
                  <a:cubicBezTo>
                    <a:pt x="33147" y="541323"/>
                    <a:pt x="108966" y="435850"/>
                    <a:pt x="178245" y="351395"/>
                  </a:cubicBezTo>
                  <a:cubicBezTo>
                    <a:pt x="275971" y="232078"/>
                    <a:pt x="382524" y="124573"/>
                    <a:pt x="508127" y="35673"/>
                  </a:cubicBezTo>
                  <a:cubicBezTo>
                    <a:pt x="548958" y="6907"/>
                    <a:pt x="566420" y="-7444"/>
                    <a:pt x="613220" y="3288"/>
                  </a:cubicBezTo>
                  <a:cubicBezTo>
                    <a:pt x="706857" y="25576"/>
                    <a:pt x="798620" y="55129"/>
                    <a:pt x="887667" y="91680"/>
                  </a:cubicBezTo>
                  <a:cubicBezTo>
                    <a:pt x="1160018" y="201090"/>
                    <a:pt x="1438847" y="290308"/>
                    <a:pt x="1694688" y="440930"/>
                  </a:cubicBezTo>
                  <a:cubicBezTo>
                    <a:pt x="1811369" y="509942"/>
                    <a:pt x="1923542" y="586294"/>
                    <a:pt x="2030540" y="669530"/>
                  </a:cubicBezTo>
                  <a:cubicBezTo>
                    <a:pt x="2078736" y="706804"/>
                    <a:pt x="2110232" y="753477"/>
                    <a:pt x="2151952" y="797609"/>
                  </a:cubicBezTo>
                  <a:cubicBezTo>
                    <a:pt x="1972628" y="796593"/>
                    <a:pt x="1752283" y="857744"/>
                    <a:pt x="1606741" y="973822"/>
                  </a:cubicBezTo>
                  <a:cubicBezTo>
                    <a:pt x="1546924" y="1021574"/>
                    <a:pt x="1489139" y="1071104"/>
                    <a:pt x="1428941" y="1118665"/>
                  </a:cubicBezTo>
                  <a:cubicBezTo>
                    <a:pt x="1401445" y="1140573"/>
                    <a:pt x="1361885" y="1199501"/>
                    <a:pt x="1330960" y="1208010"/>
                  </a:cubicBezTo>
                  <a:cubicBezTo>
                    <a:pt x="1306195" y="1214804"/>
                    <a:pt x="1263333" y="1186420"/>
                    <a:pt x="1242060" y="1178800"/>
                  </a:cubicBezTo>
                  <a:cubicBezTo>
                    <a:pt x="1169035" y="1152384"/>
                    <a:pt x="1092899" y="1137652"/>
                    <a:pt x="1017842" y="1118348"/>
                  </a:cubicBezTo>
                  <a:cubicBezTo>
                    <a:pt x="910463" y="1090789"/>
                    <a:pt x="807974" y="1052181"/>
                    <a:pt x="704342" y="1014526"/>
                  </a:cubicBezTo>
                  <a:cubicBezTo>
                    <a:pt x="532892" y="952105"/>
                    <a:pt x="370015" y="881176"/>
                    <a:pt x="205169" y="803451"/>
                  </a:cubicBezTo>
                  <a:cubicBezTo>
                    <a:pt x="153226" y="778940"/>
                    <a:pt x="106490" y="748143"/>
                    <a:pt x="58357" y="717917"/>
                  </a:cubicBezTo>
                  <a:cubicBezTo>
                    <a:pt x="39942" y="706423"/>
                    <a:pt x="3620" y="693533"/>
                    <a:pt x="0" y="645717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/>
          </p:nvSpPr>
          <p:spPr>
            <a:xfrm>
              <a:off x="863600" y="10892642"/>
              <a:ext cx="2197707" cy="1169480"/>
            </a:xfrm>
            <a:custGeom>
              <a:avLst/>
              <a:gdLst>
                <a:gd name="connsiteX0" fmla="*/ 261938 w 2197707"/>
                <a:gd name="connsiteY0" fmla="*/ 252038 h 1169480"/>
                <a:gd name="connsiteX1" fmla="*/ 11874 w 2197707"/>
                <a:gd name="connsiteY1" fmla="*/ 520198 h 1169480"/>
                <a:gd name="connsiteX2" fmla="*/ 0 w 2197707"/>
                <a:gd name="connsiteY2" fmla="*/ 559886 h 1169480"/>
                <a:gd name="connsiteX3" fmla="*/ 1064959 w 2197707"/>
                <a:gd name="connsiteY3" fmla="*/ 1022357 h 1169480"/>
                <a:gd name="connsiteX4" fmla="*/ 1329182 w 2197707"/>
                <a:gd name="connsiteY4" fmla="*/ 1122560 h 1169480"/>
                <a:gd name="connsiteX5" fmla="*/ 1487424 w 2197707"/>
                <a:gd name="connsiteY5" fmla="*/ 1147515 h 1169480"/>
                <a:gd name="connsiteX6" fmla="*/ 1548638 w 2197707"/>
                <a:gd name="connsiteY6" fmla="*/ 1070871 h 1169480"/>
                <a:gd name="connsiteX7" fmla="*/ 1609725 w 2197707"/>
                <a:gd name="connsiteY7" fmla="*/ 1001021 h 1169480"/>
                <a:gd name="connsiteX8" fmla="*/ 1986089 w 2197707"/>
                <a:gd name="connsiteY8" fmla="*/ 845191 h 1169480"/>
                <a:gd name="connsiteX9" fmla="*/ 1988884 w 2197707"/>
                <a:gd name="connsiteY9" fmla="*/ 844684 h 1169480"/>
                <a:gd name="connsiteX10" fmla="*/ 2185734 w 2197707"/>
                <a:gd name="connsiteY10" fmla="*/ 833127 h 1169480"/>
                <a:gd name="connsiteX11" fmla="*/ 2197481 w 2197707"/>
                <a:gd name="connsiteY11" fmla="*/ 793439 h 1169480"/>
                <a:gd name="connsiteX12" fmla="*/ 1050290 w 2197707"/>
                <a:gd name="connsiteY12" fmla="*/ 88589 h 1169480"/>
                <a:gd name="connsiteX13" fmla="*/ 648652 w 2197707"/>
                <a:gd name="connsiteY13" fmla="*/ 9023 h 1169480"/>
                <a:gd name="connsiteX14" fmla="*/ 261938 w 2197707"/>
                <a:gd name="connsiteY14" fmla="*/ 252038 h 116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7707" h="1169480">
                  <a:moveTo>
                    <a:pt x="261938" y="252038"/>
                  </a:moveTo>
                  <a:cubicBezTo>
                    <a:pt x="181801" y="327413"/>
                    <a:pt x="55880" y="419170"/>
                    <a:pt x="11874" y="520198"/>
                  </a:cubicBezTo>
                  <a:lnTo>
                    <a:pt x="0" y="559886"/>
                  </a:lnTo>
                  <a:cubicBezTo>
                    <a:pt x="233172" y="666312"/>
                    <a:pt x="835533" y="905834"/>
                    <a:pt x="1064959" y="1022357"/>
                  </a:cubicBezTo>
                  <a:cubicBezTo>
                    <a:pt x="1150048" y="1065663"/>
                    <a:pt x="1242759" y="1083189"/>
                    <a:pt x="1329182" y="1122560"/>
                  </a:cubicBezTo>
                  <a:cubicBezTo>
                    <a:pt x="1384872" y="1147960"/>
                    <a:pt x="1426845" y="1197998"/>
                    <a:pt x="1487424" y="1147515"/>
                  </a:cubicBezTo>
                  <a:cubicBezTo>
                    <a:pt x="1512443" y="1126687"/>
                    <a:pt x="1529652" y="1097668"/>
                    <a:pt x="1548638" y="1070871"/>
                  </a:cubicBezTo>
                  <a:cubicBezTo>
                    <a:pt x="1566761" y="1045725"/>
                    <a:pt x="1587214" y="1022357"/>
                    <a:pt x="1609725" y="1001021"/>
                  </a:cubicBezTo>
                  <a:cubicBezTo>
                    <a:pt x="1701165" y="913645"/>
                    <a:pt x="1846326" y="865829"/>
                    <a:pt x="1986089" y="845191"/>
                  </a:cubicBezTo>
                  <a:cubicBezTo>
                    <a:pt x="1986985" y="844855"/>
                    <a:pt x="1987931" y="844684"/>
                    <a:pt x="1988884" y="844684"/>
                  </a:cubicBezTo>
                  <a:cubicBezTo>
                    <a:pt x="2053457" y="830314"/>
                    <a:pt x="2119922" y="826415"/>
                    <a:pt x="2185734" y="833127"/>
                  </a:cubicBezTo>
                  <a:cubicBezTo>
                    <a:pt x="2200339" y="833508"/>
                    <a:pt x="2197481" y="793439"/>
                    <a:pt x="2197481" y="793439"/>
                  </a:cubicBezTo>
                  <a:cubicBezTo>
                    <a:pt x="1860360" y="519564"/>
                    <a:pt x="1479931" y="208159"/>
                    <a:pt x="1050290" y="88589"/>
                  </a:cubicBezTo>
                  <a:cubicBezTo>
                    <a:pt x="935990" y="56839"/>
                    <a:pt x="762191" y="-28315"/>
                    <a:pt x="648652" y="9023"/>
                  </a:cubicBezTo>
                  <a:cubicBezTo>
                    <a:pt x="648843" y="9023"/>
                    <a:pt x="361315" y="158439"/>
                    <a:pt x="261938" y="252038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/>
          </p:nvSpPr>
          <p:spPr>
            <a:xfrm>
              <a:off x="863663" y="10932438"/>
              <a:ext cx="2185733" cy="1180407"/>
            </a:xfrm>
            <a:custGeom>
              <a:avLst/>
              <a:gdLst>
                <a:gd name="connsiteX0" fmla="*/ 250000 w 2185733"/>
                <a:gd name="connsiteY0" fmla="*/ 251802 h 1180407"/>
                <a:gd name="connsiteX1" fmla="*/ 0 w 2185733"/>
                <a:gd name="connsiteY1" fmla="*/ 520090 h 1180407"/>
                <a:gd name="connsiteX2" fmla="*/ 350139 w 2185733"/>
                <a:gd name="connsiteY2" fmla="*/ 739292 h 1180407"/>
                <a:gd name="connsiteX3" fmla="*/ 1040194 w 2185733"/>
                <a:gd name="connsiteY3" fmla="*/ 1049743 h 1180407"/>
                <a:gd name="connsiteX4" fmla="*/ 1306386 w 2185733"/>
                <a:gd name="connsiteY4" fmla="*/ 1155916 h 1180407"/>
                <a:gd name="connsiteX5" fmla="*/ 1475486 w 2185733"/>
                <a:gd name="connsiteY5" fmla="*/ 1147533 h 1180407"/>
                <a:gd name="connsiteX6" fmla="*/ 1536827 w 2185733"/>
                <a:gd name="connsiteY6" fmla="*/ 1070825 h 1180407"/>
                <a:gd name="connsiteX7" fmla="*/ 1597914 w 2185733"/>
                <a:gd name="connsiteY7" fmla="*/ 1000975 h 1180407"/>
                <a:gd name="connsiteX8" fmla="*/ 1986090 w 2185733"/>
                <a:gd name="connsiteY8" fmla="*/ 805459 h 1180407"/>
                <a:gd name="connsiteX9" fmla="*/ 1988884 w 2185733"/>
                <a:gd name="connsiteY9" fmla="*/ 804951 h 1180407"/>
                <a:gd name="connsiteX10" fmla="*/ 2185734 w 2185733"/>
                <a:gd name="connsiteY10" fmla="*/ 793394 h 1180407"/>
                <a:gd name="connsiteX11" fmla="*/ 1038543 w 2185733"/>
                <a:gd name="connsiteY11" fmla="*/ 88544 h 1180407"/>
                <a:gd name="connsiteX12" fmla="*/ 636905 w 2185733"/>
                <a:gd name="connsiteY12" fmla="*/ 8978 h 1180407"/>
                <a:gd name="connsiteX13" fmla="*/ 250000 w 2185733"/>
                <a:gd name="connsiteY13" fmla="*/ 251802 h 118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5733" h="1180407">
                  <a:moveTo>
                    <a:pt x="250000" y="251802"/>
                  </a:moveTo>
                  <a:cubicBezTo>
                    <a:pt x="169926" y="327304"/>
                    <a:pt x="43942" y="418871"/>
                    <a:pt x="0" y="520090"/>
                  </a:cubicBezTo>
                  <a:cubicBezTo>
                    <a:pt x="103378" y="600544"/>
                    <a:pt x="231140" y="685190"/>
                    <a:pt x="350139" y="739292"/>
                  </a:cubicBezTo>
                  <a:cubicBezTo>
                    <a:pt x="583438" y="845654"/>
                    <a:pt x="810768" y="933221"/>
                    <a:pt x="1040194" y="1049743"/>
                  </a:cubicBezTo>
                  <a:cubicBezTo>
                    <a:pt x="1125284" y="1093050"/>
                    <a:pt x="1220153" y="1116545"/>
                    <a:pt x="1306386" y="1155916"/>
                  </a:cubicBezTo>
                  <a:cubicBezTo>
                    <a:pt x="1362012" y="1181316"/>
                    <a:pt x="1414971" y="1197698"/>
                    <a:pt x="1475486" y="1147533"/>
                  </a:cubicBezTo>
                  <a:cubicBezTo>
                    <a:pt x="1500886" y="1126579"/>
                    <a:pt x="1517841" y="1097622"/>
                    <a:pt x="1536827" y="1070825"/>
                  </a:cubicBezTo>
                  <a:cubicBezTo>
                    <a:pt x="1554906" y="1045616"/>
                    <a:pt x="1575359" y="1022248"/>
                    <a:pt x="1597914" y="1000975"/>
                  </a:cubicBezTo>
                  <a:cubicBezTo>
                    <a:pt x="1697546" y="906043"/>
                    <a:pt x="1844421" y="835177"/>
                    <a:pt x="1986090" y="805459"/>
                  </a:cubicBezTo>
                  <a:cubicBezTo>
                    <a:pt x="1986985" y="805122"/>
                    <a:pt x="1987931" y="804951"/>
                    <a:pt x="1988884" y="804951"/>
                  </a:cubicBezTo>
                  <a:cubicBezTo>
                    <a:pt x="2053457" y="790580"/>
                    <a:pt x="2119922" y="786682"/>
                    <a:pt x="2185734" y="793394"/>
                  </a:cubicBezTo>
                  <a:cubicBezTo>
                    <a:pt x="1848549" y="519582"/>
                    <a:pt x="1468184" y="208114"/>
                    <a:pt x="1038543" y="88544"/>
                  </a:cubicBezTo>
                  <a:cubicBezTo>
                    <a:pt x="924243" y="56794"/>
                    <a:pt x="750253" y="-28233"/>
                    <a:pt x="636905" y="8978"/>
                  </a:cubicBezTo>
                  <a:cubicBezTo>
                    <a:pt x="637032" y="8915"/>
                    <a:pt x="349187" y="158330"/>
                    <a:pt x="250000" y="25180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/>
          </p:nvSpPr>
          <p:spPr>
            <a:xfrm>
              <a:off x="903801" y="10961549"/>
              <a:ext cx="2072062" cy="1124530"/>
            </a:xfrm>
            <a:custGeom>
              <a:avLst/>
              <a:gdLst>
                <a:gd name="connsiteX0" fmla="*/ 248 w 2072062"/>
                <a:gd name="connsiteY0" fmla="*/ 486407 h 1124530"/>
                <a:gd name="connsiteX1" fmla="*/ 5900 w 2072062"/>
                <a:gd name="connsiteY1" fmla="*/ 465262 h 1124530"/>
                <a:gd name="connsiteX2" fmla="*/ 5900 w 2072062"/>
                <a:gd name="connsiteY2" fmla="*/ 465262 h 1124530"/>
                <a:gd name="connsiteX3" fmla="*/ 605530 w 2072062"/>
                <a:gd name="connsiteY3" fmla="*/ 1712 h 1124530"/>
                <a:gd name="connsiteX4" fmla="*/ 965575 w 2072062"/>
                <a:gd name="connsiteY4" fmla="*/ 74356 h 1124530"/>
                <a:gd name="connsiteX5" fmla="*/ 1000754 w 2072062"/>
                <a:gd name="connsiteY5" fmla="*/ 84262 h 1124530"/>
                <a:gd name="connsiteX6" fmla="*/ 2072063 w 2072062"/>
                <a:gd name="connsiteY6" fmla="*/ 735137 h 1124530"/>
                <a:gd name="connsiteX7" fmla="*/ 2069967 w 2072062"/>
                <a:gd name="connsiteY7" fmla="*/ 739391 h 1124530"/>
                <a:gd name="connsiteX8" fmla="*/ 2024692 w 2072062"/>
                <a:gd name="connsiteY8" fmla="*/ 734311 h 1124530"/>
                <a:gd name="connsiteX9" fmla="*/ 1532059 w 2072062"/>
                <a:gd name="connsiteY9" fmla="*/ 953831 h 1124530"/>
                <a:gd name="connsiteX10" fmla="*/ 1474464 w 2072062"/>
                <a:gd name="connsiteY10" fmla="*/ 1019554 h 1124530"/>
                <a:gd name="connsiteX11" fmla="*/ 1463923 w 2072062"/>
                <a:gd name="connsiteY11" fmla="*/ 1034730 h 1124530"/>
                <a:gd name="connsiteX12" fmla="*/ 1415854 w 2072062"/>
                <a:gd name="connsiteY12" fmla="*/ 1092832 h 1124530"/>
                <a:gd name="connsiteX13" fmla="*/ 1253040 w 2072062"/>
                <a:gd name="connsiteY13" fmla="*/ 1101151 h 1124530"/>
                <a:gd name="connsiteX14" fmla="*/ 1139756 w 2072062"/>
                <a:gd name="connsiteY14" fmla="*/ 1056701 h 1124530"/>
                <a:gd name="connsiteX15" fmla="*/ 1000500 w 2072062"/>
                <a:gd name="connsiteY15" fmla="*/ 1000059 h 1124530"/>
                <a:gd name="connsiteX16" fmla="*/ 587242 w 2072062"/>
                <a:gd name="connsiteY16" fmla="*/ 811464 h 1124530"/>
                <a:gd name="connsiteX17" fmla="*/ 345942 w 2072062"/>
                <a:gd name="connsiteY17" fmla="*/ 705673 h 1124530"/>
                <a:gd name="connsiteX18" fmla="*/ 10726 w 2072062"/>
                <a:gd name="connsiteY18" fmla="*/ 504505 h 1124530"/>
                <a:gd name="connsiteX19" fmla="*/ 4376 w 2072062"/>
                <a:gd name="connsiteY19" fmla="*/ 497329 h 1124530"/>
                <a:gd name="connsiteX20" fmla="*/ 248 w 2072062"/>
                <a:gd name="connsiteY20" fmla="*/ 486407 h 1124530"/>
                <a:gd name="connsiteX21" fmla="*/ 999421 w 2072062"/>
                <a:gd name="connsiteY21" fmla="*/ 89088 h 1124530"/>
                <a:gd name="connsiteX22" fmla="*/ 964305 w 2072062"/>
                <a:gd name="connsiteY22" fmla="*/ 79182 h 1124530"/>
                <a:gd name="connsiteX23" fmla="*/ 606800 w 2072062"/>
                <a:gd name="connsiteY23" fmla="*/ 6474 h 1124530"/>
                <a:gd name="connsiteX24" fmla="*/ 9519 w 2072062"/>
                <a:gd name="connsiteY24" fmla="*/ 468183 h 1124530"/>
                <a:gd name="connsiteX25" fmla="*/ 7678 w 2072062"/>
                <a:gd name="connsiteY25" fmla="*/ 466722 h 1124530"/>
                <a:gd name="connsiteX26" fmla="*/ 9519 w 2072062"/>
                <a:gd name="connsiteY26" fmla="*/ 468183 h 1124530"/>
                <a:gd name="connsiteX27" fmla="*/ 4884 w 2072062"/>
                <a:gd name="connsiteY27" fmla="*/ 485709 h 1124530"/>
                <a:gd name="connsiteX28" fmla="*/ 13710 w 2072062"/>
                <a:gd name="connsiteY28" fmla="*/ 501139 h 1124530"/>
                <a:gd name="connsiteX29" fmla="*/ 348101 w 2072062"/>
                <a:gd name="connsiteY29" fmla="*/ 701799 h 1124530"/>
                <a:gd name="connsiteX30" fmla="*/ 589084 w 2072062"/>
                <a:gd name="connsiteY30" fmla="*/ 807590 h 1124530"/>
                <a:gd name="connsiteX31" fmla="*/ 1002596 w 2072062"/>
                <a:gd name="connsiteY31" fmla="*/ 996249 h 1124530"/>
                <a:gd name="connsiteX32" fmla="*/ 1141407 w 2072062"/>
                <a:gd name="connsiteY32" fmla="*/ 1052637 h 1124530"/>
                <a:gd name="connsiteX33" fmla="*/ 1255008 w 2072062"/>
                <a:gd name="connsiteY33" fmla="*/ 1097087 h 1124530"/>
                <a:gd name="connsiteX34" fmla="*/ 1412996 w 2072062"/>
                <a:gd name="connsiteY34" fmla="*/ 1089404 h 1124530"/>
                <a:gd name="connsiteX35" fmla="*/ 1460177 w 2072062"/>
                <a:gd name="connsiteY35" fmla="*/ 1032254 h 1124530"/>
                <a:gd name="connsiteX36" fmla="*/ 1470718 w 2072062"/>
                <a:gd name="connsiteY36" fmla="*/ 1016950 h 1124530"/>
                <a:gd name="connsiteX37" fmla="*/ 1528947 w 2072062"/>
                <a:gd name="connsiteY37" fmla="*/ 950529 h 1124530"/>
                <a:gd name="connsiteX38" fmla="*/ 2024247 w 2072062"/>
                <a:gd name="connsiteY38" fmla="*/ 729676 h 1124530"/>
                <a:gd name="connsiteX39" fmla="*/ 2060950 w 2072062"/>
                <a:gd name="connsiteY39" fmla="*/ 732724 h 1124530"/>
                <a:gd name="connsiteX40" fmla="*/ 999421 w 2072062"/>
                <a:gd name="connsiteY40" fmla="*/ 89088 h 11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72062" h="1124530">
                  <a:moveTo>
                    <a:pt x="248" y="486407"/>
                  </a:moveTo>
                  <a:cubicBezTo>
                    <a:pt x="-749" y="478889"/>
                    <a:pt x="1283" y="471282"/>
                    <a:pt x="5900" y="465262"/>
                  </a:cubicBezTo>
                  <a:lnTo>
                    <a:pt x="5900" y="465262"/>
                  </a:lnTo>
                  <a:cubicBezTo>
                    <a:pt x="243898" y="150937"/>
                    <a:pt x="601593" y="3426"/>
                    <a:pt x="605530" y="1712"/>
                  </a:cubicBezTo>
                  <a:cubicBezTo>
                    <a:pt x="663633" y="-10988"/>
                    <a:pt x="845370" y="40256"/>
                    <a:pt x="965575" y="74356"/>
                  </a:cubicBezTo>
                  <a:lnTo>
                    <a:pt x="1000754" y="84262"/>
                  </a:lnTo>
                  <a:cubicBezTo>
                    <a:pt x="1376230" y="189037"/>
                    <a:pt x="1721733" y="452117"/>
                    <a:pt x="2072063" y="735137"/>
                  </a:cubicBezTo>
                  <a:lnTo>
                    <a:pt x="2069967" y="739391"/>
                  </a:lnTo>
                  <a:cubicBezTo>
                    <a:pt x="2055165" y="735689"/>
                    <a:pt x="2039944" y="733981"/>
                    <a:pt x="2024692" y="734311"/>
                  </a:cubicBezTo>
                  <a:cubicBezTo>
                    <a:pt x="1934141" y="740090"/>
                    <a:pt x="1625086" y="865185"/>
                    <a:pt x="1532059" y="953831"/>
                  </a:cubicBezTo>
                  <a:cubicBezTo>
                    <a:pt x="1510793" y="973834"/>
                    <a:pt x="1491508" y="995868"/>
                    <a:pt x="1474464" y="1019554"/>
                  </a:cubicBezTo>
                  <a:cubicBezTo>
                    <a:pt x="1470908" y="1024570"/>
                    <a:pt x="1467416" y="1029650"/>
                    <a:pt x="1463923" y="1034730"/>
                  </a:cubicBezTo>
                  <a:cubicBezTo>
                    <a:pt x="1449826" y="1055368"/>
                    <a:pt x="1435285" y="1076640"/>
                    <a:pt x="1415854" y="1092832"/>
                  </a:cubicBezTo>
                  <a:cubicBezTo>
                    <a:pt x="1356164" y="1142299"/>
                    <a:pt x="1302697" y="1124074"/>
                    <a:pt x="1253040" y="1101151"/>
                  </a:cubicBezTo>
                  <a:cubicBezTo>
                    <a:pt x="1216400" y="1084450"/>
                    <a:pt x="1177475" y="1070481"/>
                    <a:pt x="1139756" y="1056701"/>
                  </a:cubicBezTo>
                  <a:cubicBezTo>
                    <a:pt x="1092201" y="1040762"/>
                    <a:pt x="1045687" y="1021840"/>
                    <a:pt x="1000500" y="1000059"/>
                  </a:cubicBezTo>
                  <a:cubicBezTo>
                    <a:pt x="862642" y="930209"/>
                    <a:pt x="722624" y="869757"/>
                    <a:pt x="587242" y="811464"/>
                  </a:cubicBezTo>
                  <a:cubicBezTo>
                    <a:pt x="508502" y="777618"/>
                    <a:pt x="427159" y="742566"/>
                    <a:pt x="345942" y="705673"/>
                  </a:cubicBezTo>
                  <a:cubicBezTo>
                    <a:pt x="242310" y="658302"/>
                    <a:pt x="110992" y="579371"/>
                    <a:pt x="10726" y="504505"/>
                  </a:cubicBezTo>
                  <a:cubicBezTo>
                    <a:pt x="8205" y="502505"/>
                    <a:pt x="6052" y="500079"/>
                    <a:pt x="4376" y="497329"/>
                  </a:cubicBezTo>
                  <a:cubicBezTo>
                    <a:pt x="2274" y="494008"/>
                    <a:pt x="870" y="490294"/>
                    <a:pt x="248" y="486407"/>
                  </a:cubicBezTo>
                  <a:close/>
                  <a:moveTo>
                    <a:pt x="999421" y="89088"/>
                  </a:moveTo>
                  <a:lnTo>
                    <a:pt x="964305" y="79182"/>
                  </a:lnTo>
                  <a:cubicBezTo>
                    <a:pt x="851783" y="47432"/>
                    <a:pt x="663442" y="-6035"/>
                    <a:pt x="606800" y="6474"/>
                  </a:cubicBezTo>
                  <a:cubicBezTo>
                    <a:pt x="603244" y="7935"/>
                    <a:pt x="246755" y="154937"/>
                    <a:pt x="9519" y="468183"/>
                  </a:cubicBezTo>
                  <a:lnTo>
                    <a:pt x="7678" y="466722"/>
                  </a:lnTo>
                  <a:lnTo>
                    <a:pt x="9519" y="468183"/>
                  </a:lnTo>
                  <a:cubicBezTo>
                    <a:pt x="5728" y="473187"/>
                    <a:pt x="4064" y="479486"/>
                    <a:pt x="4884" y="485709"/>
                  </a:cubicBezTo>
                  <a:cubicBezTo>
                    <a:pt x="5639" y="491830"/>
                    <a:pt x="8821" y="497387"/>
                    <a:pt x="13710" y="501139"/>
                  </a:cubicBezTo>
                  <a:cubicBezTo>
                    <a:pt x="113532" y="575815"/>
                    <a:pt x="244723" y="654555"/>
                    <a:pt x="348101" y="701799"/>
                  </a:cubicBezTo>
                  <a:cubicBezTo>
                    <a:pt x="429064" y="738693"/>
                    <a:pt x="510407" y="773681"/>
                    <a:pt x="589084" y="807590"/>
                  </a:cubicBezTo>
                  <a:cubicBezTo>
                    <a:pt x="724529" y="865884"/>
                    <a:pt x="864610" y="926145"/>
                    <a:pt x="1002596" y="996249"/>
                  </a:cubicBezTo>
                  <a:cubicBezTo>
                    <a:pt x="1047636" y="1017966"/>
                    <a:pt x="1093998" y="1036762"/>
                    <a:pt x="1141407" y="1052637"/>
                  </a:cubicBezTo>
                  <a:cubicBezTo>
                    <a:pt x="1179126" y="1066162"/>
                    <a:pt x="1218178" y="1080132"/>
                    <a:pt x="1255008" y="1097087"/>
                  </a:cubicBezTo>
                  <a:cubicBezTo>
                    <a:pt x="1305300" y="1120328"/>
                    <a:pt x="1355275" y="1137219"/>
                    <a:pt x="1412996" y="1089404"/>
                  </a:cubicBezTo>
                  <a:cubicBezTo>
                    <a:pt x="1432046" y="1073719"/>
                    <a:pt x="1446270" y="1052700"/>
                    <a:pt x="1460177" y="1032254"/>
                  </a:cubicBezTo>
                  <a:cubicBezTo>
                    <a:pt x="1463669" y="1027110"/>
                    <a:pt x="1467162" y="1022030"/>
                    <a:pt x="1470718" y="1016950"/>
                  </a:cubicBezTo>
                  <a:cubicBezTo>
                    <a:pt x="1487920" y="992947"/>
                    <a:pt x="1507421" y="970722"/>
                    <a:pt x="1528947" y="950529"/>
                  </a:cubicBezTo>
                  <a:cubicBezTo>
                    <a:pt x="1624705" y="859279"/>
                    <a:pt x="1931029" y="735645"/>
                    <a:pt x="2024247" y="729676"/>
                  </a:cubicBezTo>
                  <a:cubicBezTo>
                    <a:pt x="2036560" y="729238"/>
                    <a:pt x="2048879" y="730260"/>
                    <a:pt x="2060950" y="732724"/>
                  </a:cubicBezTo>
                  <a:cubicBezTo>
                    <a:pt x="1713986" y="452244"/>
                    <a:pt x="1371277" y="192783"/>
                    <a:pt x="999421" y="89088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/>
          </p:nvSpPr>
          <p:spPr>
            <a:xfrm>
              <a:off x="948243" y="10984623"/>
              <a:ext cx="1942593" cy="1085665"/>
            </a:xfrm>
            <a:custGeom>
              <a:avLst/>
              <a:gdLst>
                <a:gd name="connsiteX0" fmla="*/ 256 w 1942593"/>
                <a:gd name="connsiteY0" fmla="*/ 454888 h 1085665"/>
                <a:gd name="connsiteX1" fmla="*/ 5399 w 1942593"/>
                <a:gd name="connsiteY1" fmla="*/ 434758 h 1085665"/>
                <a:gd name="connsiteX2" fmla="*/ 5399 w 1942593"/>
                <a:gd name="connsiteY2" fmla="*/ 434758 h 1085665"/>
                <a:gd name="connsiteX3" fmla="*/ 553912 w 1942593"/>
                <a:gd name="connsiteY3" fmla="*/ 1434 h 1085665"/>
                <a:gd name="connsiteX4" fmla="*/ 898717 w 1942593"/>
                <a:gd name="connsiteY4" fmla="*/ 75602 h 1085665"/>
                <a:gd name="connsiteX5" fmla="*/ 932118 w 1942593"/>
                <a:gd name="connsiteY5" fmla="*/ 85508 h 1085665"/>
                <a:gd name="connsiteX6" fmla="*/ 1942594 w 1942593"/>
                <a:gd name="connsiteY6" fmla="*/ 695934 h 1085665"/>
                <a:gd name="connsiteX7" fmla="*/ 1940308 w 1942593"/>
                <a:gd name="connsiteY7" fmla="*/ 700125 h 1085665"/>
                <a:gd name="connsiteX8" fmla="*/ 1916368 w 1942593"/>
                <a:gd name="connsiteY8" fmla="*/ 697775 h 1085665"/>
                <a:gd name="connsiteX9" fmla="*/ 1467677 w 1942593"/>
                <a:gd name="connsiteY9" fmla="*/ 923200 h 1085665"/>
                <a:gd name="connsiteX10" fmla="*/ 1413449 w 1942593"/>
                <a:gd name="connsiteY10" fmla="*/ 985938 h 1085665"/>
                <a:gd name="connsiteX11" fmla="*/ 1403542 w 1942593"/>
                <a:gd name="connsiteY11" fmla="*/ 1000480 h 1085665"/>
                <a:gd name="connsiteX12" fmla="*/ 1358204 w 1942593"/>
                <a:gd name="connsiteY12" fmla="*/ 1055915 h 1085665"/>
                <a:gd name="connsiteX13" fmla="*/ 1202692 w 1942593"/>
                <a:gd name="connsiteY13" fmla="*/ 1062265 h 1085665"/>
                <a:gd name="connsiteX14" fmla="*/ 1094171 w 1942593"/>
                <a:gd name="connsiteY14" fmla="*/ 1018450 h 1085665"/>
                <a:gd name="connsiteX15" fmla="*/ 960821 w 1942593"/>
                <a:gd name="connsiteY15" fmla="*/ 962316 h 1085665"/>
                <a:gd name="connsiteX16" fmla="*/ 564326 w 1942593"/>
                <a:gd name="connsiteY16" fmla="*/ 775880 h 1085665"/>
                <a:gd name="connsiteX17" fmla="*/ 332996 w 1942593"/>
                <a:gd name="connsiteY17" fmla="*/ 671105 h 1085665"/>
                <a:gd name="connsiteX18" fmla="*/ 10924 w 1942593"/>
                <a:gd name="connsiteY18" fmla="*/ 473366 h 1085665"/>
                <a:gd name="connsiteX19" fmla="*/ 4574 w 1942593"/>
                <a:gd name="connsiteY19" fmla="*/ 466381 h 1085665"/>
                <a:gd name="connsiteX20" fmla="*/ 256 w 1942593"/>
                <a:gd name="connsiteY20" fmla="*/ 454888 h 1085665"/>
                <a:gd name="connsiteX21" fmla="*/ 930785 w 1942593"/>
                <a:gd name="connsiteY21" fmla="*/ 90080 h 1085665"/>
                <a:gd name="connsiteX22" fmla="*/ 897321 w 1942593"/>
                <a:gd name="connsiteY22" fmla="*/ 80238 h 1085665"/>
                <a:gd name="connsiteX23" fmla="*/ 555119 w 1942593"/>
                <a:gd name="connsiteY23" fmla="*/ 6006 h 1085665"/>
                <a:gd name="connsiteX24" fmla="*/ 9019 w 1942593"/>
                <a:gd name="connsiteY24" fmla="*/ 437806 h 1085665"/>
                <a:gd name="connsiteX25" fmla="*/ 9019 w 1942593"/>
                <a:gd name="connsiteY25" fmla="*/ 437806 h 1085665"/>
                <a:gd name="connsiteX26" fmla="*/ 13400 w 1942593"/>
                <a:gd name="connsiteY26" fmla="*/ 469556 h 1085665"/>
                <a:gd name="connsiteX27" fmla="*/ 334710 w 1942593"/>
                <a:gd name="connsiteY27" fmla="*/ 666787 h 1085665"/>
                <a:gd name="connsiteX28" fmla="*/ 565914 w 1942593"/>
                <a:gd name="connsiteY28" fmla="*/ 771499 h 1085665"/>
                <a:gd name="connsiteX29" fmla="*/ 962662 w 1942593"/>
                <a:gd name="connsiteY29" fmla="*/ 958062 h 1085665"/>
                <a:gd name="connsiteX30" fmla="*/ 1096012 w 1942593"/>
                <a:gd name="connsiteY30" fmla="*/ 1014006 h 1085665"/>
                <a:gd name="connsiteX31" fmla="*/ 1204914 w 1942593"/>
                <a:gd name="connsiteY31" fmla="*/ 1057947 h 1085665"/>
                <a:gd name="connsiteX32" fmla="*/ 1355473 w 1942593"/>
                <a:gd name="connsiteY32" fmla="*/ 1052423 h 1085665"/>
                <a:gd name="connsiteX33" fmla="*/ 1399923 w 1942593"/>
                <a:gd name="connsiteY33" fmla="*/ 997940 h 1085665"/>
                <a:gd name="connsiteX34" fmla="*/ 1409829 w 1942593"/>
                <a:gd name="connsiteY34" fmla="*/ 983335 h 1085665"/>
                <a:gd name="connsiteX35" fmla="*/ 1464756 w 1942593"/>
                <a:gd name="connsiteY35" fmla="*/ 919835 h 1085665"/>
                <a:gd name="connsiteX36" fmla="*/ 1916242 w 1942593"/>
                <a:gd name="connsiteY36" fmla="*/ 693076 h 1085665"/>
                <a:gd name="connsiteX37" fmla="*/ 1932117 w 1942593"/>
                <a:gd name="connsiteY37" fmla="*/ 693521 h 1085665"/>
                <a:gd name="connsiteX38" fmla="*/ 930785 w 1942593"/>
                <a:gd name="connsiteY38" fmla="*/ 90080 h 108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42593" h="1085665">
                  <a:moveTo>
                    <a:pt x="256" y="454888"/>
                  </a:moveTo>
                  <a:cubicBezTo>
                    <a:pt x="-722" y="447763"/>
                    <a:pt x="1126" y="440543"/>
                    <a:pt x="5399" y="434758"/>
                  </a:cubicBezTo>
                  <a:lnTo>
                    <a:pt x="5399" y="434758"/>
                  </a:lnTo>
                  <a:cubicBezTo>
                    <a:pt x="229427" y="134276"/>
                    <a:pt x="550293" y="2958"/>
                    <a:pt x="553912" y="1434"/>
                  </a:cubicBezTo>
                  <a:cubicBezTo>
                    <a:pt x="609284" y="-10313"/>
                    <a:pt x="783465" y="41376"/>
                    <a:pt x="898717" y="75602"/>
                  </a:cubicBezTo>
                  <a:lnTo>
                    <a:pt x="932118" y="85508"/>
                  </a:lnTo>
                  <a:cubicBezTo>
                    <a:pt x="1314833" y="197459"/>
                    <a:pt x="1654367" y="459269"/>
                    <a:pt x="1942594" y="695934"/>
                  </a:cubicBezTo>
                  <a:lnTo>
                    <a:pt x="1940308" y="700125"/>
                  </a:lnTo>
                  <a:cubicBezTo>
                    <a:pt x="1932548" y="697826"/>
                    <a:pt x="1924427" y="697026"/>
                    <a:pt x="1916368" y="697775"/>
                  </a:cubicBezTo>
                  <a:cubicBezTo>
                    <a:pt x="1815911" y="705903"/>
                    <a:pt x="1560133" y="834427"/>
                    <a:pt x="1467677" y="923200"/>
                  </a:cubicBezTo>
                  <a:cubicBezTo>
                    <a:pt x="1447573" y="942250"/>
                    <a:pt x="1429406" y="963269"/>
                    <a:pt x="1413449" y="985938"/>
                  </a:cubicBezTo>
                  <a:cubicBezTo>
                    <a:pt x="1410083" y="990701"/>
                    <a:pt x="1407099" y="995590"/>
                    <a:pt x="1403542" y="1000480"/>
                  </a:cubicBezTo>
                  <a:cubicBezTo>
                    <a:pt x="1390271" y="1020165"/>
                    <a:pt x="1376618" y="1040548"/>
                    <a:pt x="1358204" y="1055915"/>
                  </a:cubicBezTo>
                  <a:cubicBezTo>
                    <a:pt x="1301625" y="1103032"/>
                    <a:pt x="1250254" y="1084807"/>
                    <a:pt x="1202692" y="1062265"/>
                  </a:cubicBezTo>
                  <a:cubicBezTo>
                    <a:pt x="1167577" y="1045756"/>
                    <a:pt x="1130239" y="1031849"/>
                    <a:pt x="1094171" y="1018450"/>
                  </a:cubicBezTo>
                  <a:cubicBezTo>
                    <a:pt x="1048590" y="1002575"/>
                    <a:pt x="1004051" y="983779"/>
                    <a:pt x="960821" y="962316"/>
                  </a:cubicBezTo>
                  <a:cubicBezTo>
                    <a:pt x="828486" y="893228"/>
                    <a:pt x="694121" y="833538"/>
                    <a:pt x="564326" y="775880"/>
                  </a:cubicBezTo>
                  <a:cubicBezTo>
                    <a:pt x="488825" y="742289"/>
                    <a:pt x="410783" y="707618"/>
                    <a:pt x="332996" y="671105"/>
                  </a:cubicBezTo>
                  <a:cubicBezTo>
                    <a:pt x="233618" y="624306"/>
                    <a:pt x="107126" y="546645"/>
                    <a:pt x="10924" y="473366"/>
                  </a:cubicBezTo>
                  <a:cubicBezTo>
                    <a:pt x="8397" y="471448"/>
                    <a:pt x="6244" y="469080"/>
                    <a:pt x="4574" y="466381"/>
                  </a:cubicBezTo>
                  <a:cubicBezTo>
                    <a:pt x="2275" y="462933"/>
                    <a:pt x="796" y="458996"/>
                    <a:pt x="256" y="454888"/>
                  </a:cubicBezTo>
                  <a:close/>
                  <a:moveTo>
                    <a:pt x="930785" y="90080"/>
                  </a:moveTo>
                  <a:lnTo>
                    <a:pt x="897321" y="80238"/>
                  </a:lnTo>
                  <a:cubicBezTo>
                    <a:pt x="789371" y="48488"/>
                    <a:pt x="609031" y="-5360"/>
                    <a:pt x="555119" y="6006"/>
                  </a:cubicBezTo>
                  <a:cubicBezTo>
                    <a:pt x="551944" y="7340"/>
                    <a:pt x="232285" y="138277"/>
                    <a:pt x="9019" y="437806"/>
                  </a:cubicBezTo>
                  <a:lnTo>
                    <a:pt x="9019" y="437806"/>
                  </a:lnTo>
                  <a:cubicBezTo>
                    <a:pt x="1678" y="447839"/>
                    <a:pt x="3615" y="461885"/>
                    <a:pt x="13400" y="469556"/>
                  </a:cubicBezTo>
                  <a:cubicBezTo>
                    <a:pt x="109412" y="542708"/>
                    <a:pt x="235650" y="620115"/>
                    <a:pt x="334710" y="666787"/>
                  </a:cubicBezTo>
                  <a:cubicBezTo>
                    <a:pt x="412371" y="703300"/>
                    <a:pt x="490476" y="737971"/>
                    <a:pt x="565914" y="771499"/>
                  </a:cubicBezTo>
                  <a:cubicBezTo>
                    <a:pt x="695835" y="829220"/>
                    <a:pt x="830201" y="888910"/>
                    <a:pt x="962662" y="958062"/>
                  </a:cubicBezTo>
                  <a:cubicBezTo>
                    <a:pt x="1005905" y="979461"/>
                    <a:pt x="1050438" y="998131"/>
                    <a:pt x="1096012" y="1014006"/>
                  </a:cubicBezTo>
                  <a:cubicBezTo>
                    <a:pt x="1132207" y="1027468"/>
                    <a:pt x="1169608" y="1041374"/>
                    <a:pt x="1204914" y="1057947"/>
                  </a:cubicBezTo>
                  <a:cubicBezTo>
                    <a:pt x="1253174" y="1080934"/>
                    <a:pt x="1300990" y="1097762"/>
                    <a:pt x="1355473" y="1052423"/>
                  </a:cubicBezTo>
                  <a:cubicBezTo>
                    <a:pt x="1373317" y="1037437"/>
                    <a:pt x="1386842" y="1017370"/>
                    <a:pt x="1399923" y="997940"/>
                  </a:cubicBezTo>
                  <a:cubicBezTo>
                    <a:pt x="1403225" y="993050"/>
                    <a:pt x="1406273" y="988161"/>
                    <a:pt x="1409829" y="983335"/>
                  </a:cubicBezTo>
                  <a:cubicBezTo>
                    <a:pt x="1426034" y="960411"/>
                    <a:pt x="1444430" y="939202"/>
                    <a:pt x="1464756" y="919835"/>
                  </a:cubicBezTo>
                  <a:cubicBezTo>
                    <a:pt x="1557721" y="830554"/>
                    <a:pt x="1815086" y="701331"/>
                    <a:pt x="1916242" y="693076"/>
                  </a:cubicBezTo>
                  <a:cubicBezTo>
                    <a:pt x="1921531" y="692657"/>
                    <a:pt x="1926859" y="692803"/>
                    <a:pt x="1932117" y="693521"/>
                  </a:cubicBezTo>
                  <a:cubicBezTo>
                    <a:pt x="1645731" y="458698"/>
                    <a:pt x="1309308" y="200824"/>
                    <a:pt x="930785" y="90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/>
          </p:nvSpPr>
          <p:spPr>
            <a:xfrm>
              <a:off x="821816" y="11415171"/>
              <a:ext cx="59281" cy="40032"/>
            </a:xfrm>
            <a:custGeom>
              <a:avLst/>
              <a:gdLst>
                <a:gd name="connsiteX0" fmla="*/ 56198 w 59281"/>
                <a:gd name="connsiteY0" fmla="*/ 37294 h 40032"/>
                <a:gd name="connsiteX1" fmla="*/ 40323 w 59281"/>
                <a:gd name="connsiteY1" fmla="*/ 39580 h 40032"/>
                <a:gd name="connsiteX2" fmla="*/ 7938 w 59281"/>
                <a:gd name="connsiteY2" fmla="*/ 24023 h 40032"/>
                <a:gd name="connsiteX3" fmla="*/ 0 w 59281"/>
                <a:gd name="connsiteY3" fmla="*/ 8020 h 40032"/>
                <a:gd name="connsiteX4" fmla="*/ 13589 w 59281"/>
                <a:gd name="connsiteY4" fmla="*/ 2560 h 40032"/>
                <a:gd name="connsiteX5" fmla="*/ 20701 w 59281"/>
                <a:gd name="connsiteY5" fmla="*/ 10370 h 40032"/>
                <a:gd name="connsiteX6" fmla="*/ 44006 w 59281"/>
                <a:gd name="connsiteY6" fmla="*/ 22372 h 40032"/>
                <a:gd name="connsiteX7" fmla="*/ 57213 w 59281"/>
                <a:gd name="connsiteY7" fmla="*/ 36342 h 40032"/>
                <a:gd name="connsiteX8" fmla="*/ 56198 w 59281"/>
                <a:gd name="connsiteY8" fmla="*/ 37294 h 4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281" h="40032">
                  <a:moveTo>
                    <a:pt x="56198" y="37294"/>
                  </a:moveTo>
                  <a:cubicBezTo>
                    <a:pt x="51181" y="39370"/>
                    <a:pt x="45720" y="40158"/>
                    <a:pt x="40323" y="39580"/>
                  </a:cubicBezTo>
                  <a:cubicBezTo>
                    <a:pt x="27800" y="39269"/>
                    <a:pt x="16008" y="33605"/>
                    <a:pt x="7938" y="24023"/>
                  </a:cubicBezTo>
                  <a:cubicBezTo>
                    <a:pt x="3734" y="19609"/>
                    <a:pt x="972" y="14034"/>
                    <a:pt x="0" y="8020"/>
                  </a:cubicBezTo>
                  <a:cubicBezTo>
                    <a:pt x="0" y="-679"/>
                    <a:pt x="7429" y="-2584"/>
                    <a:pt x="13589" y="2560"/>
                  </a:cubicBezTo>
                  <a:cubicBezTo>
                    <a:pt x="16154" y="4979"/>
                    <a:pt x="18536" y="7589"/>
                    <a:pt x="20701" y="10370"/>
                  </a:cubicBezTo>
                  <a:cubicBezTo>
                    <a:pt x="26803" y="16999"/>
                    <a:pt x="35065" y="21254"/>
                    <a:pt x="44006" y="22372"/>
                  </a:cubicBezTo>
                  <a:cubicBezTo>
                    <a:pt x="49340" y="23133"/>
                    <a:pt x="64834" y="26943"/>
                    <a:pt x="57213" y="36342"/>
                  </a:cubicBezTo>
                  <a:cubicBezTo>
                    <a:pt x="56921" y="36710"/>
                    <a:pt x="56579" y="37027"/>
                    <a:pt x="56198" y="37294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microsoft.com/office/2007/relationships/hdphoto" Target="../media/image11.jpeg"/><Relationship Id="rId2" Type="http://schemas.openxmlformats.org/officeDocument/2006/relationships/image" Target="../media/image10.jpeg"/><Relationship Id="rId16" Type="http://schemas.openxmlformats.org/officeDocument/2006/relationships/slideLayout" Target="../slideLayouts/slideLayout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胃肠{ppt_title}</a:t>
            </a:r>
            <a:r>
              <a:rPr lang="zh-CN" altLang="en-US" dirty="0"/>
              <a:t>身？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zh-CN" altLang="en-US" dirty="0"/>
              <a:t>探讨人工</a:t>
            </a:r>
            <a:r>
              <a:rPr lang="en-US" altLang="zh-CN" dirty="0"/>
              <a:t>{ppt_subtitle}</a:t>
            </a:r>
            <a:r>
              <a:rPr lang="zh-CN" altLang="en-US" dirty="0"/>
              <a:t>边界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 fontScale="70000"/>
          </a:bodyPr>
          <a:lstStyle/>
          <a:p>
            <a:r>
              <a:rPr lang="zh-CN" altLang="en-US" dirty="0"/>
              <a:t>作者:</a:t>
            </a:r>
            <a:r>
              <a:rPr lang="en-US" altLang="zh-CN" dirty="0"/>
              <a:t>{ppt_author}</a:t>
            </a:r>
            <a:r>
              <a:rPr lang="zh-CN" altLang="en-US" dirty="0"/>
              <a:t>x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http:/</a:t>
            </a:r>
            <a:r>
              <a:rPr lang="en-US" altLang="zh-CN" dirty="0"/>
              <a:t>{ppt_website}</a:t>
            </a:r>
            <a:r>
              <a:rPr lang="zh-CN" altLang="en-US" dirty="0"/>
              <a:t>com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/>
          <p:cNvGrpSpPr/>
          <p:nvPr>
            <p:custDataLst>
              <p:tags r:id="rId1"/>
            </p:custDataLst>
          </p:nvPr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/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</a:t>
                </a:r>
                <a:r>
                  <a:rPr lang="en-US" altLang="zh-CN" dirty="0">
                    <a:sym typeface="Arial" panose="020B0604020202020204" pitchFamily="34" charset="0"/>
                  </a:rPr>
                  <a:t>{part_title_1}</a:t>
                </a:r>
                <a:r>
                  <a:rPr lang="zh-CN" altLang="en-US" dirty="0">
                    <a:sym typeface="Arial" panose="020B0604020202020204" pitchFamily="34" charset="0"/>
                  </a:rPr>
                  <a:t>征</a:t>
                </a:r>
                <a:endParaRPr lang="en-US" dirty="0"/>
              </a:p>
            </p:txBody>
          </p:sp>
          <p:sp>
            <p:nvSpPr>
              <p:cNvPr id="23" name="Number1"/>
              <p:cNvSpPr/>
              <p:nvPr>
                <p:custDataLst>
                  <p:tags r:id="rId3"/>
                </p:custDataLst>
              </p:nvPr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</a:t>
                </a:r>
                <a:r>
                  <a:rPr lang="en-US" altLang="zh-CN" dirty="0">
                    <a:sym typeface="Arial" panose="020B0604020202020204" pitchFamily="34" charset="0"/>
                  </a:rPr>
                  <a:t>{part_title_2}</a:t>
                </a:r>
                <a:r>
                  <a:rPr lang="zh-CN" altLang="en-US" dirty="0">
                    <a:sym typeface="Arial" panose="020B0604020202020204" pitchFamily="34" charset="0"/>
                  </a:rPr>
                  <a:t>征</a:t>
                </a:r>
                <a:endParaRPr lang="en-US" dirty="0"/>
              </a:p>
            </p:txBody>
          </p:sp>
          <p:sp>
            <p:nvSpPr>
              <p:cNvPr id="21" name="Number2"/>
              <p:cNvSpPr/>
              <p:nvPr>
                <p:custDataLst>
                  <p:tags r:id="rId5"/>
                </p:custDataLst>
              </p:nvPr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</a:t>
                </a:r>
                <a:r>
                  <a:rPr lang="en-US" altLang="zh-CN" dirty="0">
                    <a:sym typeface="Arial" panose="020B0604020202020204" pitchFamily="34" charset="0"/>
                  </a:rPr>
                  <a:t>{part_title_3}</a:t>
                </a:r>
                <a:r>
                  <a:rPr lang="zh-CN" altLang="en-US" dirty="0">
                    <a:sym typeface="Arial" panose="020B0604020202020204" pitchFamily="34" charset="0"/>
                  </a:rPr>
                  <a:t>征</a:t>
                </a:r>
                <a:endParaRPr lang="en-US" dirty="0"/>
              </a:p>
            </p:txBody>
          </p:sp>
          <p:sp>
            <p:nvSpPr>
              <p:cNvPr id="19" name="Number3"/>
              <p:cNvSpPr/>
              <p:nvPr>
                <p:custDataLst>
                  <p:tags r:id="rId7"/>
                </p:custDataLst>
              </p:nvPr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</a:t>
                </a:r>
                <a:r>
                  <a:rPr lang="en-US" altLang="zh-CN" dirty="0">
                    <a:sym typeface="Arial" panose="020B0604020202020204" pitchFamily="34" charset="0"/>
                  </a:rPr>
                  <a:t>{part_title_4}</a:t>
                </a:r>
                <a:r>
                  <a:rPr lang="zh-CN" altLang="en-US" dirty="0">
                    <a:sym typeface="Arial" panose="020B0604020202020204" pitchFamily="34" charset="0"/>
                  </a:rPr>
                  <a:t>征</a:t>
                </a:r>
                <a:endParaRPr lang="en-US" dirty="0"/>
              </a:p>
            </p:txBody>
          </p:sp>
          <p:sp>
            <p:nvSpPr>
              <p:cNvPr id="17" name="Number4"/>
              <p:cNvSpPr/>
              <p:nvPr>
                <p:custDataLst>
                  <p:tags r:id="rId9"/>
                </p:custDataLst>
              </p:nvPr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</a:t>
                </a:r>
                <a:r>
                  <a:rPr lang="en-US" altLang="zh-CN" dirty="0">
                    <a:sym typeface="Arial" panose="020B0604020202020204" pitchFamily="34" charset="0"/>
                  </a:rPr>
                  <a:t>{part_title_5}</a:t>
                </a:r>
                <a:r>
                  <a:rPr lang="zh-CN" altLang="en-US" dirty="0">
                    <a:sym typeface="Arial" panose="020B0604020202020204" pitchFamily="34" charset="0"/>
                  </a:rPr>
                  <a:t>征</a:t>
                </a:r>
                <a:endParaRPr lang="en-US" dirty="0"/>
              </a:p>
            </p:txBody>
          </p:sp>
          <p:sp>
            <p:nvSpPr>
              <p:cNvPr id="15" name="Number5"/>
              <p:cNvSpPr/>
              <p:nvPr>
                <p:custDataLst>
                  <p:tags r:id="rId11"/>
                </p:custDataLst>
              </p:nvPr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助手的本质特征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8c38af3-25f9-4fd7-9b05-41df69a8fddc.source.3.zh-Hans.pptx"/>
          <p:cNvGrpSpPr/>
          <p:nvPr/>
        </p:nvGrpSpPr>
        <p:grpSpPr>
          <a:xfrm>
            <a:off x="660399" y="1159329"/>
            <a:ext cx="10858501" cy="4558563"/>
            <a:chOff x="660399" y="1159329"/>
            <a:chExt cx="10858501" cy="4558563"/>
          </a:xfrm>
        </p:grpSpPr>
        <p:grpSp>
          <p:nvGrpSpPr>
            <p:cNvPr id="89" name="组合 88"/>
            <p:cNvGrpSpPr/>
            <p:nvPr/>
          </p:nvGrpSpPr>
          <p:grpSpPr>
            <a:xfrm>
              <a:off x="660400" y="1927665"/>
              <a:ext cx="3561948" cy="3790227"/>
              <a:chOff x="660400" y="1638299"/>
              <a:chExt cx="2611056" cy="2667362"/>
            </a:xfrm>
          </p:grpSpPr>
          <p:pic>
            <p:nvPicPr>
              <p:cNvPr id="134" name="ComponentBackground1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60400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35" name="Bullet1"/>
              <p:cNvSpPr/>
              <p:nvPr/>
            </p:nvSpPr>
            <p:spPr>
              <a:xfrm flipH="1">
                <a:off x="793212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信息处理支持</a:t>
                </a:r>
                <a:endParaRPr lang="en-US" dirty="0"/>
              </a:p>
            </p:txBody>
          </p:sp>
          <p:sp>
            <p:nvSpPr>
              <p:cNvPr id="136" name="Text1"/>
              <p:cNvSpPr txBox="1"/>
              <p:nvPr/>
            </p:nvSpPr>
            <p:spPr>
              <a:xfrm flipH="1">
                <a:off x="793212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ChatGPT能够快速处理和分析大量信息，为用户提供准确的数据支持和知识解答。</a:t>
                </a:r>
                <a:endParaRPr lang="en-US" dirty="0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4308676" y="1927665"/>
              <a:ext cx="3561948" cy="3790227"/>
              <a:chOff x="3409548" y="1638299"/>
              <a:chExt cx="2611056" cy="2667362"/>
            </a:xfrm>
          </p:grpSpPr>
          <p:pic>
            <p:nvPicPr>
              <p:cNvPr id="131" name="ComponentBackground2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09548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32" name="Bullet2"/>
              <p:cNvSpPr/>
              <p:nvPr/>
            </p:nvSpPr>
            <p:spPr>
              <a:xfrm flipH="1">
                <a:off x="3542360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任务执行协助</a:t>
                </a:r>
                <a:endParaRPr lang="en-US" dirty="0"/>
              </a:p>
            </p:txBody>
          </p:sp>
          <p:sp>
            <p:nvSpPr>
              <p:cNvPr id="133" name="Text2"/>
              <p:cNvSpPr txBox="1"/>
              <p:nvPr/>
            </p:nvSpPr>
            <p:spPr>
              <a:xfrm flipH="1">
                <a:off x="3542360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它可以帮助用户完成各种日常任务，如写作、翻译、编程等，提高工作效率。</a:t>
                </a:r>
                <a:endParaRPr lang="en-US" dirty="0"/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7956952" y="1927665"/>
              <a:ext cx="3561948" cy="3790227"/>
              <a:chOff x="6158696" y="1638299"/>
              <a:chExt cx="2611056" cy="2667362"/>
            </a:xfrm>
          </p:grpSpPr>
          <p:pic>
            <p:nvPicPr>
              <p:cNvPr id="128" name="ComponentBackground3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158696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29" name="Bullet3"/>
              <p:cNvSpPr/>
              <p:nvPr/>
            </p:nvSpPr>
            <p:spPr>
              <a:xfrm flipH="1">
                <a:off x="6291508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决策建议提供</a:t>
                </a:r>
                <a:endParaRPr lang="en-US" dirty="0"/>
              </a:p>
            </p:txBody>
          </p:sp>
          <p:sp>
            <p:nvSpPr>
              <p:cNvPr id="130" name="Text3"/>
              <p:cNvSpPr txBox="1"/>
              <p:nvPr/>
            </p:nvSpPr>
            <p:spPr>
              <a:xfrm flipH="1">
                <a:off x="6291508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通过分析用户输入，ChatGPT能够提供合理的建议，辅助用户做出更好的决策。</a:t>
                </a:r>
                <a:endParaRPr lang="en-US" dirty="0"/>
              </a:p>
            </p:txBody>
          </p:sp>
        </p:grpSp>
        <p:sp>
          <p:nvSpPr>
            <p:cNvPr id="88" name="Title"/>
            <p:cNvSpPr txBox="1"/>
            <p:nvPr/>
          </p:nvSpPr>
          <p:spPr>
            <a:xfrm>
              <a:off x="660399" y="1159329"/>
              <a:ext cx="10858500" cy="469899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功能辅助性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600a318-0fd4-4153-897e-944dab4bd3af.source.3.zh-Hans.pptx"/>
          <p:cNvGrpSpPr/>
          <p:nvPr/>
        </p:nvGrpSpPr>
        <p:grpSpPr>
          <a:xfrm>
            <a:off x="660400" y="1130300"/>
            <a:ext cx="10858500" cy="5727700"/>
            <a:chOff x="660400" y="1130300"/>
            <a:chExt cx="10858500" cy="5727700"/>
          </a:xfrm>
        </p:grpSpPr>
        <p:sp>
          <p:nvSpPr>
            <p:cNvPr id="97" name="PictureMisc1"/>
            <p:cNvSpPr>
              <a:spLocks noChangeAspect="1"/>
            </p:cNvSpPr>
            <p:nvPr/>
          </p:nvSpPr>
          <p:spPr bwMode="auto">
            <a:xfrm>
              <a:off x="660400" y="1130300"/>
              <a:ext cx="3213100" cy="5727700"/>
            </a:xfrm>
            <a:prstGeom prst="plaque">
              <a:avLst>
                <a:gd name="adj" fmla="val 2327"/>
              </a:avLst>
            </a:prstGeom>
            <a:blipFill>
              <a:blip r:embed="rId1"/>
              <a:stretch>
                <a:fillRect l="-83695" r="-8369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Title"/>
            <p:cNvSpPr/>
            <p:nvPr/>
          </p:nvSpPr>
          <p:spPr>
            <a:xfrm>
              <a:off x="762001" y="1219200"/>
              <a:ext cx="3009900" cy="1428749"/>
            </a:xfrm>
            <a:prstGeom prst="plaque">
              <a:avLst>
                <a:gd name="adj" fmla="val 508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endParaRPr lang="en-US" dirty="0"/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4097975" y="1130300"/>
              <a:ext cx="7420925" cy="1583146"/>
              <a:chOff x="4097975" y="1130300"/>
              <a:chExt cx="7420925" cy="1583146"/>
            </a:xfrm>
          </p:grpSpPr>
          <p:sp>
            <p:nvSpPr>
              <p:cNvPr id="136" name="Text1"/>
              <p:cNvSpPr txBox="1"/>
              <p:nvPr/>
            </p:nvSpPr>
            <p:spPr>
              <a:xfrm>
                <a:off x="4504696" y="1511368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用户通过明确的指令驱动ChatGPT工作，确保其行为符合用户的意图和需求。</a:t>
                </a:r>
                <a:endParaRPr lang="en-US" dirty="0"/>
              </a:p>
            </p:txBody>
          </p:sp>
          <p:sp>
            <p:nvSpPr>
              <p:cNvPr id="137" name="Bullet1"/>
              <p:cNvSpPr txBox="1"/>
              <p:nvPr/>
            </p:nvSpPr>
            <p:spPr>
              <a:xfrm>
                <a:off x="4504696" y="1130300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指令响应机制</a:t>
                </a:r>
                <a:endParaRPr lang="en-US" dirty="0"/>
              </a:p>
            </p:txBody>
          </p:sp>
          <p:sp>
            <p:nvSpPr>
              <p:cNvPr id="138" name="Number1"/>
              <p:cNvSpPr txBox="1"/>
              <p:nvPr/>
            </p:nvSpPr>
            <p:spPr>
              <a:xfrm>
                <a:off x="4097975" y="1130300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1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4097975" y="2840627"/>
              <a:ext cx="7420925" cy="1583146"/>
              <a:chOff x="4097975" y="1970024"/>
              <a:chExt cx="7420925" cy="1583146"/>
            </a:xfrm>
          </p:grpSpPr>
          <p:sp>
            <p:nvSpPr>
              <p:cNvPr id="133" name="Text2"/>
              <p:cNvSpPr txBox="1"/>
              <p:nvPr/>
            </p:nvSpPr>
            <p:spPr>
              <a:xfrm>
                <a:off x="4504696" y="2351092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用户可以根据自身需求调整ChatGPT的输出风格和内容，保持对过程的控制。</a:t>
                </a:r>
                <a:endParaRPr lang="en-US" dirty="0"/>
              </a:p>
            </p:txBody>
          </p:sp>
          <p:sp>
            <p:nvSpPr>
              <p:cNvPr id="134" name="Bullet2"/>
              <p:cNvSpPr txBox="1"/>
              <p:nvPr/>
            </p:nvSpPr>
            <p:spPr>
              <a:xfrm>
                <a:off x="4504696" y="1970024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可控性与可定制性</a:t>
                </a:r>
                <a:endParaRPr lang="en-US" dirty="0"/>
              </a:p>
            </p:txBody>
          </p:sp>
          <p:sp>
            <p:nvSpPr>
              <p:cNvPr id="135" name="Number2"/>
              <p:cNvSpPr txBox="1"/>
              <p:nvPr/>
            </p:nvSpPr>
            <p:spPr>
              <a:xfrm>
                <a:off x="4097975" y="1970024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4097975" y="4550954"/>
              <a:ext cx="7420925" cy="1583146"/>
              <a:chOff x="4097975" y="2809748"/>
              <a:chExt cx="7420925" cy="1583146"/>
            </a:xfrm>
          </p:grpSpPr>
          <p:sp>
            <p:nvSpPr>
              <p:cNvPr id="130" name="Text3"/>
              <p:cNvSpPr txBox="1"/>
              <p:nvPr/>
            </p:nvSpPr>
            <p:spPr>
              <a:xfrm>
                <a:off x="4504696" y="3190816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用户始终拥有对生成内容的最终审核权，可以随时修改或拒绝不满意的结果。</a:t>
                </a:r>
                <a:endParaRPr lang="en-US" dirty="0"/>
              </a:p>
            </p:txBody>
          </p:sp>
          <p:sp>
            <p:nvSpPr>
              <p:cNvPr id="131" name="Bullet3"/>
              <p:cNvSpPr txBox="1"/>
              <p:nvPr/>
            </p:nvSpPr>
            <p:spPr>
              <a:xfrm>
                <a:off x="4504696" y="2809748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结果审核与修正</a:t>
                </a:r>
                <a:endParaRPr lang="en-US" dirty="0"/>
              </a:p>
            </p:txBody>
          </p:sp>
          <p:sp>
            <p:nvSpPr>
              <p:cNvPr id="132" name="Number3"/>
              <p:cNvSpPr txBox="1"/>
              <p:nvPr/>
            </p:nvSpPr>
            <p:spPr>
              <a:xfrm>
                <a:off x="4097975" y="2809748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3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用户主导性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82a10e9-fc99-483f-8f17-c69ff54fc291.source.3.zh-Hans.pptx"/>
          <p:cNvGrpSpPr/>
          <p:nvPr/>
        </p:nvGrpSpPr>
        <p:grpSpPr>
          <a:xfrm>
            <a:off x="660399" y="1130300"/>
            <a:ext cx="11531602" cy="5727700"/>
            <a:chOff x="660399" y="1130300"/>
            <a:chExt cx="11531602" cy="5727700"/>
          </a:xfrm>
        </p:grpSpPr>
        <p:sp>
          <p:nvSpPr>
            <p:cNvPr id="5" name="PictureMisc1"/>
            <p:cNvSpPr/>
            <p:nvPr/>
          </p:nvSpPr>
          <p:spPr>
            <a:xfrm>
              <a:off x="7986974" y="1142461"/>
              <a:ext cx="4205027" cy="5715539"/>
            </a:xfrm>
            <a:custGeom>
              <a:avLst/>
              <a:gdLst>
                <a:gd name="connsiteX0" fmla="*/ 3493373 w 4205027"/>
                <a:gd name="connsiteY0" fmla="*/ 0 h 5715539"/>
                <a:gd name="connsiteX1" fmla="*/ 4111759 w 4205027"/>
                <a:gd name="connsiteY1" fmla="*/ 54563 h 5715539"/>
                <a:gd name="connsiteX2" fmla="*/ 4205027 w 4205027"/>
                <a:gd name="connsiteY2" fmla="*/ 75468 h 5715539"/>
                <a:gd name="connsiteX3" fmla="*/ 4205027 w 4205027"/>
                <a:gd name="connsiteY3" fmla="*/ 5715539 h 5715539"/>
                <a:gd name="connsiteX4" fmla="*/ 797768 w 4205027"/>
                <a:gd name="connsiteY4" fmla="*/ 5715539 h 5715539"/>
                <a:gd name="connsiteX5" fmla="*/ 797717 w 4205027"/>
                <a:gd name="connsiteY5" fmla="*/ 5715484 h 5715539"/>
                <a:gd name="connsiteX6" fmla="*/ 0 w 4205027"/>
                <a:gd name="connsiteY6" fmla="*/ 3493373 h 5715539"/>
                <a:gd name="connsiteX7" fmla="*/ 3493373 w 4205027"/>
                <a:gd name="connsiteY7" fmla="*/ 0 h 5715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27" h="5715539">
                  <a:moveTo>
                    <a:pt x="3493373" y="0"/>
                  </a:moveTo>
                  <a:cubicBezTo>
                    <a:pt x="3704395" y="0"/>
                    <a:pt x="3911046" y="18711"/>
                    <a:pt x="4111759" y="54563"/>
                  </a:cubicBezTo>
                  <a:lnTo>
                    <a:pt x="4205027" y="75468"/>
                  </a:lnTo>
                  <a:lnTo>
                    <a:pt x="4205027" y="5715539"/>
                  </a:lnTo>
                  <a:lnTo>
                    <a:pt x="797768" y="5715539"/>
                  </a:lnTo>
                  <a:lnTo>
                    <a:pt x="797717" y="5715484"/>
                  </a:lnTo>
                  <a:cubicBezTo>
                    <a:pt x="299367" y="5111622"/>
                    <a:pt x="0" y="4337458"/>
                    <a:pt x="0" y="3493373"/>
                  </a:cubicBezTo>
                  <a:cubicBezTo>
                    <a:pt x="0" y="1564037"/>
                    <a:pt x="1564037" y="0"/>
                    <a:pt x="3493373" y="0"/>
                  </a:cubicBezTo>
                  <a:close/>
                </a:path>
              </a:pathLst>
            </a:custGeom>
            <a:blipFill>
              <a:blip r:embed="rId1"/>
              <a:stretch>
                <a:fillRect l="-17960" r="-1796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60399" y="1638300"/>
              <a:ext cx="9702800" cy="4495800"/>
            </a:xfrm>
            <a:prstGeom prst="roundRect">
              <a:avLst>
                <a:gd name="adj" fmla="val 3901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660399" y="1130300"/>
              <a:ext cx="8370867" cy="501248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endParaRPr lang="en-US" dirty="0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660399" y="1828668"/>
              <a:ext cx="9563102" cy="4115064"/>
              <a:chOff x="660399" y="1701436"/>
              <a:chExt cx="7835902" cy="4432663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660399" y="1701436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53" name="Bullet1"/>
                <p:cNvSpPr/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时间节省优势</a:t>
                  </a:r>
                  <a:endParaRPr lang="en-US" dirty="0"/>
                </a:p>
              </p:txBody>
            </p:sp>
            <p:sp>
              <p:nvSpPr>
                <p:cNvPr id="54" name="Text1"/>
                <p:cNvSpPr/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ChatGPT能够快速完成重复性工作，为用户节省大量时间，提高生产力。</a:t>
                  </a:r>
                  <a:endParaRPr lang="en-US" dirty="0"/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660399" y="3176741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51" name="Bullet2"/>
                <p:cNvSpPr/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资源优化配置</a:t>
                  </a:r>
                  <a:endParaRPr lang="en-US" dirty="0"/>
                </a:p>
              </p:txBody>
            </p:sp>
            <p:sp>
              <p:nvSpPr>
                <p:cNvPr id="52" name="Text2"/>
                <p:cNvSpPr/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通过智能化辅助，帮助用户更合理地分配精力，专注于核心创新活动。</a:t>
                  </a:r>
                  <a:endParaRPr lang="en-US" dirty="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660399" y="4652044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49" name="Bullet3"/>
                <p:cNvSpPr/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学习加速作用</a:t>
                  </a:r>
                  <a:endParaRPr lang="en-US" dirty="0"/>
                </a:p>
              </p:txBody>
            </p:sp>
            <p:sp>
              <p:nvSpPr>
                <p:cNvPr id="50" name="Text3"/>
                <p:cNvSpPr/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作为知识助手，它能提供个性化学习支持，加速用户的技能提升过程。</a:t>
                  </a:r>
                  <a:endParaRPr lang="en-US" dirty="0"/>
                </a:p>
              </p:txBody>
            </p:sp>
          </p:grp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效率提升价值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替身的潜在风险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94ad3b18-288a-43d6-b838-a462aa82460c.source.3.zh-Hans.pptx"/>
          <p:cNvGrpSpPr/>
          <p:nvPr/>
        </p:nvGrpSpPr>
        <p:grpSpPr>
          <a:xfrm>
            <a:off x="770361" y="1130300"/>
            <a:ext cx="10748539" cy="5003800"/>
            <a:chOff x="770361" y="1130300"/>
            <a:chExt cx="10748539" cy="5003800"/>
          </a:xfrm>
        </p:grpSpPr>
        <p:grpSp>
          <p:nvGrpSpPr>
            <p:cNvPr id="12" name="组合 11"/>
            <p:cNvGrpSpPr/>
            <p:nvPr/>
          </p:nvGrpSpPr>
          <p:grpSpPr>
            <a:xfrm>
              <a:off x="3446653" y="1130300"/>
              <a:ext cx="8072247" cy="5003800"/>
              <a:chOff x="3446653" y="1130300"/>
              <a:chExt cx="8072247" cy="5003800"/>
            </a:xfrm>
          </p:grpSpPr>
          <p:cxnSp>
            <p:nvCxnSpPr>
              <p:cNvPr id="162" name="连接符: 肘形 161"/>
              <p:cNvCxnSpPr>
                <a:stCxn id="27" idx="1"/>
                <a:endCxn id="57" idx="1"/>
              </p:cNvCxnSpPr>
              <p:nvPr/>
            </p:nvCxnSpPr>
            <p:spPr>
              <a:xfrm rot="10800000" flipV="1">
                <a:off x="3737311" y="1346300"/>
                <a:ext cx="12700" cy="3516218"/>
              </a:xfrm>
              <a:prstGeom prst="bentConnector3">
                <a:avLst>
                  <a:gd name="adj1" fmla="val 240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3446653" y="3104409"/>
                <a:ext cx="29065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组合 8"/>
              <p:cNvGrpSpPr/>
              <p:nvPr/>
            </p:nvGrpSpPr>
            <p:grpSpPr>
              <a:xfrm>
                <a:off x="3737311" y="1130300"/>
                <a:ext cx="7781589" cy="1487582"/>
                <a:chOff x="3737311" y="1130300"/>
                <a:chExt cx="7781589" cy="1487582"/>
              </a:xfrm>
            </p:grpSpPr>
            <p:sp>
              <p:nvSpPr>
                <p:cNvPr id="18" name="Text1"/>
                <p:cNvSpPr txBox="1"/>
                <p:nvPr/>
              </p:nvSpPr>
              <p:spPr>
                <a:xfrm>
                  <a:off x="4207411" y="1562302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过度拟人化的交互方式可能导致用户产生情感依赖，模糊人机界限。</a:t>
                  </a:r>
                  <a:endParaRPr lang="en-US" dirty="0"/>
                </a:p>
              </p:txBody>
            </p:sp>
            <p:sp>
              <p:nvSpPr>
                <p:cNvPr id="19" name="Bullet1"/>
                <p:cNvSpPr txBox="1"/>
                <p:nvPr/>
              </p:nvSpPr>
              <p:spPr>
                <a:xfrm>
                  <a:off x="4207411" y="1130300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人格化误导风险</a:t>
                  </a:r>
                  <a:endParaRPr lang="en-US" dirty="0"/>
                </a:p>
              </p:txBody>
            </p:sp>
            <p:sp>
              <p:nvSpPr>
                <p:cNvPr id="2" name="Number1"/>
                <p:cNvSpPr/>
                <p:nvPr/>
              </p:nvSpPr>
              <p:spPr>
                <a:xfrm>
                  <a:off x="3737311" y="1130300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1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3737311" y="2888409"/>
                <a:ext cx="7781589" cy="1487582"/>
                <a:chOff x="3737311" y="2888409"/>
                <a:chExt cx="7781589" cy="1487582"/>
              </a:xfrm>
            </p:grpSpPr>
            <p:sp>
              <p:nvSpPr>
                <p:cNvPr id="51" name="Text2"/>
                <p:cNvSpPr txBox="1"/>
                <p:nvPr/>
              </p:nvSpPr>
              <p:spPr>
                <a:xfrm>
                  <a:off x="4207411" y="3320411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当AI替代人类执行关键任务时，可能出现责任认定和问责机制的混乱。</a:t>
                  </a:r>
                  <a:endParaRPr lang="en-US" dirty="0"/>
                </a:p>
              </p:txBody>
            </p:sp>
            <p:sp>
              <p:nvSpPr>
                <p:cNvPr id="52" name="Bullet2"/>
                <p:cNvSpPr txBox="1"/>
                <p:nvPr/>
              </p:nvSpPr>
              <p:spPr>
                <a:xfrm>
                  <a:off x="4207411" y="2888409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责任归属困境</a:t>
                  </a:r>
                  <a:endParaRPr lang="en-US" dirty="0"/>
                </a:p>
              </p:txBody>
            </p:sp>
            <p:sp>
              <p:nvSpPr>
                <p:cNvPr id="3" name="Number2"/>
                <p:cNvSpPr/>
                <p:nvPr/>
              </p:nvSpPr>
              <p:spPr>
                <a:xfrm>
                  <a:off x="3737311" y="2888409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2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3737311" y="4646518"/>
                <a:ext cx="7781589" cy="1487582"/>
                <a:chOff x="3737311" y="4646518"/>
                <a:chExt cx="7781589" cy="1487582"/>
              </a:xfrm>
            </p:grpSpPr>
            <p:sp>
              <p:nvSpPr>
                <p:cNvPr id="55" name="Text3"/>
                <p:cNvSpPr txBox="1"/>
                <p:nvPr/>
              </p:nvSpPr>
              <p:spPr>
                <a:xfrm>
                  <a:off x="4207411" y="5078520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长期依赖AI替代人际互动，可能影响正常的社会交往能力和情感发展。</a:t>
                  </a:r>
                  <a:endParaRPr lang="en-US" dirty="0"/>
                </a:p>
              </p:txBody>
            </p:sp>
            <p:sp>
              <p:nvSpPr>
                <p:cNvPr id="56" name="Bullet3"/>
                <p:cNvSpPr txBox="1"/>
                <p:nvPr/>
              </p:nvSpPr>
              <p:spPr>
                <a:xfrm>
                  <a:off x="4207411" y="4646518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社会关系异化</a:t>
                  </a:r>
                  <a:endParaRPr lang="en-US" dirty="0"/>
                </a:p>
              </p:txBody>
            </p:sp>
            <p:sp>
              <p:nvSpPr>
                <p:cNvPr id="4" name="Number3"/>
                <p:cNvSpPr/>
                <p:nvPr/>
              </p:nvSpPr>
              <p:spPr>
                <a:xfrm>
                  <a:off x="3737311" y="4646518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3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6" name="Title"/>
            <p:cNvSpPr/>
            <p:nvPr/>
          </p:nvSpPr>
          <p:spPr>
            <a:xfrm>
              <a:off x="770361" y="1879600"/>
              <a:ext cx="2449618" cy="2449618"/>
            </a:xfrm>
            <a:custGeom>
              <a:avLst/>
              <a:gdLst>
                <a:gd name="connsiteX0" fmla="*/ 2940335 w 3340706"/>
                <a:gd name="connsiteY0" fmla="*/ 459165 h 3271000"/>
                <a:gd name="connsiteX1" fmla="*/ 2940335 w 3340706"/>
                <a:gd name="connsiteY1" fmla="*/ 459165 h 3271000"/>
                <a:gd name="connsiteX2" fmla="*/ 2871872 w 3340706"/>
                <a:gd name="connsiteY2" fmla="*/ 392131 h 3271000"/>
                <a:gd name="connsiteX3" fmla="*/ 2871872 w 3340706"/>
                <a:gd name="connsiteY3" fmla="*/ 392131 h 3271000"/>
                <a:gd name="connsiteX4" fmla="*/ 2471270 w 3340706"/>
                <a:gd name="connsiteY4" fmla="*/ 0 h 3271000"/>
                <a:gd name="connsiteX5" fmla="*/ 869437 w 3340706"/>
                <a:gd name="connsiteY5" fmla="*/ 0 h 3271000"/>
                <a:gd name="connsiteX6" fmla="*/ 468950 w 3340706"/>
                <a:gd name="connsiteY6" fmla="*/ 392131 h 3271000"/>
                <a:gd name="connsiteX7" fmla="*/ 468950 w 3340706"/>
                <a:gd name="connsiteY7" fmla="*/ 392131 h 3271000"/>
                <a:gd name="connsiteX8" fmla="*/ 400487 w 3340706"/>
                <a:gd name="connsiteY8" fmla="*/ 459165 h 3271000"/>
                <a:gd name="connsiteX9" fmla="*/ 400487 w 3340706"/>
                <a:gd name="connsiteY9" fmla="*/ 459165 h 3271000"/>
                <a:gd name="connsiteX10" fmla="*/ 0 w 3340706"/>
                <a:gd name="connsiteY10" fmla="*/ 851296 h 3271000"/>
                <a:gd name="connsiteX11" fmla="*/ 0 w 3340706"/>
                <a:gd name="connsiteY11" fmla="*/ 2419705 h 3271000"/>
                <a:gd name="connsiteX12" fmla="*/ 400487 w 3340706"/>
                <a:gd name="connsiteY12" fmla="*/ 2811836 h 3271000"/>
                <a:gd name="connsiteX13" fmla="*/ 400487 w 3340706"/>
                <a:gd name="connsiteY13" fmla="*/ 2811836 h 3271000"/>
                <a:gd name="connsiteX14" fmla="*/ 468950 w 3340706"/>
                <a:gd name="connsiteY14" fmla="*/ 2878871 h 3271000"/>
                <a:gd name="connsiteX15" fmla="*/ 468950 w 3340706"/>
                <a:gd name="connsiteY15" fmla="*/ 2878871 h 3271000"/>
                <a:gd name="connsiteX16" fmla="*/ 869437 w 3340706"/>
                <a:gd name="connsiteY16" fmla="*/ 3271001 h 3271000"/>
                <a:gd name="connsiteX17" fmla="*/ 2471270 w 3340706"/>
                <a:gd name="connsiteY17" fmla="*/ 3271001 h 3271000"/>
                <a:gd name="connsiteX18" fmla="*/ 2871757 w 3340706"/>
                <a:gd name="connsiteY18" fmla="*/ 2878871 h 3271000"/>
                <a:gd name="connsiteX19" fmla="*/ 2871757 w 3340706"/>
                <a:gd name="connsiteY19" fmla="*/ 2878871 h 3271000"/>
                <a:gd name="connsiteX20" fmla="*/ 2940220 w 3340706"/>
                <a:gd name="connsiteY20" fmla="*/ 2811836 h 3271000"/>
                <a:gd name="connsiteX21" fmla="*/ 2940220 w 3340706"/>
                <a:gd name="connsiteY21" fmla="*/ 2811836 h 3271000"/>
                <a:gd name="connsiteX22" fmla="*/ 3340707 w 3340706"/>
                <a:gd name="connsiteY22" fmla="*/ 2419705 h 3271000"/>
                <a:gd name="connsiteX23" fmla="*/ 3340707 w 3340706"/>
                <a:gd name="connsiteY23" fmla="*/ 851296 h 3271000"/>
                <a:gd name="connsiteX24" fmla="*/ 2940220 w 3340706"/>
                <a:gd name="connsiteY24" fmla="*/ 459165 h 327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40706" h="3271000">
                  <a:moveTo>
                    <a:pt x="2940335" y="459165"/>
                  </a:moveTo>
                  <a:lnTo>
                    <a:pt x="2940335" y="459165"/>
                  </a:lnTo>
                  <a:cubicBezTo>
                    <a:pt x="2902519" y="459165"/>
                    <a:pt x="2871872" y="429158"/>
                    <a:pt x="2871872" y="392131"/>
                  </a:cubicBezTo>
                  <a:lnTo>
                    <a:pt x="2871872" y="392131"/>
                  </a:lnTo>
                  <a:cubicBezTo>
                    <a:pt x="2871757" y="175513"/>
                    <a:pt x="2692503" y="0"/>
                    <a:pt x="2471270" y="0"/>
                  </a:cubicBezTo>
                  <a:lnTo>
                    <a:pt x="869437" y="0"/>
                  </a:lnTo>
                  <a:cubicBezTo>
                    <a:pt x="648319" y="0"/>
                    <a:pt x="468950" y="175513"/>
                    <a:pt x="468950" y="392131"/>
                  </a:cubicBezTo>
                  <a:lnTo>
                    <a:pt x="468950" y="392131"/>
                  </a:lnTo>
                  <a:cubicBezTo>
                    <a:pt x="468950" y="429158"/>
                    <a:pt x="438304" y="459165"/>
                    <a:pt x="400487" y="459165"/>
                  </a:cubicBezTo>
                  <a:lnTo>
                    <a:pt x="400487" y="459165"/>
                  </a:lnTo>
                  <a:cubicBezTo>
                    <a:pt x="179253" y="459165"/>
                    <a:pt x="0" y="634792"/>
                    <a:pt x="0" y="851296"/>
                  </a:cubicBezTo>
                  <a:lnTo>
                    <a:pt x="0" y="2419705"/>
                  </a:lnTo>
                  <a:cubicBezTo>
                    <a:pt x="0" y="2636209"/>
                    <a:pt x="179253" y="2811836"/>
                    <a:pt x="400487" y="2811836"/>
                  </a:cubicBezTo>
                  <a:lnTo>
                    <a:pt x="400487" y="2811836"/>
                  </a:lnTo>
                  <a:cubicBezTo>
                    <a:pt x="438304" y="2811836"/>
                    <a:pt x="468950" y="2841843"/>
                    <a:pt x="468950" y="2878871"/>
                  </a:cubicBezTo>
                  <a:lnTo>
                    <a:pt x="468950" y="2878871"/>
                  </a:lnTo>
                  <a:cubicBezTo>
                    <a:pt x="468950" y="3095374"/>
                    <a:pt x="648204" y="3271001"/>
                    <a:pt x="869437" y="3271001"/>
                  </a:cubicBezTo>
                  <a:lnTo>
                    <a:pt x="2471270" y="3271001"/>
                  </a:lnTo>
                  <a:cubicBezTo>
                    <a:pt x="2692387" y="3271001"/>
                    <a:pt x="2871757" y="3095488"/>
                    <a:pt x="2871757" y="2878871"/>
                  </a:cubicBezTo>
                  <a:lnTo>
                    <a:pt x="2871757" y="2878871"/>
                  </a:lnTo>
                  <a:cubicBezTo>
                    <a:pt x="2871757" y="2841843"/>
                    <a:pt x="2902403" y="2811836"/>
                    <a:pt x="2940220" y="2811836"/>
                  </a:cubicBezTo>
                  <a:lnTo>
                    <a:pt x="2940220" y="2811836"/>
                  </a:lnTo>
                  <a:cubicBezTo>
                    <a:pt x="3161337" y="2811836"/>
                    <a:pt x="3340707" y="2636323"/>
                    <a:pt x="3340707" y="2419705"/>
                  </a:cubicBezTo>
                  <a:lnTo>
                    <a:pt x="3340707" y="851296"/>
                  </a:lnTo>
                  <a:cubicBezTo>
                    <a:pt x="3340707" y="634792"/>
                    <a:pt x="3161453" y="459165"/>
                    <a:pt x="2940220" y="459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endParaRPr lang="en-US" dirty="0"/>
            </a:p>
          </p:txBody>
        </p:sp>
      </p:grpSp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身份替代问题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8d4aa79-dc6b-4f9c-9474-9071c4d580f0.source.3.zh-Hans.pptx"/>
          <p:cNvGrpSpPr/>
          <p:nvPr/>
        </p:nvGrpSpPr>
        <p:grpSpPr>
          <a:xfrm>
            <a:off x="660400" y="1130300"/>
            <a:ext cx="10858500" cy="5105400"/>
            <a:chOff x="660400" y="1130300"/>
            <a:chExt cx="10858500" cy="5105400"/>
          </a:xfrm>
        </p:grpSpPr>
        <p:sp>
          <p:nvSpPr>
            <p:cNvPr id="3" name="Title"/>
            <p:cNvSpPr>
              <a:spLocks noChangeAspect="1"/>
            </p:cNvSpPr>
            <p:nvPr/>
          </p:nvSpPr>
          <p:spPr>
            <a:xfrm>
              <a:off x="660400" y="1130300"/>
              <a:ext cx="10858500" cy="5933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lnSpc>
                  <a:spcPct val="110000"/>
                </a:lnSpc>
                <a:buSzPct val="25000"/>
              </a:pPr>
              <a:endParaRPr 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60400" y="1838324"/>
              <a:ext cx="5127972" cy="2249196"/>
              <a:chOff x="810774" y="1768232"/>
              <a:chExt cx="3177256" cy="2352801"/>
            </a:xfrm>
          </p:grpSpPr>
          <p:sp>
            <p:nvSpPr>
              <p:cNvPr id="25" name="ComponentBackground1"/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90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000"/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27" name="Bullet1"/>
                <p:cNvSpPr/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自主性边界问题</a:t>
                  </a:r>
                  <a:endParaRPr lang="en-US" dirty="0"/>
                </a:p>
              </p:txBody>
            </p:sp>
            <p:sp>
              <p:nvSpPr>
                <p:cNvPr id="28" name="Text1"/>
                <p:cNvSpPr txBox="1"/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需要明确界定AI的自主决策范围，防止其过度替代人类的主观判断。</a:t>
                  </a:r>
                  <a:endParaRPr lang="en-US" dirty="0"/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6390928" y="1838324"/>
              <a:ext cx="5127972" cy="2249196"/>
              <a:chOff x="810774" y="1768232"/>
              <a:chExt cx="3177256" cy="2352801"/>
            </a:xfrm>
          </p:grpSpPr>
          <p:sp>
            <p:nvSpPr>
              <p:cNvPr id="21" name="ComponentBackground2"/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w="190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000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23" name="Bullet2"/>
                <p:cNvSpPr/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隐私保护挑战</a:t>
                  </a:r>
                  <a:endParaRPr lang="en-US" dirty="0"/>
                </a:p>
              </p:txBody>
            </p:sp>
            <p:sp>
              <p:nvSpPr>
                <p:cNvPr id="24" name="Text2"/>
                <p:cNvSpPr txBox="1"/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作为潜在替身，AI可能接触大量隐私信息，需要建立严格的数据保护机制。</a:t>
                  </a:r>
                  <a:endParaRPr lang="en-US" dirty="0"/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3525665" y="3986504"/>
              <a:ext cx="5127972" cy="2249196"/>
              <a:chOff x="810774" y="1768232"/>
              <a:chExt cx="3177256" cy="2352801"/>
            </a:xfrm>
          </p:grpSpPr>
          <p:sp>
            <p:nvSpPr>
              <p:cNvPr id="17" name="ComponentBackground3"/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3">
                  <a:alpha val="15000"/>
                </a:schemeClr>
              </a:solidFill>
              <a:ln w="190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endParaRPr lang="zh-CN" altLang="en-US" sz="2000" dirty="0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19" name="Bullet3"/>
                <p:cNvSpPr/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价值取向冲突</a:t>
                  </a:r>
                  <a:endParaRPr lang="en-US" dirty="0"/>
                </a:p>
              </p:txBody>
            </p:sp>
            <p:sp>
              <p:nvSpPr>
                <p:cNvPr id="20" name="Text3"/>
                <p:cNvSpPr txBox="1"/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AI的决策可能基于训练数据中的偏见，与人类的价值观产生潜在冲突。</a:t>
                  </a:r>
                  <a:endParaRPr lang="en-US" dirty="0"/>
                </a:p>
              </p:txBody>
            </p:sp>
          </p:grpSp>
        </p:grpSp>
      </p:grpSp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伦理挑战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0773588a-086e-4a1e-a9a8-557c7e2be41a.source.3.zh-Hans.pptx"/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3" name="Title"/>
            <p:cNvSpPr txBox="1"/>
            <p:nvPr/>
          </p:nvSpPr>
          <p:spPr>
            <a:xfrm>
              <a:off x="660400" y="1130299"/>
              <a:ext cx="10858500" cy="523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endParaRPr lang="en-US" dirty="0"/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660400" y="1780674"/>
              <a:ext cx="10858500" cy="4353426"/>
              <a:chOff x="660400" y="1780674"/>
              <a:chExt cx="10858500" cy="4353426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660400" y="1780674"/>
                <a:ext cx="10858500" cy="1286488"/>
                <a:chOff x="955158" y="1247840"/>
                <a:chExt cx="10281683" cy="1434501"/>
              </a:xfrm>
            </p:grpSpPr>
            <p:sp>
              <p:nvSpPr>
                <p:cNvPr id="13" name="ComponentBackground1"/>
                <p:cNvSpPr/>
                <p:nvPr/>
              </p:nvSpPr>
              <p:spPr>
                <a:xfrm>
                  <a:off x="955158" y="1247840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olidFill>
                      <a:schemeClr val="lt1"/>
                    </a:solidFill>
                    <a:sym typeface="+mn-lt"/>
                  </a:endParaRPr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955160" y="1247841"/>
                  <a:ext cx="10144640" cy="1375234"/>
                  <a:chOff x="955160" y="1247841"/>
                  <a:chExt cx="10144640" cy="1375234"/>
                </a:xfrm>
              </p:grpSpPr>
              <p:grpSp>
                <p:nvGrpSpPr>
                  <p:cNvPr id="2" name="组合 1"/>
                  <p:cNvGrpSpPr/>
                  <p:nvPr/>
                </p:nvGrpSpPr>
                <p:grpSpPr>
                  <a:xfrm>
                    <a:off x="1682693" y="1358376"/>
                    <a:ext cx="9417107" cy="1264699"/>
                    <a:chOff x="1682693" y="1358376"/>
                    <a:chExt cx="9417107" cy="1264699"/>
                  </a:xfrm>
                </p:grpSpPr>
                <p:sp>
                  <p:nvSpPr>
                    <p:cNvPr id="16" name="Bullet1"/>
                    <p:cNvSpPr/>
                    <p:nvPr/>
                  </p:nvSpPr>
                  <p:spPr>
                    <a:xfrm>
                      <a:off x="1682693" y="1358376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使用规范制定</a:t>
                      </a:r>
                      <a:endParaRPr lang="en-US" dirty="0"/>
                    </a:p>
                  </p:txBody>
                </p:sp>
                <p:sp>
                  <p:nvSpPr>
                    <p:cNvPr id="17" name="Text1"/>
                    <p:cNvSpPr/>
                    <p:nvPr/>
                  </p:nvSpPr>
                  <p:spPr>
                    <a:xfrm>
                      <a:off x="1682695" y="1840673"/>
                      <a:ext cx="9417105" cy="7824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需要建立明确的使用准则，防止ChatGPT被滥用为完全替代人类的工具。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15" name="Number1"/>
                  <p:cNvSpPr txBox="1"/>
                  <p:nvPr/>
                </p:nvSpPr>
                <p:spPr>
                  <a:xfrm>
                    <a:off x="955160" y="1247841"/>
                    <a:ext cx="613577" cy="722554"/>
                  </a:xfrm>
                  <a:prstGeom prst="roundRect">
                    <a:avLst>
                      <a:gd name="adj" fmla="val 10458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1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5" name="组合 34"/>
              <p:cNvGrpSpPr/>
              <p:nvPr/>
            </p:nvGrpSpPr>
            <p:grpSpPr>
              <a:xfrm>
                <a:off x="660400" y="3314143"/>
                <a:ext cx="10858500" cy="1286488"/>
                <a:chOff x="955158" y="2512328"/>
                <a:chExt cx="10281683" cy="1434501"/>
              </a:xfrm>
            </p:grpSpPr>
            <p:sp>
              <p:nvSpPr>
                <p:cNvPr id="19" name="ComponentBackground2"/>
                <p:cNvSpPr/>
                <p:nvPr/>
              </p:nvSpPr>
              <p:spPr>
                <a:xfrm>
                  <a:off x="955158" y="2512328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ym typeface="+mn-lt"/>
                  </a:endParaRPr>
                </a:p>
              </p:txBody>
            </p:sp>
            <p:grpSp>
              <p:nvGrpSpPr>
                <p:cNvPr id="9" name="组合 8"/>
                <p:cNvGrpSpPr/>
                <p:nvPr/>
              </p:nvGrpSpPr>
              <p:grpSpPr>
                <a:xfrm>
                  <a:off x="955160" y="2512328"/>
                  <a:ext cx="10144640" cy="1370779"/>
                  <a:chOff x="955160" y="2512328"/>
                  <a:chExt cx="10144640" cy="1370779"/>
                </a:xfrm>
              </p:grpSpPr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1682693" y="2622864"/>
                    <a:ext cx="9417107" cy="1260243"/>
                    <a:chOff x="1682693" y="2622864"/>
                    <a:chExt cx="9417107" cy="1260243"/>
                  </a:xfrm>
                </p:grpSpPr>
                <p:sp>
                  <p:nvSpPr>
                    <p:cNvPr id="22" name="Bullet2"/>
                    <p:cNvSpPr/>
                    <p:nvPr/>
                  </p:nvSpPr>
                  <p:spPr>
                    <a:xfrm>
                      <a:off x="1682693" y="2622864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法律责任界定</a:t>
                      </a:r>
                      <a:endParaRPr lang="en-US" dirty="0"/>
                    </a:p>
                  </p:txBody>
                </p:sp>
                <p:sp>
                  <p:nvSpPr>
                    <p:cNvPr id="23" name="Text2"/>
                    <p:cNvSpPr/>
                    <p:nvPr/>
                  </p:nvSpPr>
                  <p:spPr>
                    <a:xfrm>
                      <a:off x="1682695" y="3100701"/>
                      <a:ext cx="9417105" cy="78240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必须明确AI作为替身时的法律地位和责任承担方式，保护用户权益。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21" name="Number2"/>
                  <p:cNvSpPr txBox="1"/>
                  <p:nvPr/>
                </p:nvSpPr>
                <p:spPr>
                  <a:xfrm>
                    <a:off x="955160" y="2512328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2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6" name="组合 35"/>
              <p:cNvGrpSpPr/>
              <p:nvPr/>
            </p:nvGrpSpPr>
            <p:grpSpPr>
              <a:xfrm>
                <a:off x="660400" y="4847612"/>
                <a:ext cx="10858500" cy="1286488"/>
                <a:chOff x="955158" y="3776816"/>
                <a:chExt cx="10281683" cy="1434501"/>
              </a:xfrm>
            </p:grpSpPr>
            <p:sp>
              <p:nvSpPr>
                <p:cNvPr id="24" name="ComponentBackground3"/>
                <p:cNvSpPr/>
                <p:nvPr/>
              </p:nvSpPr>
              <p:spPr>
                <a:xfrm>
                  <a:off x="955158" y="3776816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>
                    <a:sym typeface="+mn-lt"/>
                  </a:endParaRPr>
                </a:p>
              </p:txBody>
            </p:sp>
            <p:grpSp>
              <p:nvGrpSpPr>
                <p:cNvPr id="11" name="组合 10"/>
                <p:cNvGrpSpPr/>
                <p:nvPr/>
              </p:nvGrpSpPr>
              <p:grpSpPr>
                <a:xfrm>
                  <a:off x="955159" y="3776816"/>
                  <a:ext cx="10144641" cy="1370775"/>
                  <a:chOff x="955159" y="3776816"/>
                  <a:chExt cx="10144641" cy="1370775"/>
                </a:xfrm>
              </p:grpSpPr>
              <p:grpSp>
                <p:nvGrpSpPr>
                  <p:cNvPr id="10" name="组合 9"/>
                  <p:cNvGrpSpPr/>
                  <p:nvPr/>
                </p:nvGrpSpPr>
                <p:grpSpPr>
                  <a:xfrm>
                    <a:off x="1682693" y="3882892"/>
                    <a:ext cx="9417107" cy="1264699"/>
                    <a:chOff x="1682693" y="3882892"/>
                    <a:chExt cx="9417107" cy="1264699"/>
                  </a:xfrm>
                </p:grpSpPr>
                <p:sp>
                  <p:nvSpPr>
                    <p:cNvPr id="26" name="Bullet3"/>
                    <p:cNvSpPr/>
                    <p:nvPr/>
                  </p:nvSpPr>
                  <p:spPr>
                    <a:xfrm>
                      <a:off x="1682693" y="3882892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行业标准建立</a:t>
                      </a:r>
                      <a:endParaRPr lang="en-US" dirty="0"/>
                    </a:p>
                  </p:txBody>
                </p:sp>
                <p:sp>
                  <p:nvSpPr>
                    <p:cNvPr id="27" name="Text3"/>
                    <p:cNvSpPr/>
                    <p:nvPr/>
                  </p:nvSpPr>
                  <p:spPr>
                    <a:xfrm>
                      <a:off x="1682695" y="4365189"/>
                      <a:ext cx="9417105" cy="7824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推动制定统一的行业标准，确保AI助手的发展符合社会伦理要求。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28" name="Number3"/>
                  <p:cNvSpPr txBox="1"/>
                  <p:nvPr/>
                </p:nvSpPr>
                <p:spPr>
                  <a:xfrm>
                    <a:off x="955159" y="3776816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3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监管需求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角色定位的区分标准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1d6b48eb-fe40-4cb1-9d20-358ad24f14bf.source.3.zh-Hans.pptx"/>
          <p:cNvGrpSpPr/>
          <p:nvPr/>
        </p:nvGrpSpPr>
        <p:grpSpPr>
          <a:xfrm>
            <a:off x="660399" y="1130301"/>
            <a:ext cx="10858501" cy="5003800"/>
            <a:chOff x="660399" y="1130301"/>
            <a:chExt cx="10858501" cy="5003800"/>
          </a:xfrm>
        </p:grpSpPr>
        <p:sp>
          <p:nvSpPr>
            <p:cNvPr id="56" name="Com"/>
            <p:cNvSpPr/>
            <p:nvPr/>
          </p:nvSpPr>
          <p:spPr>
            <a:xfrm>
              <a:off x="4316125" y="2203452"/>
              <a:ext cx="3559751" cy="393064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" name="PictureMisc1"/>
            <p:cNvSpPr/>
            <p:nvPr/>
          </p:nvSpPr>
          <p:spPr>
            <a:xfrm>
              <a:off x="660400" y="1792928"/>
              <a:ext cx="10858500" cy="1416048"/>
            </a:xfrm>
            <a:prstGeom prst="roundRect">
              <a:avLst>
                <a:gd name="adj" fmla="val 0"/>
              </a:avLst>
            </a:prstGeom>
            <a:blipFill>
              <a:blip r:embed="rId1"/>
              <a:srcRect/>
              <a:stretch>
                <a:fillRect t="-205605" b="-20560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 flipH="1">
              <a:off x="660399" y="1130301"/>
              <a:ext cx="10858500" cy="6823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/>
            </a:bodyPr>
            <a:lstStyle/>
            <a:p>
              <a:endParaRPr 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60399" y="3354917"/>
              <a:ext cx="3430150" cy="2779184"/>
              <a:chOff x="660399" y="3354917"/>
              <a:chExt cx="3430150" cy="2779184"/>
            </a:xfrm>
          </p:grpSpPr>
          <p:sp>
            <p:nvSpPr>
              <p:cNvPr id="10" name="Number1"/>
              <p:cNvSpPr/>
              <p:nvPr/>
            </p:nvSpPr>
            <p:spPr>
              <a:xfrm>
                <a:off x="768316" y="3354917"/>
                <a:ext cx="792180" cy="382702"/>
              </a:xfrm>
              <a:prstGeom prst="homePlate">
                <a:avLst/>
              </a:prstGeom>
              <a:noFill/>
              <a:ln w="12700">
                <a:solidFill>
                  <a:schemeClr val="accent1"/>
                </a:solidFill>
                <a:round/>
              </a:ln>
            </p:spPr>
            <p:txBody>
              <a:bodyPr wrap="non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cs typeface="+mn-ea"/>
                  </a:rPr>
                  <a:t>1</a:t>
                </a:r>
                <a:endParaRPr lang="zh-CN" altLang="en-US" sz="1600" b="1" dirty="0">
                  <a:cs typeface="+mn-ea"/>
                </a:endParaRPr>
              </a:p>
            </p:txBody>
          </p:sp>
          <p:sp>
            <p:nvSpPr>
              <p:cNvPr id="12" name="Bullet1"/>
              <p:cNvSpPr txBox="1"/>
              <p:nvPr/>
            </p:nvSpPr>
            <p:spPr>
              <a:xfrm>
                <a:off x="660399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辅助性任务范围</a:t>
                </a:r>
                <a:endParaRPr lang="en-US" dirty="0"/>
              </a:p>
            </p:txBody>
          </p:sp>
          <p:sp>
            <p:nvSpPr>
              <p:cNvPr id="13" name="Text1"/>
              <p:cNvSpPr txBox="1"/>
              <p:nvPr/>
            </p:nvSpPr>
            <p:spPr>
              <a:xfrm>
                <a:off x="662020" y="4699375"/>
                <a:ext cx="3423610" cy="14347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明确划分适合AI处理的辅助性任务和必须由人类完成的核心工作范畴。</a:t>
                </a:r>
                <a:endParaRPr lang="en-US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374574" y="3354917"/>
              <a:ext cx="3430150" cy="2673981"/>
              <a:chOff x="4374574" y="3354917"/>
              <a:chExt cx="3430150" cy="2673981"/>
            </a:xfrm>
          </p:grpSpPr>
          <p:sp>
            <p:nvSpPr>
              <p:cNvPr id="29" name="Number2"/>
              <p:cNvSpPr/>
              <p:nvPr/>
            </p:nvSpPr>
            <p:spPr>
              <a:xfrm>
                <a:off x="4482491" y="3354917"/>
                <a:ext cx="792180" cy="382702"/>
              </a:xfrm>
              <a:prstGeom prst="homePlate">
                <a:avLst/>
              </a:prstGeom>
              <a:solidFill>
                <a:schemeClr val="accent1">
                  <a:lumMod val="75000"/>
                  <a:alpha val="95000"/>
                </a:schemeClr>
              </a:solidFill>
              <a:ln>
                <a:noFill/>
              </a:ln>
            </p:spPr>
            <p:txBody>
              <a:bodyPr spcFirstLastPara="1" wrap="none" lIns="91440" tIns="45720" rIns="91440" bIns="45720" anchor="ctr" anchorCtr="0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chemeClr val="lt1"/>
                    </a:solidFill>
                    <a:cs typeface="+mn-ea"/>
                  </a:rPr>
                  <a:t>2</a:t>
                </a:r>
                <a:endParaRPr lang="zh-CN" altLang="en-US" sz="1600" b="1" dirty="0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1" name="Bullet2"/>
              <p:cNvSpPr txBox="1"/>
              <p:nvPr/>
            </p:nvSpPr>
            <p:spPr>
              <a:xfrm>
                <a:off x="4374574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决策权限划分</a:t>
                </a:r>
                <a:endParaRPr lang="en-US" dirty="0"/>
              </a:p>
            </p:txBody>
          </p:sp>
          <p:sp>
            <p:nvSpPr>
              <p:cNvPr id="32" name="Text2"/>
              <p:cNvSpPr txBox="1"/>
              <p:nvPr/>
            </p:nvSpPr>
            <p:spPr>
              <a:xfrm>
                <a:off x="4376195" y="4719320"/>
                <a:ext cx="3423610" cy="130957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区分建议提供和最终决策的权限，确保重要决策始终由人类主导。</a:t>
                </a:r>
                <a:endParaRPr 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088750" y="3354917"/>
              <a:ext cx="3430150" cy="2779184"/>
              <a:chOff x="8088750" y="3354917"/>
              <a:chExt cx="3430150" cy="2779184"/>
            </a:xfrm>
          </p:grpSpPr>
          <p:sp>
            <p:nvSpPr>
              <p:cNvPr id="34" name="Number3"/>
              <p:cNvSpPr/>
              <p:nvPr/>
            </p:nvSpPr>
            <p:spPr>
              <a:xfrm>
                <a:off x="8196667" y="3354917"/>
                <a:ext cx="792180" cy="382702"/>
              </a:xfrm>
              <a:prstGeom prst="homePlate">
                <a:avLst/>
              </a:prstGeom>
              <a:noFill/>
              <a:ln w="12700">
                <a:solidFill>
                  <a:schemeClr val="accent1"/>
                </a:solidFill>
                <a:round/>
              </a:ln>
            </p:spPr>
            <p:txBody>
              <a:bodyPr wrap="non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cs typeface="+mn-ea"/>
                  </a:rPr>
                  <a:t>3</a:t>
                </a:r>
                <a:endParaRPr lang="zh-CN" altLang="en-US" sz="1600" b="1" dirty="0">
                  <a:cs typeface="+mn-ea"/>
                </a:endParaRPr>
              </a:p>
            </p:txBody>
          </p:sp>
          <p:sp>
            <p:nvSpPr>
              <p:cNvPr id="36" name="Bullet3"/>
              <p:cNvSpPr txBox="1"/>
              <p:nvPr/>
            </p:nvSpPr>
            <p:spPr>
              <a:xfrm>
                <a:off x="8088750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创造性工作界限</a:t>
                </a:r>
                <a:endParaRPr lang="en-US" dirty="0"/>
              </a:p>
            </p:txBody>
          </p:sp>
          <p:sp>
            <p:nvSpPr>
              <p:cNvPr id="37" name="Text3"/>
              <p:cNvSpPr txBox="1"/>
              <p:nvPr/>
            </p:nvSpPr>
            <p:spPr>
              <a:xfrm>
                <a:off x="8090371" y="4699375"/>
                <a:ext cx="3423610" cy="14347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界定AI在创造性工作中的辅助角色，保护人类独特的创新主体地位。</a:t>
                </a:r>
                <a:endParaRPr lang="en-US" dirty="0"/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功能边界界定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ace61e98-cea5-485b-b013-c7f9feb6681c.source.3.zh-Hans.pptx"/>
          <p:cNvGrpSpPr/>
          <p:nvPr/>
        </p:nvGrpSpPr>
        <p:grpSpPr>
          <a:xfrm>
            <a:off x="666750" y="1130300"/>
            <a:ext cx="10858500" cy="5003798"/>
            <a:chOff x="666750" y="1130300"/>
            <a:chExt cx="10858500" cy="5003798"/>
          </a:xfrm>
        </p:grpSpPr>
        <p:sp>
          <p:nvSpPr>
            <p:cNvPr id="30" name="KK"/>
            <p:cNvSpPr/>
            <p:nvPr/>
          </p:nvSpPr>
          <p:spPr>
            <a:xfrm>
              <a:off x="666750" y="1454149"/>
              <a:ext cx="10858500" cy="4679949"/>
            </a:xfrm>
            <a:prstGeom prst="plaque">
              <a:avLst>
                <a:gd name="adj" fmla="val 2884"/>
              </a:avLst>
            </a:prstGeom>
            <a:solidFill>
              <a:schemeClr val="bg1">
                <a:alpha val="95000"/>
              </a:schemeClr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itle"/>
            <p:cNvSpPr/>
            <p:nvPr/>
          </p:nvSpPr>
          <p:spPr>
            <a:xfrm>
              <a:off x="853225" y="1130300"/>
              <a:ext cx="10485548" cy="642380"/>
            </a:xfrm>
            <a:prstGeom prst="plaqu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endParaRPr lang="en-US" dirty="0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853226" y="1903408"/>
              <a:ext cx="5193380" cy="1895819"/>
              <a:chOff x="853226" y="1903408"/>
              <a:chExt cx="5193380" cy="1895819"/>
            </a:xfrm>
          </p:grpSpPr>
          <p:sp>
            <p:nvSpPr>
              <p:cNvPr id="18" name="Bullet1"/>
              <p:cNvSpPr/>
              <p:nvPr/>
            </p:nvSpPr>
            <p:spPr>
              <a:xfrm>
                <a:off x="1384878" y="1903408"/>
                <a:ext cx="466172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透明度要求</a:t>
                </a:r>
                <a:endParaRPr lang="en-US" dirty="0"/>
              </a:p>
            </p:txBody>
          </p:sp>
          <p:sp>
            <p:nvSpPr>
              <p:cNvPr id="26" name="Text1"/>
              <p:cNvSpPr/>
              <p:nvPr/>
            </p:nvSpPr>
            <p:spPr>
              <a:xfrm>
                <a:off x="1384878" y="2373687"/>
                <a:ext cx="4661728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确保用户清楚知悉正在与AI交互，避免产生身份混淆和误解。</a:t>
                </a:r>
                <a:endParaRPr lang="en-US" dirty="0"/>
              </a:p>
            </p:txBody>
          </p:sp>
          <p:sp>
            <p:nvSpPr>
              <p:cNvPr id="29" name="Number1"/>
              <p:cNvSpPr/>
              <p:nvPr/>
            </p:nvSpPr>
            <p:spPr bwMode="auto">
              <a:xfrm>
                <a:off x="853226" y="1903408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53226" y="4180677"/>
              <a:ext cx="10485548" cy="1895819"/>
              <a:chOff x="853226" y="4180677"/>
              <a:chExt cx="10485548" cy="1895819"/>
            </a:xfrm>
          </p:grpSpPr>
          <p:sp>
            <p:nvSpPr>
              <p:cNvPr id="15" name="Bullet2"/>
              <p:cNvSpPr/>
              <p:nvPr/>
            </p:nvSpPr>
            <p:spPr>
              <a:xfrm>
                <a:off x="1384878" y="4180677"/>
                <a:ext cx="9953896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可控性保障</a:t>
                </a:r>
                <a:endParaRPr lang="en-US" dirty="0"/>
              </a:p>
            </p:txBody>
          </p:sp>
          <p:sp>
            <p:nvSpPr>
              <p:cNvPr id="16" name="Text2"/>
              <p:cNvSpPr/>
              <p:nvPr/>
            </p:nvSpPr>
            <p:spPr>
              <a:xfrm>
                <a:off x="1384878" y="4650956"/>
                <a:ext cx="9953896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设计完善的用户控制机制，保证人类始终处于主导和监督地位。</a:t>
                </a:r>
                <a:endParaRPr lang="en-US" dirty="0"/>
              </a:p>
            </p:txBody>
          </p:sp>
          <p:sp>
            <p:nvSpPr>
              <p:cNvPr id="17" name="Number2"/>
              <p:cNvSpPr/>
              <p:nvPr/>
            </p:nvSpPr>
            <p:spPr bwMode="auto">
              <a:xfrm>
                <a:off x="853226" y="4180677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145394" y="1903408"/>
              <a:ext cx="5193380" cy="1895819"/>
              <a:chOff x="6145394" y="1903408"/>
              <a:chExt cx="5193380" cy="1895819"/>
            </a:xfrm>
          </p:grpSpPr>
          <p:sp>
            <p:nvSpPr>
              <p:cNvPr id="12" name="Bullet3"/>
              <p:cNvSpPr/>
              <p:nvPr/>
            </p:nvSpPr>
            <p:spPr>
              <a:xfrm>
                <a:off x="6677046" y="1903408"/>
                <a:ext cx="466172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反馈机制建立</a:t>
                </a:r>
                <a:endParaRPr lang="en-US" dirty="0"/>
              </a:p>
            </p:txBody>
          </p:sp>
          <p:sp>
            <p:nvSpPr>
              <p:cNvPr id="13" name="Text3"/>
              <p:cNvSpPr/>
              <p:nvPr/>
            </p:nvSpPr>
            <p:spPr>
              <a:xfrm>
                <a:off x="6677046" y="2373687"/>
                <a:ext cx="4661728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建立有效的反馈渠道，允许用户对AI行为进行评价和纠正。</a:t>
                </a:r>
                <a:endParaRPr lang="en-US" dirty="0"/>
              </a:p>
            </p:txBody>
          </p:sp>
          <p:sp>
            <p:nvSpPr>
              <p:cNvPr id="14" name="Number3"/>
              <p:cNvSpPr/>
              <p:nvPr/>
            </p:nvSpPr>
            <p:spPr bwMode="auto">
              <a:xfrm>
                <a:off x="6145394" y="1903408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交互方式设计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f5b1acc8-d7c6-4978-8461-4c39bc52d028.source.3.zh-Hans.pptx"/>
          <p:cNvGrpSpPr/>
          <p:nvPr>
            <p:custDataLst>
              <p:tags r:id="rId1"/>
            </p:custDataLst>
          </p:nvPr>
        </p:nvGrpSpPr>
        <p:grpSpPr>
          <a:xfrm>
            <a:off x="1" y="1130300"/>
            <a:ext cx="11518899" cy="5003800"/>
            <a:chOff x="1" y="1130300"/>
            <a:chExt cx="11518899" cy="5003800"/>
          </a:xfrm>
        </p:grpSpPr>
        <p:sp>
          <p:nvSpPr>
            <p:cNvPr id="25" name="PictureMisc1"/>
            <p:cNvSpPr/>
            <p:nvPr/>
          </p:nvSpPr>
          <p:spPr>
            <a:xfrm>
              <a:off x="1" y="1277694"/>
              <a:ext cx="3490055" cy="4709013"/>
            </a:xfrm>
            <a:custGeom>
              <a:avLst/>
              <a:gdLst>
                <a:gd name="connsiteX0" fmla="*/ 0 w 3490055"/>
                <a:gd name="connsiteY0" fmla="*/ 0 h 4709013"/>
                <a:gd name="connsiteX1" fmla="*/ 3142937 w 3490055"/>
                <a:gd name="connsiteY1" fmla="*/ 0 h 4709013"/>
                <a:gd name="connsiteX2" fmla="*/ 3490055 w 3490055"/>
                <a:gd name="connsiteY2" fmla="*/ 356378 h 4709013"/>
                <a:gd name="connsiteX3" fmla="*/ 3490055 w 3490055"/>
                <a:gd name="connsiteY3" fmla="*/ 4352635 h 4709013"/>
                <a:gd name="connsiteX4" fmla="*/ 3142937 w 3490055"/>
                <a:gd name="connsiteY4" fmla="*/ 4709013 h 4709013"/>
                <a:gd name="connsiteX5" fmla="*/ 0 w 3490055"/>
                <a:gd name="connsiteY5" fmla="*/ 4709013 h 4709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0055" h="4709013">
                  <a:moveTo>
                    <a:pt x="0" y="0"/>
                  </a:moveTo>
                  <a:lnTo>
                    <a:pt x="3142937" y="0"/>
                  </a:lnTo>
                  <a:cubicBezTo>
                    <a:pt x="3334645" y="0"/>
                    <a:pt x="3490055" y="159556"/>
                    <a:pt x="3490055" y="356378"/>
                  </a:cubicBezTo>
                  <a:lnTo>
                    <a:pt x="3490055" y="4352635"/>
                  </a:lnTo>
                  <a:cubicBezTo>
                    <a:pt x="3490055" y="4549458"/>
                    <a:pt x="3334645" y="4709013"/>
                    <a:pt x="3142937" y="4709013"/>
                  </a:cubicBezTo>
                  <a:lnTo>
                    <a:pt x="0" y="4709013"/>
                  </a:lnTo>
                  <a:close/>
                </a:path>
              </a:pathLst>
            </a:cu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53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51194" r="-5119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: Rounded Corners 40"/>
            <p:cNvSpPr/>
            <p:nvPr/>
          </p:nvSpPr>
          <p:spPr>
            <a:xfrm>
              <a:off x="2357120" y="2960234"/>
              <a:ext cx="2142973" cy="2737255"/>
            </a:xfrm>
            <a:prstGeom prst="roundRect">
              <a:avLst>
                <a:gd name="adj" fmla="val 5434"/>
              </a:avLst>
            </a:prstGeom>
            <a:solidFill>
              <a:schemeClr val="accent1">
                <a:lumMod val="75000"/>
                <a:alpha val="95000"/>
              </a:schemeClr>
            </a:solidFill>
            <a:ln>
              <a:noFill/>
            </a:ln>
          </p:spPr>
          <p:txBody>
            <a:bodyPr spcFirstLastPara="1" wrap="square" lIns="91440" tIns="45720" rIns="91440" bIns="45720" anchor="ctr" anchorCtr="0">
              <a:noAutofit/>
            </a:bodyPr>
            <a:lstStyle/>
            <a:p>
              <a:pPr algn="ctr"/>
              <a:endParaRPr lang="en-US" sz="2400" b="1">
                <a:cs typeface="+mn-ea"/>
              </a:endParaRPr>
            </a:p>
          </p:txBody>
        </p:sp>
        <p:sp>
          <p:nvSpPr>
            <p:cNvPr id="102" name="Freeform: Shape 47"/>
            <p:cNvSpPr/>
            <p:nvPr/>
          </p:nvSpPr>
          <p:spPr bwMode="auto">
            <a:xfrm rot="18900000">
              <a:off x="4045689" y="3086673"/>
              <a:ext cx="330173" cy="352660"/>
            </a:xfrm>
            <a:custGeom>
              <a:avLst/>
              <a:gdLst>
                <a:gd name="connsiteX0" fmla="*/ 152120 w 291141"/>
                <a:gd name="connsiteY0" fmla="*/ 5553 h 310969"/>
                <a:gd name="connsiteX1" fmla="*/ 283824 w 291141"/>
                <a:gd name="connsiteY1" fmla="*/ 138826 h 310969"/>
                <a:gd name="connsiteX2" fmla="*/ 291141 w 291141"/>
                <a:gd name="connsiteY2" fmla="*/ 155485 h 310969"/>
                <a:gd name="connsiteX3" fmla="*/ 283824 w 291141"/>
                <a:gd name="connsiteY3" fmla="*/ 172144 h 310969"/>
                <a:gd name="connsiteX4" fmla="*/ 152120 w 291141"/>
                <a:gd name="connsiteY4" fmla="*/ 305416 h 310969"/>
                <a:gd name="connsiteX5" fmla="*/ 137486 w 291141"/>
                <a:gd name="connsiteY5" fmla="*/ 310969 h 310969"/>
                <a:gd name="connsiteX6" fmla="*/ 115535 w 291141"/>
                <a:gd name="connsiteY6" fmla="*/ 288757 h 310969"/>
                <a:gd name="connsiteX7" fmla="*/ 121022 w 291141"/>
                <a:gd name="connsiteY7" fmla="*/ 273949 h 310969"/>
                <a:gd name="connsiteX8" fmla="*/ 199451 w 291141"/>
                <a:gd name="connsiteY8" fmla="*/ 194587 h 310969"/>
                <a:gd name="connsiteX9" fmla="*/ 214605 w 291141"/>
                <a:gd name="connsiteY9" fmla="*/ 179253 h 310969"/>
                <a:gd name="connsiteX10" fmla="*/ 191279 w 291141"/>
                <a:gd name="connsiteY10" fmla="*/ 179253 h 310969"/>
                <a:gd name="connsiteX11" fmla="*/ 149924 w 291141"/>
                <a:gd name="connsiteY11" fmla="*/ 179252 h 310969"/>
                <a:gd name="connsiteX12" fmla="*/ 115326 w 291141"/>
                <a:gd name="connsiteY12" fmla="*/ 179253 h 310969"/>
                <a:gd name="connsiteX13" fmla="*/ 17299 w 291141"/>
                <a:gd name="connsiteY13" fmla="*/ 179252 h 310969"/>
                <a:gd name="connsiteX14" fmla="*/ 0 w 291141"/>
                <a:gd name="connsiteY14" fmla="*/ 156393 h 310969"/>
                <a:gd name="connsiteX15" fmla="*/ 17299 w 291141"/>
                <a:gd name="connsiteY15" fmla="*/ 133534 h 310969"/>
                <a:gd name="connsiteX16" fmla="*/ 115327 w 291141"/>
                <a:gd name="connsiteY16" fmla="*/ 133534 h 310969"/>
                <a:gd name="connsiteX17" fmla="*/ 149924 w 291141"/>
                <a:gd name="connsiteY17" fmla="*/ 133534 h 310969"/>
                <a:gd name="connsiteX18" fmla="*/ 206596 w 291141"/>
                <a:gd name="connsiteY18" fmla="*/ 133533 h 310969"/>
                <a:gd name="connsiteX19" fmla="*/ 216401 w 291141"/>
                <a:gd name="connsiteY19" fmla="*/ 133534 h 310969"/>
                <a:gd name="connsiteX20" fmla="*/ 209958 w 291141"/>
                <a:gd name="connsiteY20" fmla="*/ 127015 h 310969"/>
                <a:gd name="connsiteX21" fmla="*/ 122852 w 291141"/>
                <a:gd name="connsiteY21" fmla="*/ 38871 h 310969"/>
                <a:gd name="connsiteX22" fmla="*/ 115535 w 291141"/>
                <a:gd name="connsiteY22" fmla="*/ 22212 h 310969"/>
                <a:gd name="connsiteX23" fmla="*/ 137485 w 291141"/>
                <a:gd name="connsiteY23" fmla="*/ 0 h 310969"/>
                <a:gd name="connsiteX24" fmla="*/ 152120 w 291141"/>
                <a:gd name="connsiteY24" fmla="*/ 5553 h 31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1141" h="310969">
                  <a:moveTo>
                    <a:pt x="152120" y="5553"/>
                  </a:moveTo>
                  <a:cubicBezTo>
                    <a:pt x="152120" y="5553"/>
                    <a:pt x="152120" y="5553"/>
                    <a:pt x="283824" y="138826"/>
                  </a:cubicBezTo>
                  <a:cubicBezTo>
                    <a:pt x="289312" y="142528"/>
                    <a:pt x="291141" y="149932"/>
                    <a:pt x="291141" y="155485"/>
                  </a:cubicBezTo>
                  <a:cubicBezTo>
                    <a:pt x="291141" y="161038"/>
                    <a:pt x="289312" y="166591"/>
                    <a:pt x="283824" y="172144"/>
                  </a:cubicBezTo>
                  <a:cubicBezTo>
                    <a:pt x="283824" y="172144"/>
                    <a:pt x="283824" y="172144"/>
                    <a:pt x="152120" y="305416"/>
                  </a:cubicBezTo>
                  <a:cubicBezTo>
                    <a:pt x="148461" y="309118"/>
                    <a:pt x="142974" y="310969"/>
                    <a:pt x="137486" y="310969"/>
                  </a:cubicBezTo>
                  <a:cubicBezTo>
                    <a:pt x="124681" y="310969"/>
                    <a:pt x="115535" y="301714"/>
                    <a:pt x="115535" y="288757"/>
                  </a:cubicBezTo>
                  <a:cubicBezTo>
                    <a:pt x="115535" y="283204"/>
                    <a:pt x="117364" y="277651"/>
                    <a:pt x="121022" y="273949"/>
                  </a:cubicBezTo>
                  <a:cubicBezTo>
                    <a:pt x="121022" y="273949"/>
                    <a:pt x="121022" y="273949"/>
                    <a:pt x="199451" y="194587"/>
                  </a:cubicBezTo>
                  <a:lnTo>
                    <a:pt x="214605" y="179253"/>
                  </a:lnTo>
                  <a:lnTo>
                    <a:pt x="191279" y="179253"/>
                  </a:lnTo>
                  <a:cubicBezTo>
                    <a:pt x="149924" y="179252"/>
                    <a:pt x="149924" y="179252"/>
                    <a:pt x="149924" y="179252"/>
                  </a:cubicBezTo>
                  <a:cubicBezTo>
                    <a:pt x="115326" y="179253"/>
                    <a:pt x="115326" y="179253"/>
                    <a:pt x="115326" y="179253"/>
                  </a:cubicBezTo>
                  <a:cubicBezTo>
                    <a:pt x="17299" y="179252"/>
                    <a:pt x="17299" y="179252"/>
                    <a:pt x="17299" y="179252"/>
                  </a:cubicBezTo>
                  <a:cubicBezTo>
                    <a:pt x="7208" y="179253"/>
                    <a:pt x="0" y="169728"/>
                    <a:pt x="0" y="156393"/>
                  </a:cubicBezTo>
                  <a:cubicBezTo>
                    <a:pt x="0" y="143059"/>
                    <a:pt x="7208" y="133534"/>
                    <a:pt x="17299" y="133534"/>
                  </a:cubicBezTo>
                  <a:cubicBezTo>
                    <a:pt x="115327" y="133534"/>
                    <a:pt x="115327" y="133534"/>
                    <a:pt x="115327" y="133534"/>
                  </a:cubicBezTo>
                  <a:cubicBezTo>
                    <a:pt x="149924" y="133534"/>
                    <a:pt x="149924" y="133534"/>
                    <a:pt x="149924" y="133534"/>
                  </a:cubicBezTo>
                  <a:cubicBezTo>
                    <a:pt x="174431" y="133534"/>
                    <a:pt x="192811" y="133534"/>
                    <a:pt x="206596" y="133533"/>
                  </a:cubicBezTo>
                  <a:lnTo>
                    <a:pt x="216401" y="133534"/>
                  </a:lnTo>
                  <a:lnTo>
                    <a:pt x="209958" y="127015"/>
                  </a:lnTo>
                  <a:cubicBezTo>
                    <a:pt x="193078" y="109933"/>
                    <a:pt x="166068" y="82602"/>
                    <a:pt x="122852" y="38871"/>
                  </a:cubicBezTo>
                  <a:cubicBezTo>
                    <a:pt x="119194" y="35169"/>
                    <a:pt x="115535" y="29616"/>
                    <a:pt x="115535" y="22212"/>
                  </a:cubicBezTo>
                  <a:cubicBezTo>
                    <a:pt x="115535" y="9255"/>
                    <a:pt x="124681" y="0"/>
                    <a:pt x="137485" y="0"/>
                  </a:cubicBezTo>
                  <a:cubicBezTo>
                    <a:pt x="142974" y="0"/>
                    <a:pt x="148461" y="1851"/>
                    <a:pt x="152120" y="55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Title"/>
            <p:cNvSpPr/>
            <p:nvPr/>
          </p:nvSpPr>
          <p:spPr>
            <a:xfrm>
              <a:off x="2423450" y="3486106"/>
              <a:ext cx="2010313" cy="2075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/>
            <a:p>
              <a:endParaRPr lang="en-US" dirty="0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4772475" y="1130300"/>
              <a:ext cx="6746425" cy="1542639"/>
              <a:chOff x="4772475" y="1130300"/>
              <a:chExt cx="6746425" cy="1542639"/>
            </a:xfrm>
          </p:grpSpPr>
          <p:sp>
            <p:nvSpPr>
              <p:cNvPr id="6" name="Bullet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772475" y="1130300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适用领域明确</a:t>
                </a:r>
                <a:endParaRPr lang="en-US" dirty="0"/>
              </a:p>
            </p:txBody>
          </p:sp>
          <p:sp>
            <p:nvSpPr>
              <p:cNvPr id="7" name="Text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772475" y="1712748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制定明确的适用领域清单，指导用户在不同场景下合理使用AI工具。</a:t>
                </a:r>
                <a:endParaRPr lang="en-US" dirty="0"/>
              </a:p>
            </p:txBody>
          </p:sp>
          <p:sp>
            <p:nvSpPr>
              <p:cNvPr id="8" name="ComponentBackground1"/>
              <p:cNvSpPr/>
              <p:nvPr>
                <p:custDataLst>
                  <p:tags r:id="rId6"/>
                </p:custDataLst>
              </p:nvPr>
            </p:nvSpPr>
            <p:spPr>
              <a:xfrm>
                <a:off x="5992680" y="1637565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 panose="020B0604020202020204"/>
                </a:endParaRPr>
              </a:p>
            </p:txBody>
          </p:sp>
          <p:sp>
            <p:nvSpPr>
              <p:cNvPr id="9" name="Shape1"/>
              <p:cNvSpPr/>
              <p:nvPr>
                <p:custDataLst>
                  <p:tags r:id="rId7"/>
                </p:custDataLst>
              </p:nvPr>
            </p:nvSpPr>
            <p:spPr>
              <a:xfrm>
                <a:off x="4873663" y="1634262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4772475" y="2860881"/>
              <a:ext cx="6746425" cy="1542639"/>
              <a:chOff x="4772475" y="2860881"/>
              <a:chExt cx="6746425" cy="1542639"/>
            </a:xfrm>
          </p:grpSpPr>
          <p:sp>
            <p:nvSpPr>
              <p:cNvPr id="12" name="Bullet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772475" y="2860881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禁用情形规定</a:t>
                </a:r>
                <a:endParaRPr lang="en-US" dirty="0"/>
              </a:p>
            </p:txBody>
          </p:sp>
          <p:sp>
            <p:nvSpPr>
              <p:cNvPr id="13" name="Text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772475" y="3443329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明确禁止AI替代人类的关键场景，如医疗诊断、司法判决等专业领域。</a:t>
                </a:r>
                <a:endParaRPr lang="en-US" dirty="0"/>
              </a:p>
            </p:txBody>
          </p:sp>
          <p:sp>
            <p:nvSpPr>
              <p:cNvPr id="14" name="ComponentBackground2"/>
              <p:cNvSpPr/>
              <p:nvPr>
                <p:custDataLst>
                  <p:tags r:id="rId10"/>
                </p:custDataLst>
              </p:nvPr>
            </p:nvSpPr>
            <p:spPr>
              <a:xfrm>
                <a:off x="5992680" y="3368146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alpha val="25000"/>
                    </a:schemeClr>
                  </a:gs>
                  <a:gs pos="100000">
                    <a:schemeClr val="accent2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 panose="020B0604020202020204"/>
                </a:endParaRPr>
              </a:p>
            </p:txBody>
          </p:sp>
          <p:sp>
            <p:nvSpPr>
              <p:cNvPr id="15" name="Shape2"/>
              <p:cNvSpPr/>
              <p:nvPr>
                <p:custDataLst>
                  <p:tags r:id="rId11"/>
                </p:custDataLst>
              </p:nvPr>
            </p:nvSpPr>
            <p:spPr>
              <a:xfrm>
                <a:off x="4873663" y="3364843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772475" y="4591461"/>
              <a:ext cx="6746425" cy="1542639"/>
              <a:chOff x="4772475" y="4591461"/>
              <a:chExt cx="6746425" cy="1542639"/>
            </a:xfrm>
          </p:grpSpPr>
          <p:sp>
            <p:nvSpPr>
              <p:cNvPr id="17" name="Bullet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772475" y="4591461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特殊用途审批</a:t>
                </a:r>
                <a:endParaRPr lang="en-US" dirty="0"/>
              </a:p>
            </p:txBody>
          </p:sp>
          <p:sp>
            <p:nvSpPr>
              <p:cNvPr id="18" name="Text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72475" y="5173909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建立特殊用途的审批机制，确保高风险应用得到充分评估和监管。</a:t>
                </a:r>
                <a:endParaRPr lang="en-US" dirty="0"/>
              </a:p>
            </p:txBody>
          </p:sp>
          <p:sp>
            <p:nvSpPr>
              <p:cNvPr id="19" name="ComponentBackground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92680" y="5098726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 panose="020B0604020202020204"/>
                </a:endParaRPr>
              </a:p>
            </p:txBody>
          </p:sp>
          <p:sp>
            <p:nvSpPr>
              <p:cNvPr id="20" name="Shape3"/>
              <p:cNvSpPr/>
              <p:nvPr>
                <p:custDataLst>
                  <p:tags r:id="rId15"/>
                </p:custDataLst>
              </p:nvPr>
            </p:nvSpPr>
            <p:spPr>
              <a:xfrm>
                <a:off x="4873663" y="5095423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应用场景规范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健康发展建议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1adf2206-53ce-4f20-9d5e-ef01109b40fa.source.3.zh-Hans.pptx"/>
          <p:cNvGrpSpPr/>
          <p:nvPr/>
        </p:nvGrpSpPr>
        <p:grpSpPr>
          <a:xfrm>
            <a:off x="574040" y="1130300"/>
            <a:ext cx="11309000" cy="5727701"/>
            <a:chOff x="574040" y="1130300"/>
            <a:chExt cx="11309000" cy="5727701"/>
          </a:xfrm>
        </p:grpSpPr>
        <p:sp>
          <p:nvSpPr>
            <p:cNvPr id="4" name="矩形 3"/>
            <p:cNvSpPr/>
            <p:nvPr/>
          </p:nvSpPr>
          <p:spPr>
            <a:xfrm>
              <a:off x="574040" y="3719319"/>
              <a:ext cx="8061960" cy="123444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860120" y="1888038"/>
              <a:ext cx="3876980" cy="54891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20" name="Rectangle: Rounded Corners 40"/>
            <p:cNvSpPr/>
            <p:nvPr/>
          </p:nvSpPr>
          <p:spPr>
            <a:xfrm>
              <a:off x="762423" y="1888038"/>
              <a:ext cx="1495143" cy="54891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rmAutofit fontScale="25000" lnSpcReduction="20000"/>
            </a:bodyPr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141" name="PictureMisc1"/>
            <p:cNvSpPr/>
            <p:nvPr/>
          </p:nvSpPr>
          <p:spPr bwMode="auto">
            <a:xfrm>
              <a:off x="8493394" y="1586170"/>
              <a:ext cx="2993123" cy="5271831"/>
            </a:xfrm>
            <a:custGeom>
              <a:avLst/>
              <a:gdLst>
                <a:gd name="connsiteX0" fmla="*/ 394679 w 2858747"/>
                <a:gd name="connsiteY0" fmla="*/ 0 h 5035153"/>
                <a:gd name="connsiteX1" fmla="*/ 2464068 w 2858747"/>
                <a:gd name="connsiteY1" fmla="*/ 0 h 5035153"/>
                <a:gd name="connsiteX2" fmla="*/ 2858747 w 2858747"/>
                <a:gd name="connsiteY2" fmla="*/ 394679 h 5035153"/>
                <a:gd name="connsiteX3" fmla="*/ 2858747 w 2858747"/>
                <a:gd name="connsiteY3" fmla="*/ 5035153 h 5035153"/>
                <a:gd name="connsiteX4" fmla="*/ 0 w 2858747"/>
                <a:gd name="connsiteY4" fmla="*/ 5035153 h 5035153"/>
                <a:gd name="connsiteX5" fmla="*/ 0 w 2858747"/>
                <a:gd name="connsiteY5" fmla="*/ 394679 h 5035153"/>
                <a:gd name="connsiteX6" fmla="*/ 394679 w 2858747"/>
                <a:gd name="connsiteY6" fmla="*/ 0 h 5035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8747" h="5035153">
                  <a:moveTo>
                    <a:pt x="394679" y="0"/>
                  </a:moveTo>
                  <a:lnTo>
                    <a:pt x="2464068" y="0"/>
                  </a:lnTo>
                  <a:cubicBezTo>
                    <a:pt x="2682043" y="0"/>
                    <a:pt x="2858747" y="176704"/>
                    <a:pt x="2858747" y="394679"/>
                  </a:cubicBezTo>
                  <a:lnTo>
                    <a:pt x="2858747" y="5035153"/>
                  </a:lnTo>
                  <a:lnTo>
                    <a:pt x="0" y="5035153"/>
                  </a:lnTo>
                  <a:lnTo>
                    <a:pt x="0" y="394679"/>
                  </a:lnTo>
                  <a:cubicBezTo>
                    <a:pt x="0" y="176704"/>
                    <a:pt x="176704" y="0"/>
                    <a:pt x="394679" y="0"/>
                  </a:cubicBezTo>
                  <a:close/>
                </a:path>
              </a:pathLst>
            </a:custGeom>
            <a:blipFill>
              <a:blip r:embed="rId1"/>
              <a:srcRect/>
              <a:stretch>
                <a:fillRect l="-46447" r="-1177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39" name="c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70"/>
            <a:stretch>
              <a:fillRect/>
            </a:stretch>
          </p:blipFill>
          <p:spPr>
            <a:xfrm>
              <a:off x="8239477" y="1210289"/>
              <a:ext cx="3643563" cy="5647711"/>
            </a:xfrm>
            <a:custGeom>
              <a:avLst/>
              <a:gdLst>
                <a:gd name="connsiteX0" fmla="*/ 0 w 3479986"/>
                <a:gd name="connsiteY0" fmla="*/ 0 h 5394158"/>
                <a:gd name="connsiteX1" fmla="*/ 3479986 w 3479986"/>
                <a:gd name="connsiteY1" fmla="*/ 0 h 5394158"/>
                <a:gd name="connsiteX2" fmla="*/ 3479986 w 3479986"/>
                <a:gd name="connsiteY2" fmla="*/ 5394158 h 5394158"/>
                <a:gd name="connsiteX3" fmla="*/ 0 w 3479986"/>
                <a:gd name="connsiteY3" fmla="*/ 5394158 h 539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9986" h="5394158">
                  <a:moveTo>
                    <a:pt x="0" y="0"/>
                  </a:moveTo>
                  <a:lnTo>
                    <a:pt x="3479986" y="0"/>
                  </a:lnTo>
                  <a:lnTo>
                    <a:pt x="3479986" y="5394158"/>
                  </a:lnTo>
                  <a:lnTo>
                    <a:pt x="0" y="5394158"/>
                  </a:lnTo>
                  <a:close/>
                </a:path>
              </a:pathLst>
            </a:custGeom>
          </p:spPr>
        </p:pic>
        <p:sp>
          <p:nvSpPr>
            <p:cNvPr id="2" name="Title"/>
            <p:cNvSpPr txBox="1"/>
            <p:nvPr/>
          </p:nvSpPr>
          <p:spPr>
            <a:xfrm>
              <a:off x="660398" y="1130300"/>
              <a:ext cx="7683501" cy="747183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endParaRPr lang="en-US" dirty="0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60400" y="2538978"/>
              <a:ext cx="7471179" cy="950665"/>
              <a:chOff x="660400" y="2538978"/>
              <a:chExt cx="7471179" cy="950665"/>
            </a:xfrm>
          </p:grpSpPr>
          <p:sp>
            <p:nvSpPr>
              <p:cNvPr id="57" name="Bullet1"/>
              <p:cNvSpPr txBox="1"/>
              <p:nvPr/>
            </p:nvSpPr>
            <p:spPr>
              <a:xfrm>
                <a:off x="660400" y="2538978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透明度提升</a:t>
                </a:r>
                <a:endParaRPr lang="en-US" dirty="0"/>
              </a:p>
            </p:txBody>
          </p:sp>
          <p:sp>
            <p:nvSpPr>
              <p:cNvPr id="58" name="Text1"/>
              <p:cNvSpPr txBox="1"/>
              <p:nvPr/>
            </p:nvSpPr>
            <p:spPr>
              <a:xfrm>
                <a:off x="660400" y="2947845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增强AI决策过程的可解释性，让用户清晰理解其工作原理和局限性。</a:t>
                </a:r>
                <a:endParaRPr 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60400" y="3861207"/>
              <a:ext cx="7471179" cy="950665"/>
              <a:chOff x="660400" y="3861207"/>
              <a:chExt cx="7471179" cy="950665"/>
            </a:xfrm>
          </p:grpSpPr>
          <p:sp>
            <p:nvSpPr>
              <p:cNvPr id="5" name="Bullet2"/>
              <p:cNvSpPr txBox="1"/>
              <p:nvPr/>
            </p:nvSpPr>
            <p:spPr>
              <a:xfrm>
                <a:off x="660400" y="3861207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可控性优化</a:t>
                </a:r>
                <a:endParaRPr lang="en-US" dirty="0"/>
              </a:p>
            </p:txBody>
          </p:sp>
          <p:sp>
            <p:nvSpPr>
              <p:cNvPr id="6" name="Text2"/>
              <p:cNvSpPr txBox="1"/>
              <p:nvPr/>
            </p:nvSpPr>
            <p:spPr>
              <a:xfrm>
                <a:off x="660400" y="4270074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开发更精细的控制功能，允许用户根据需求调整AI的帮助程度和方式。</a:t>
                </a:r>
                <a:endParaRPr lang="en-US" dirty="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60400" y="5183435"/>
              <a:ext cx="7471179" cy="950665"/>
              <a:chOff x="660400" y="5183435"/>
              <a:chExt cx="7471179" cy="950665"/>
            </a:xfrm>
          </p:grpSpPr>
          <p:sp>
            <p:nvSpPr>
              <p:cNvPr id="9" name="Bullet3"/>
              <p:cNvSpPr txBox="1"/>
              <p:nvPr/>
            </p:nvSpPr>
            <p:spPr>
              <a:xfrm>
                <a:off x="660400" y="5183435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安全性强化</a:t>
                </a:r>
                <a:endParaRPr lang="en-US" dirty="0"/>
              </a:p>
            </p:txBody>
          </p:sp>
          <p:sp>
            <p:nvSpPr>
              <p:cNvPr id="10" name="Text3"/>
              <p:cNvSpPr txBox="1"/>
              <p:nvPr/>
            </p:nvSpPr>
            <p:spPr>
              <a:xfrm>
                <a:off x="660400" y="5592302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加强系统安全防护，防止AI被恶意利用从事替代人类的不当行为。</a:t>
                </a:r>
                <a:endParaRPr lang="en-US" dirty="0"/>
              </a:p>
            </p:txBody>
          </p:sp>
        </p:grpSp>
      </p:grpSp>
      <p:sp>
        <p:nvSpPr>
          <p:cNvPr id="11" name="标题 10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技术改进方向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9d3405da-2ed9-4a0c-937c-542516bbcd12.source.3.zh-Hans.pptx"/>
          <p:cNvGrpSpPr/>
          <p:nvPr/>
        </p:nvGrpSpPr>
        <p:grpSpPr>
          <a:xfrm>
            <a:off x="660399" y="1130300"/>
            <a:ext cx="10858501" cy="5003802"/>
            <a:chOff x="660399" y="1130300"/>
            <a:chExt cx="10858501" cy="5003802"/>
          </a:xfrm>
        </p:grpSpPr>
        <p:grpSp>
          <p:nvGrpSpPr>
            <p:cNvPr id="3" name="组合 2"/>
            <p:cNvGrpSpPr/>
            <p:nvPr/>
          </p:nvGrpSpPr>
          <p:grpSpPr>
            <a:xfrm>
              <a:off x="660399" y="1803398"/>
              <a:ext cx="3458724" cy="4330704"/>
              <a:chOff x="660399" y="1803398"/>
              <a:chExt cx="3458724" cy="4330704"/>
            </a:xfrm>
          </p:grpSpPr>
          <p:sp>
            <p:nvSpPr>
              <p:cNvPr id="43" name="Picture1"/>
              <p:cNvSpPr/>
              <p:nvPr/>
            </p:nvSpPr>
            <p:spPr>
              <a:xfrm>
                <a:off x="660399" y="1803398"/>
                <a:ext cx="3458719" cy="1927571"/>
              </a:xfrm>
              <a:prstGeom prst="round1Rect">
                <a:avLst/>
              </a:prstGeom>
              <a:blipFill>
                <a:blip r:embed="rId1"/>
                <a:srcRect/>
                <a:stretch>
                  <a:fillRect t="-9811" b="-9811"/>
                </a:stretch>
              </a:blipFill>
              <a:ln w="19050">
                <a:solidFill>
                  <a:schemeClr val="accent1"/>
                </a:solidFill>
                <a:round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4" name="Text1"/>
              <p:cNvSpPr txBox="1"/>
              <p:nvPr/>
            </p:nvSpPr>
            <p:spPr>
              <a:xfrm>
                <a:off x="660399" y="4358102"/>
                <a:ext cx="3458724" cy="1776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开展用户教育，帮助公众建立对AI助手的正确认知和使用态度。</a:t>
                </a:r>
                <a:endParaRPr lang="en-US" dirty="0"/>
              </a:p>
            </p:txBody>
          </p:sp>
          <p:sp>
            <p:nvSpPr>
              <p:cNvPr id="45" name="Bullet1"/>
              <p:cNvSpPr txBox="1"/>
              <p:nvPr/>
            </p:nvSpPr>
            <p:spPr>
              <a:xfrm>
                <a:off x="660399" y="3813927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正确使用观念培养</a:t>
                </a:r>
                <a:endParaRPr lang="en-US" dirty="0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4360288" y="1803400"/>
              <a:ext cx="3458724" cy="4330700"/>
              <a:chOff x="4360288" y="1803400"/>
              <a:chExt cx="3458724" cy="4330700"/>
            </a:xfrm>
          </p:grpSpPr>
          <p:sp>
            <p:nvSpPr>
              <p:cNvPr id="40" name="Picture2"/>
              <p:cNvSpPr/>
              <p:nvPr/>
            </p:nvSpPr>
            <p:spPr>
              <a:xfrm>
                <a:off x="4360290" y="1803400"/>
                <a:ext cx="3458719" cy="1927570"/>
              </a:xfrm>
              <a:prstGeom prst="round1Rect">
                <a:avLst/>
              </a:prstGeom>
              <a:blipFill>
                <a:blip r:embed="rId2"/>
                <a:srcRect/>
                <a:stretch>
                  <a:fillRect t="-1266" b="-1266"/>
                </a:stretch>
              </a:blipFill>
              <a:ln w="19050">
                <a:solidFill>
                  <a:schemeClr val="accent2"/>
                </a:solidFill>
                <a:round/>
              </a:ln>
              <a:effectLst>
                <a:outerShdw dist="50800" dir="2700000" algn="ctr" rotWithShape="0">
                  <a:schemeClr val="accent2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1" name="Text2"/>
              <p:cNvSpPr txBox="1"/>
              <p:nvPr/>
            </p:nvSpPr>
            <p:spPr>
              <a:xfrm>
                <a:off x="4360288" y="4358099"/>
                <a:ext cx="3458724" cy="177600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提高用户对潜在风险的识别能力，培养负责任的使用习惯。</a:t>
                </a:r>
                <a:endParaRPr lang="en-US" dirty="0"/>
              </a:p>
            </p:txBody>
          </p:sp>
          <p:sp>
            <p:nvSpPr>
              <p:cNvPr id="42" name="Bullet2"/>
              <p:cNvSpPr txBox="1"/>
              <p:nvPr/>
            </p:nvSpPr>
            <p:spPr>
              <a:xfrm>
                <a:off x="4360290" y="3813926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风险防范意识提升</a:t>
                </a:r>
                <a:endParaRPr lang="en-US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8060175" y="1803400"/>
              <a:ext cx="3458724" cy="4330700"/>
              <a:chOff x="8060175" y="1803400"/>
              <a:chExt cx="3458724" cy="4330700"/>
            </a:xfrm>
          </p:grpSpPr>
          <p:sp>
            <p:nvSpPr>
              <p:cNvPr id="37" name="Picture3"/>
              <p:cNvSpPr/>
              <p:nvPr/>
            </p:nvSpPr>
            <p:spPr>
              <a:xfrm>
                <a:off x="8060177" y="1803400"/>
                <a:ext cx="3458719" cy="1927570"/>
              </a:xfrm>
              <a:prstGeom prst="round1Rect">
                <a:avLst/>
              </a:prstGeom>
              <a:blipFill>
                <a:blip r:embed="rId3"/>
                <a:srcRect/>
                <a:stretch>
                  <a:fillRect t="-281" b="-281"/>
                </a:stretch>
              </a:blipFill>
              <a:ln w="19050">
                <a:solidFill>
                  <a:schemeClr val="accent3"/>
                </a:solidFill>
                <a:round/>
              </a:ln>
              <a:effectLst>
                <a:outerShdw dist="50800" dir="2700000" algn="ctr" rotWithShape="0">
                  <a:schemeClr val="accent3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8" name="Text3"/>
              <p:cNvSpPr txBox="1"/>
              <p:nvPr/>
            </p:nvSpPr>
            <p:spPr>
              <a:xfrm>
                <a:off x="8060175" y="4358099"/>
                <a:ext cx="3458724" cy="177600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提供相关培训，帮助用户更好地利用AI工具，发挥其最大辅助价值。</a:t>
                </a:r>
                <a:endParaRPr lang="en-US" dirty="0"/>
              </a:p>
            </p:txBody>
          </p:sp>
          <p:sp>
            <p:nvSpPr>
              <p:cNvPr id="39" name="Bullet3"/>
              <p:cNvSpPr txBox="1"/>
              <p:nvPr/>
            </p:nvSpPr>
            <p:spPr>
              <a:xfrm>
                <a:off x="8060177" y="3813926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技能培训支持</a:t>
                </a:r>
                <a:endParaRPr lang="en-US" dirty="0"/>
              </a:p>
            </p:txBody>
          </p:sp>
        </p:grpSp>
        <p:sp>
          <p:nvSpPr>
            <p:cNvPr id="46" name="Title"/>
            <p:cNvSpPr>
              <a:spLocks noChangeAspect="1"/>
            </p:cNvSpPr>
            <p:nvPr/>
          </p:nvSpPr>
          <p:spPr>
            <a:xfrm>
              <a:off x="660400" y="1130300"/>
              <a:ext cx="10858500" cy="5441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endParaRPr 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用户教育引导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67ec379-7aec-43ac-8d95-d92107300e25.source.3.zh-Hans.pptx"/>
          <p:cNvGrpSpPr/>
          <p:nvPr/>
        </p:nvGrpSpPr>
        <p:grpSpPr>
          <a:xfrm>
            <a:off x="666750" y="1130300"/>
            <a:ext cx="10852150" cy="5003802"/>
            <a:chOff x="666750" y="1130300"/>
            <a:chExt cx="10852150" cy="5003802"/>
          </a:xfrm>
        </p:grpSpPr>
        <p:sp>
          <p:nvSpPr>
            <p:cNvPr id="23" name="Title"/>
            <p:cNvSpPr>
              <a:spLocks noChangeAspect="1"/>
            </p:cNvSpPr>
            <p:nvPr/>
          </p:nvSpPr>
          <p:spPr>
            <a:xfrm>
              <a:off x="666750" y="1130300"/>
              <a:ext cx="3790085" cy="10043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endParaRPr lang="en-US" dirty="0"/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762438" y="2205429"/>
              <a:ext cx="1430338" cy="457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" name="ShapeRoundedRectangle 3"/>
            <p:cNvSpPr/>
            <p:nvPr/>
          </p:nvSpPr>
          <p:spPr>
            <a:xfrm>
              <a:off x="4532333" y="1130301"/>
              <a:ext cx="6986567" cy="186011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46" name="PictureMisc1"/>
            <p:cNvSpPr/>
            <p:nvPr/>
          </p:nvSpPr>
          <p:spPr>
            <a:xfrm>
              <a:off x="4456835" y="1130301"/>
              <a:ext cx="6986567" cy="1860110"/>
            </a:xfrm>
            <a:prstGeom prst="roundRect">
              <a:avLst>
                <a:gd name="adj" fmla="val 50000"/>
              </a:avLst>
            </a:prstGeom>
            <a:blipFill>
              <a:blip r:embed="rId1"/>
              <a:stretch>
                <a:fillRect t="-75199" b="-75199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 sz="1600" dirty="0">
                <a:cs typeface="+mn-ea"/>
                <a:sym typeface="+mn-lt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668787" y="3232151"/>
              <a:ext cx="10850112" cy="2901951"/>
              <a:chOff x="3538350" y="1130300"/>
              <a:chExt cx="10850113" cy="3003550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3538350" y="1130300"/>
                <a:ext cx="3478045" cy="2994860"/>
                <a:chOff x="668787" y="1863035"/>
                <a:chExt cx="3478045" cy="2994860"/>
              </a:xfrm>
            </p:grpSpPr>
            <p:sp>
              <p:nvSpPr>
                <p:cNvPr id="86" name="Number1"/>
                <p:cNvSpPr/>
                <p:nvPr/>
              </p:nvSpPr>
              <p:spPr>
                <a:xfrm>
                  <a:off x="783086" y="186303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1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Text1"/>
                <p:cNvSpPr txBox="1"/>
                <p:nvPr/>
              </p:nvSpPr>
              <p:spPr>
                <a:xfrm>
                  <a:off x="668790" y="309389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加快相关立法进程，明确AI助手的法律地位和使用边界。</a:t>
                  </a:r>
                  <a:endParaRPr lang="en-US" dirty="0"/>
                </a:p>
              </p:txBody>
            </p:sp>
            <p:sp>
              <p:nvSpPr>
                <p:cNvPr id="88" name="Bullet1"/>
                <p:cNvSpPr txBox="1"/>
                <p:nvPr/>
              </p:nvSpPr>
              <p:spPr>
                <a:xfrm>
                  <a:off x="668787" y="241060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立法规范制定</a:t>
                  </a:r>
                  <a:endParaRPr lang="en-US" dirty="0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7224386" y="1130300"/>
                <a:ext cx="3478045" cy="2994860"/>
                <a:chOff x="4401039" y="1871725"/>
                <a:chExt cx="3478045" cy="2994860"/>
              </a:xfrm>
            </p:grpSpPr>
            <p:sp>
              <p:nvSpPr>
                <p:cNvPr id="90" name="Number2"/>
                <p:cNvSpPr/>
                <p:nvPr/>
              </p:nvSpPr>
              <p:spPr>
                <a:xfrm>
                  <a:off x="4518512" y="187172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2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Text2"/>
                <p:cNvSpPr txBox="1"/>
                <p:nvPr/>
              </p:nvSpPr>
              <p:spPr>
                <a:xfrm>
                  <a:off x="4401042" y="310258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推动形成统一的行业技术标准和使用规范，引导产业健康发展。</a:t>
                  </a:r>
                  <a:endParaRPr lang="en-US" dirty="0"/>
                </a:p>
              </p:txBody>
            </p:sp>
            <p:sp>
              <p:nvSpPr>
                <p:cNvPr id="92" name="Bullet2"/>
                <p:cNvSpPr txBox="1"/>
                <p:nvPr/>
              </p:nvSpPr>
              <p:spPr>
                <a:xfrm>
                  <a:off x="4401039" y="241929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行业标准建立</a:t>
                  </a:r>
                  <a:endParaRPr lang="en-US" dirty="0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10910421" y="1138990"/>
                <a:ext cx="3478042" cy="2994860"/>
                <a:chOff x="8135325" y="1871725"/>
                <a:chExt cx="3478042" cy="2994860"/>
              </a:xfrm>
            </p:grpSpPr>
            <p:sp>
              <p:nvSpPr>
                <p:cNvPr id="94" name="Number3"/>
                <p:cNvSpPr/>
                <p:nvPr/>
              </p:nvSpPr>
              <p:spPr>
                <a:xfrm>
                  <a:off x="8249624" y="187172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3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Text3"/>
                <p:cNvSpPr txBox="1"/>
                <p:nvPr/>
              </p:nvSpPr>
              <p:spPr>
                <a:xfrm>
                  <a:off x="8135325" y="310258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建立适应AI技术特点的监管体系，确保其发展符合社会公共利益。</a:t>
                  </a:r>
                  <a:endParaRPr lang="en-US" dirty="0"/>
                </a:p>
              </p:txBody>
            </p:sp>
            <p:sp>
              <p:nvSpPr>
                <p:cNvPr id="96" name="Bullet3"/>
                <p:cNvSpPr txBox="1"/>
                <p:nvPr/>
              </p:nvSpPr>
              <p:spPr>
                <a:xfrm>
                  <a:off x="8135325" y="241929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监管机制创新</a:t>
                  </a:r>
                  <a:endParaRPr lang="en-US" dirty="0"/>
                </a:p>
              </p:txBody>
            </p:sp>
          </p:grpSp>
        </p:grpSp>
      </p:grp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政策法规完善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以上部分文本内容由AI生成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r>
              <a:rPr lang="zh-CN" altLang="en-US" dirty="0"/>
              <a:t>Some of the above text content is generated by AI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作者:xxx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http://www.xxx.com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/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/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 [2025-11-05 19:44:00]</a:t>
              </a:r>
              <a:endParaRPr lang="en-US" dirty="0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/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 [2025-11-05 19:44:00]</a:t>
                </a:r>
                <a:endParaRPr lang="en-US" dirty="0"/>
              </a:p>
            </p:txBody>
          </p:sp>
          <p:sp>
            <p:nvSpPr>
              <p:cNvPr id="23" name="Number1"/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 [2025-11-05 19:44:00]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/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 [2025-11-05 19:44:00]</a:t>
                </a:r>
                <a:endParaRPr lang="en-US" dirty="0"/>
              </a:p>
            </p:txBody>
          </p:sp>
          <p:sp>
            <p:nvSpPr>
              <p:cNvPr id="21" name="Number2"/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 [2025-11-05 19:44:00]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/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 [2025-11-05 19:44:00]</a:t>
                </a:r>
                <a:endParaRPr lang="en-US" dirty="0"/>
              </a:p>
            </p:txBody>
          </p:sp>
          <p:sp>
            <p:nvSpPr>
              <p:cNvPr id="19" name="Number3"/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 [2025-11-05 19:44:00]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/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 [2025-11-05 19:44:00]</a:t>
                </a:r>
                <a:endParaRPr lang="en-US" dirty="0"/>
              </a:p>
            </p:txBody>
          </p:sp>
          <p:sp>
            <p:nvSpPr>
              <p:cNvPr id="17" name="Number4"/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 [2025-11-05 19:44:00]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/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 [2025-11-05 19:44:00]</a:t>
                </a:r>
                <a:endParaRPr lang="en-US" dirty="0"/>
              </a:p>
            </p:txBody>
          </p:sp>
          <p:sp>
            <p:nvSpPr>
              <p:cNvPr id="15" name="Number5"/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 [2025-11-05 19:44:00]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2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3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4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5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6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7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8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9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10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11.xml><?xml version="1.0" encoding="utf-8"?>
<p:tagLst xmlns:p="http://schemas.openxmlformats.org/presentationml/2006/main">
  <p:tag name="KSO_WM_DIAGRAM_VIRTUALLY_FRAME" val="{&quot;height&quot;:378.99992125984255,&quot;left&quot;:51.999921259842516,&quot;top&quot;:89.00007874015748,&quot;width&quot;:855.0000787401575}"/>
</p:tagLst>
</file>

<file path=ppt/tags/tag12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3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4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5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6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7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8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19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0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1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2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3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4.xml><?xml version="1.0" encoding="utf-8"?>
<p:tagLst xmlns:p="http://schemas.openxmlformats.org/presentationml/2006/main">
  <p:tag name="KSO_WM_DIAGRAM_VIRTUALLY_FRAME" val="{&quot;height&quot;:394,&quot;left&quot;:7.874015748031496e-05,&quot;top&quot;:89,&quot;width&quot;:906.9999212598425}"/>
</p:tagLst>
</file>

<file path=ppt/tags/tag25.xml><?xml version="1.0" encoding="utf-8"?>
<p:tagLst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bb48c281-6043-49ad-bf59-5c09f6ad2dfd&quot;,&quot;ReservedCode1&quot;:&quot;4e5c03b5194cf0c155afbee6ab8505e083e47ad2b4411068c18760499fadfc73&quot;,&quot;ContentPropagator&quot;:&quot;\u4f5c\u8005:xxx&quot;,&quot;PropagateID&quot;:&quot;bb48c281-6043-49ad-bf59-5c09f6ad2dfd&quot;,&quot;ReservedCode2&quot;:&quot;afc039230dc70d443e9dd917a0a4f4490e1a255d498b1eeafec077d8fec7f169&quot;}"/>
</p:tagLst>
</file>

<file path=ppt/theme/theme1.xml><?xml version="1.0" encoding="utf-8"?>
<a:theme xmlns:a="http://schemas.openxmlformats.org/drawingml/2006/main" name="Designed by iSlide">
  <a:themeElements>
    <a:clrScheme name="小学模板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654A"/>
      </a:accent1>
      <a:accent2>
        <a:srgbClr val="FFA44B"/>
      </a:accent2>
      <a:accent3>
        <a:srgbClr val="F9C588"/>
      </a:accent3>
      <a:accent4>
        <a:srgbClr val="B27E72"/>
      </a:accent4>
      <a:accent5>
        <a:srgbClr val="77AFD6"/>
      </a:accent5>
      <a:accent6>
        <a:srgbClr val="5F659F"/>
      </a:accent6>
      <a:hlink>
        <a:srgbClr val="D95A3D"/>
      </a:hlink>
      <a:folHlink>
        <a:srgbClr val="979797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2014</Words>
  <Application>WPS 演示</Application>
  <PresentationFormat>宽屏</PresentationFormat>
  <Paragraphs>274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Arial</vt:lpstr>
      <vt:lpstr>Designed by iSlide</vt:lpstr>
      <vt:lpstr>胃肠{ppt_title}身？</vt:lpstr>
      <vt:lpstr>PowerPoint 演示文稿</vt:lpstr>
      <vt:lpstr>助手的本质特征</vt:lpstr>
      <vt:lpstr>功能辅助性</vt:lpstr>
      <vt:lpstr>用户主导性</vt:lpstr>
      <vt:lpstr>效率提升价值</vt:lpstr>
      <vt:lpstr>替身的潜在风险</vt:lpstr>
      <vt:lpstr>身份替代问题</vt:lpstr>
      <vt:lpstr>伦理挑战</vt:lpstr>
      <vt:lpstr>监管需求</vt:lpstr>
      <vt:lpstr>角色定位的区分标准</vt:lpstr>
      <vt:lpstr>功能边界界定</vt:lpstr>
      <vt:lpstr>交互方式设计</vt:lpstr>
      <vt:lpstr>应用场景规范</vt:lpstr>
      <vt:lpstr>健康发展建议</vt:lpstr>
      <vt:lpstr>技术改进方向</vt:lpstr>
      <vt:lpstr>用户教育引导</vt:lpstr>
      <vt:lpstr>政策法规完善</vt:lpstr>
      <vt:lpstr>以上部分文本内容由AI生成</vt:lpstr>
      <vt:lpstr>谢谢观看</vt:lpstr>
      <vt:lpstr>PowerPoint 演示文稿</vt:lpstr>
    </vt:vector>
  </TitlesOfParts>
  <Company>iSlide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callee</cp:lastModifiedBy>
  <cp:revision>91</cp:revision>
  <dcterms:created xsi:type="dcterms:W3CDTF">2023-06-05T05:58:00Z</dcterms:created>
  <dcterms:modified xsi:type="dcterms:W3CDTF">2025-11-05T12:04:19Z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92B60BCB963245D5ABA2C9BDE57C612C_12</vt:lpwstr>
  </property>
  <property fmtid="{D5CDD505-2E9C-101B-9397-08002B2CF9AE}" pid="3" name="KSOProductBuildVer">
    <vt:lpwstr>2052-12.1.0.23542</vt:lpwstr>
  </property>
</Properties>
</file>